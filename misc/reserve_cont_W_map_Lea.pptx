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9144000" cy="6858000" type="screen4x3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183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tags" Target="tags/tag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a SCHWABE" userId="6cf2d184-9ae8-44e8-af39-d45a334d3cd0" providerId="ADAL" clId="{8F61C062-823D-4FB4-9E13-2EEF04BAAF73}"/>
    <pc:docChg chg="undo custSel mod modSld modMainMaster">
      <pc:chgData name="Lea SCHWABE" userId="6cf2d184-9ae8-44e8-af39-d45a334d3cd0" providerId="ADAL" clId="{8F61C062-823D-4FB4-9E13-2EEF04BAAF73}" dt="2026-10-06T13:13:26.320" v="30" actId="6549"/>
      <pc:docMkLst>
        <pc:docMk/>
      </pc:docMkLst>
      <pc:sldChg chg="addSp delSp modSp mod">
        <pc:chgData name="Lea SCHWABE" userId="6cf2d184-9ae8-44e8-af39-d45a334d3cd0" providerId="ADAL" clId="{8F61C062-823D-4FB4-9E13-2EEF04BAAF73}" dt="2026-10-06T13:13:26.320" v="30" actId="6549"/>
        <pc:sldMkLst>
          <pc:docMk/>
          <pc:sldMk cId="0" sldId="256"/>
        </pc:sldMkLst>
        <pc:spChg chg="add del">
          <ac:chgData name="Lea SCHWABE" userId="6cf2d184-9ae8-44e8-af39-d45a334d3cd0" providerId="ADAL" clId="{8F61C062-823D-4FB4-9E13-2EEF04BAAF73}" dt="2026-10-06T13:09:57.113" v="11" actId="478"/>
          <ac:spMkLst>
            <pc:docMk/>
            <pc:sldMk cId="0" sldId="256"/>
            <ac:spMk id="19" creationId="{00000000-0000-0000-0000-000000000000}"/>
          </ac:spMkLst>
        </pc:spChg>
        <pc:spChg chg="del">
          <ac:chgData name="Lea SCHWABE" userId="6cf2d184-9ae8-44e8-af39-d45a334d3cd0" providerId="ADAL" clId="{8F61C062-823D-4FB4-9E13-2EEF04BAAF73}" dt="2026-10-06T13:09:51.563" v="9" actId="478"/>
          <ac:spMkLst>
            <pc:docMk/>
            <pc:sldMk cId="0" sldId="256"/>
            <ac:spMk id="37" creationId="{00000000-0000-0000-0000-000000000000}"/>
          </ac:spMkLst>
        </pc:spChg>
        <pc:spChg chg="del">
          <ac:chgData name="Lea SCHWABE" userId="6cf2d184-9ae8-44e8-af39-d45a334d3cd0" providerId="ADAL" clId="{8F61C062-823D-4FB4-9E13-2EEF04BAAF73}" dt="2026-10-06T13:10:00.448" v="12" actId="478"/>
          <ac:spMkLst>
            <pc:docMk/>
            <pc:sldMk cId="0" sldId="256"/>
            <ac:spMk id="38" creationId="{00000000-0000-0000-0000-000000000000}"/>
          </ac:spMkLst>
        </pc:spChg>
        <pc:spChg chg="del">
          <ac:chgData name="Lea SCHWABE" userId="6cf2d184-9ae8-44e8-af39-d45a334d3cd0" providerId="ADAL" clId="{8F61C062-823D-4FB4-9E13-2EEF04BAAF73}" dt="2026-10-06T13:08:59.166" v="0" actId="478"/>
          <ac:spMkLst>
            <pc:docMk/>
            <pc:sldMk cId="0" sldId="256"/>
            <ac:spMk id="39" creationId="{00000000-0000-0000-0000-000000000000}"/>
          </ac:spMkLst>
        </pc:spChg>
        <pc:spChg chg="del">
          <ac:chgData name="Lea SCHWABE" userId="6cf2d184-9ae8-44e8-af39-d45a334d3cd0" providerId="ADAL" clId="{8F61C062-823D-4FB4-9E13-2EEF04BAAF73}" dt="2026-10-06T13:09:47.965" v="8" actId="478"/>
          <ac:spMkLst>
            <pc:docMk/>
            <pc:sldMk cId="0" sldId="256"/>
            <ac:spMk id="40" creationId="{00000000-0000-0000-0000-000000000000}"/>
          </ac:spMkLst>
        </pc:spChg>
        <pc:spChg chg="del">
          <ac:chgData name="Lea SCHWABE" userId="6cf2d184-9ae8-44e8-af39-d45a334d3cd0" providerId="ADAL" clId="{8F61C062-823D-4FB4-9E13-2EEF04BAAF73}" dt="2026-10-06T13:09:29.912" v="3" actId="478"/>
          <ac:spMkLst>
            <pc:docMk/>
            <pc:sldMk cId="0" sldId="256"/>
            <ac:spMk id="41" creationId="{00000000-0000-0000-0000-000000000000}"/>
          </ac:spMkLst>
        </pc:spChg>
        <pc:spChg chg="del">
          <ac:chgData name="Lea SCHWABE" userId="6cf2d184-9ae8-44e8-af39-d45a334d3cd0" providerId="ADAL" clId="{8F61C062-823D-4FB4-9E13-2EEF04BAAF73}" dt="2026-10-06T13:09:29.912" v="3" actId="478"/>
          <ac:spMkLst>
            <pc:docMk/>
            <pc:sldMk cId="0" sldId="256"/>
            <ac:spMk id="43" creationId="{00000000-0000-0000-0000-000000000000}"/>
          </ac:spMkLst>
        </pc:spChg>
        <pc:spChg chg="del">
          <ac:chgData name="Lea SCHWABE" userId="6cf2d184-9ae8-44e8-af39-d45a334d3cd0" providerId="ADAL" clId="{8F61C062-823D-4FB4-9E13-2EEF04BAAF73}" dt="2026-10-06T13:08:59.166" v="0" actId="478"/>
          <ac:spMkLst>
            <pc:docMk/>
            <pc:sldMk cId="0" sldId="256"/>
            <ac:spMk id="44" creationId="{00000000-0000-0000-0000-000000000000}"/>
          </ac:spMkLst>
        </pc:spChg>
        <pc:spChg chg="del">
          <ac:chgData name="Lea SCHWABE" userId="6cf2d184-9ae8-44e8-af39-d45a334d3cd0" providerId="ADAL" clId="{8F61C062-823D-4FB4-9E13-2EEF04BAAF73}" dt="2026-10-06T13:09:29.912" v="3" actId="478"/>
          <ac:spMkLst>
            <pc:docMk/>
            <pc:sldMk cId="0" sldId="256"/>
            <ac:spMk id="45" creationId="{00000000-0000-0000-0000-000000000000}"/>
          </ac:spMkLst>
        </pc:spChg>
        <pc:spChg chg="del">
          <ac:chgData name="Lea SCHWABE" userId="6cf2d184-9ae8-44e8-af39-d45a334d3cd0" providerId="ADAL" clId="{8F61C062-823D-4FB4-9E13-2EEF04BAAF73}" dt="2026-10-06T13:08:59.166" v="0" actId="478"/>
          <ac:spMkLst>
            <pc:docMk/>
            <pc:sldMk cId="0" sldId="256"/>
            <ac:spMk id="46" creationId="{00000000-0000-0000-0000-000000000000}"/>
          </ac:spMkLst>
        </pc:spChg>
        <pc:spChg chg="del mod">
          <ac:chgData name="Lea SCHWABE" userId="6cf2d184-9ae8-44e8-af39-d45a334d3cd0" providerId="ADAL" clId="{8F61C062-823D-4FB4-9E13-2EEF04BAAF73}" dt="2026-10-06T13:09:39.287" v="6" actId="478"/>
          <ac:spMkLst>
            <pc:docMk/>
            <pc:sldMk cId="0" sldId="256"/>
            <ac:spMk id="48" creationId="{00000000-0000-0000-0000-000000000000}"/>
          </ac:spMkLst>
        </pc:spChg>
        <pc:spChg chg="del">
          <ac:chgData name="Lea SCHWABE" userId="6cf2d184-9ae8-44e8-af39-d45a334d3cd0" providerId="ADAL" clId="{8F61C062-823D-4FB4-9E13-2EEF04BAAF73}" dt="2026-10-06T13:09:35.063" v="4" actId="478"/>
          <ac:spMkLst>
            <pc:docMk/>
            <pc:sldMk cId="0" sldId="256"/>
            <ac:spMk id="49" creationId="{00000000-0000-0000-0000-000000000000}"/>
          </ac:spMkLst>
        </pc:spChg>
        <pc:spChg chg="del">
          <ac:chgData name="Lea SCHWABE" userId="6cf2d184-9ae8-44e8-af39-d45a334d3cd0" providerId="ADAL" clId="{8F61C062-823D-4FB4-9E13-2EEF04BAAF73}" dt="2026-10-06T13:09:29.912" v="3" actId="478"/>
          <ac:spMkLst>
            <pc:docMk/>
            <pc:sldMk cId="0" sldId="256"/>
            <ac:spMk id="50" creationId="{00000000-0000-0000-0000-000000000000}"/>
          </ac:spMkLst>
        </pc:spChg>
        <pc:spChg chg="del">
          <ac:chgData name="Lea SCHWABE" userId="6cf2d184-9ae8-44e8-af39-d45a334d3cd0" providerId="ADAL" clId="{8F61C062-823D-4FB4-9E13-2EEF04BAAF73}" dt="2026-10-06T13:09:35.063" v="4" actId="478"/>
          <ac:spMkLst>
            <pc:docMk/>
            <pc:sldMk cId="0" sldId="256"/>
            <ac:spMk id="51" creationId="{00000000-0000-0000-0000-000000000000}"/>
          </ac:spMkLst>
        </pc:spChg>
        <pc:spChg chg="del">
          <ac:chgData name="Lea SCHWABE" userId="6cf2d184-9ae8-44e8-af39-d45a334d3cd0" providerId="ADAL" clId="{8F61C062-823D-4FB4-9E13-2EEF04BAAF73}" dt="2026-10-06T13:08:59.166" v="0" actId="478"/>
          <ac:spMkLst>
            <pc:docMk/>
            <pc:sldMk cId="0" sldId="256"/>
            <ac:spMk id="52" creationId="{00000000-0000-0000-0000-000000000000}"/>
          </ac:spMkLst>
        </pc:spChg>
        <pc:spChg chg="del">
          <ac:chgData name="Lea SCHWABE" userId="6cf2d184-9ae8-44e8-af39-d45a334d3cd0" providerId="ADAL" clId="{8F61C062-823D-4FB4-9E13-2EEF04BAAF73}" dt="2026-10-06T13:09:29.912" v="3" actId="478"/>
          <ac:spMkLst>
            <pc:docMk/>
            <pc:sldMk cId="0" sldId="256"/>
            <ac:spMk id="53" creationId="{00000000-0000-0000-0000-000000000000}"/>
          </ac:spMkLst>
        </pc:spChg>
        <pc:spChg chg="del">
          <ac:chgData name="Lea SCHWABE" userId="6cf2d184-9ae8-44e8-af39-d45a334d3cd0" providerId="ADAL" clId="{8F61C062-823D-4FB4-9E13-2EEF04BAAF73}" dt="2026-10-06T13:08:59.166" v="0" actId="478"/>
          <ac:spMkLst>
            <pc:docMk/>
            <pc:sldMk cId="0" sldId="256"/>
            <ac:spMk id="54" creationId="{00000000-0000-0000-0000-000000000000}"/>
          </ac:spMkLst>
        </pc:spChg>
        <pc:spChg chg="del">
          <ac:chgData name="Lea SCHWABE" userId="6cf2d184-9ae8-44e8-af39-d45a334d3cd0" providerId="ADAL" clId="{8F61C062-823D-4FB4-9E13-2EEF04BAAF73}" dt="2026-10-06T13:09:42.165" v="7" actId="478"/>
          <ac:spMkLst>
            <pc:docMk/>
            <pc:sldMk cId="0" sldId="256"/>
            <ac:spMk id="56" creationId="{00000000-0000-0000-0000-000000000000}"/>
          </ac:spMkLst>
        </pc:spChg>
        <pc:spChg chg="del">
          <ac:chgData name="Lea SCHWABE" userId="6cf2d184-9ae8-44e8-af39-d45a334d3cd0" providerId="ADAL" clId="{8F61C062-823D-4FB4-9E13-2EEF04BAAF73}" dt="2026-10-06T13:09:35.063" v="4" actId="478"/>
          <ac:spMkLst>
            <pc:docMk/>
            <pc:sldMk cId="0" sldId="256"/>
            <ac:spMk id="61" creationId="{00000000-0000-0000-0000-000000000000}"/>
          </ac:spMkLst>
        </pc:spChg>
        <pc:spChg chg="del">
          <ac:chgData name="Lea SCHWABE" userId="6cf2d184-9ae8-44e8-af39-d45a334d3cd0" providerId="ADAL" clId="{8F61C062-823D-4FB4-9E13-2EEF04BAAF73}" dt="2026-10-06T13:09:35.063" v="4" actId="478"/>
          <ac:spMkLst>
            <pc:docMk/>
            <pc:sldMk cId="0" sldId="256"/>
            <ac:spMk id="63" creationId="{00000000-0000-0000-0000-000000000000}"/>
          </ac:spMkLst>
        </pc:spChg>
        <pc:spChg chg="del">
          <ac:chgData name="Lea SCHWABE" userId="6cf2d184-9ae8-44e8-af39-d45a334d3cd0" providerId="ADAL" clId="{8F61C062-823D-4FB4-9E13-2EEF04BAAF73}" dt="2026-10-06T13:09:29.912" v="3" actId="478"/>
          <ac:spMkLst>
            <pc:docMk/>
            <pc:sldMk cId="0" sldId="256"/>
            <ac:spMk id="65" creationId="{00000000-0000-0000-0000-000000000000}"/>
          </ac:spMkLst>
        </pc:spChg>
        <pc:spChg chg="del">
          <ac:chgData name="Lea SCHWABE" userId="6cf2d184-9ae8-44e8-af39-d45a334d3cd0" providerId="ADAL" clId="{8F61C062-823D-4FB4-9E13-2EEF04BAAF73}" dt="2026-10-06T13:09:29.912" v="3" actId="478"/>
          <ac:spMkLst>
            <pc:docMk/>
            <pc:sldMk cId="0" sldId="256"/>
            <ac:spMk id="67" creationId="{00000000-0000-0000-0000-000000000000}"/>
          </ac:spMkLst>
        </pc:spChg>
        <pc:spChg chg="del">
          <ac:chgData name="Lea SCHWABE" userId="6cf2d184-9ae8-44e8-af39-d45a334d3cd0" providerId="ADAL" clId="{8F61C062-823D-4FB4-9E13-2EEF04BAAF73}" dt="2026-10-06T13:08:59.166" v="0" actId="478"/>
          <ac:spMkLst>
            <pc:docMk/>
            <pc:sldMk cId="0" sldId="256"/>
            <ac:spMk id="68" creationId="{00000000-0000-0000-0000-000000000000}"/>
          </ac:spMkLst>
        </pc:spChg>
        <pc:spChg chg="del">
          <ac:chgData name="Lea SCHWABE" userId="6cf2d184-9ae8-44e8-af39-d45a334d3cd0" providerId="ADAL" clId="{8F61C062-823D-4FB4-9E13-2EEF04BAAF73}" dt="2026-10-06T13:08:59.166" v="0" actId="478"/>
          <ac:spMkLst>
            <pc:docMk/>
            <pc:sldMk cId="0" sldId="256"/>
            <ac:spMk id="70" creationId="{00000000-0000-0000-0000-000000000000}"/>
          </ac:spMkLst>
        </pc:spChg>
        <pc:spChg chg="del">
          <ac:chgData name="Lea SCHWABE" userId="6cf2d184-9ae8-44e8-af39-d45a334d3cd0" providerId="ADAL" clId="{8F61C062-823D-4FB4-9E13-2EEF04BAAF73}" dt="2026-10-06T13:09:29.912" v="3" actId="478"/>
          <ac:spMkLst>
            <pc:docMk/>
            <pc:sldMk cId="0" sldId="256"/>
            <ac:spMk id="71" creationId="{00000000-0000-0000-0000-000000000000}"/>
          </ac:spMkLst>
        </pc:spChg>
        <pc:spChg chg="del">
          <ac:chgData name="Lea SCHWABE" userId="6cf2d184-9ae8-44e8-af39-d45a334d3cd0" providerId="ADAL" clId="{8F61C062-823D-4FB4-9E13-2EEF04BAAF73}" dt="2026-10-06T13:08:59.166" v="0" actId="478"/>
          <ac:spMkLst>
            <pc:docMk/>
            <pc:sldMk cId="0" sldId="256"/>
            <ac:spMk id="76" creationId="{00000000-0000-0000-0000-000000000000}"/>
          </ac:spMkLst>
        </pc:spChg>
        <pc:spChg chg="del">
          <ac:chgData name="Lea SCHWABE" userId="6cf2d184-9ae8-44e8-af39-d45a334d3cd0" providerId="ADAL" clId="{8F61C062-823D-4FB4-9E13-2EEF04BAAF73}" dt="2026-10-06T13:09:29.912" v="3" actId="478"/>
          <ac:spMkLst>
            <pc:docMk/>
            <pc:sldMk cId="0" sldId="256"/>
            <ac:spMk id="77" creationId="{00000000-0000-0000-0000-000000000000}"/>
          </ac:spMkLst>
        </pc:spChg>
        <pc:spChg chg="del">
          <ac:chgData name="Lea SCHWABE" userId="6cf2d184-9ae8-44e8-af39-d45a334d3cd0" providerId="ADAL" clId="{8F61C062-823D-4FB4-9E13-2EEF04BAAF73}" dt="2026-10-06T13:08:59.166" v="0" actId="478"/>
          <ac:spMkLst>
            <pc:docMk/>
            <pc:sldMk cId="0" sldId="256"/>
            <ac:spMk id="78" creationId="{00000000-0000-0000-0000-000000000000}"/>
          </ac:spMkLst>
        </pc:spChg>
        <pc:spChg chg="del">
          <ac:chgData name="Lea SCHWABE" userId="6cf2d184-9ae8-44e8-af39-d45a334d3cd0" providerId="ADAL" clId="{8F61C062-823D-4FB4-9E13-2EEF04BAAF73}" dt="2026-10-06T13:09:29.912" v="3" actId="478"/>
          <ac:spMkLst>
            <pc:docMk/>
            <pc:sldMk cId="0" sldId="256"/>
            <ac:spMk id="81" creationId="{00000000-0000-0000-0000-000000000000}"/>
          </ac:spMkLst>
        </pc:spChg>
        <pc:spChg chg="del">
          <ac:chgData name="Lea SCHWABE" userId="6cf2d184-9ae8-44e8-af39-d45a334d3cd0" providerId="ADAL" clId="{8F61C062-823D-4FB4-9E13-2EEF04BAAF73}" dt="2026-10-06T13:08:59.166" v="0" actId="478"/>
          <ac:spMkLst>
            <pc:docMk/>
            <pc:sldMk cId="0" sldId="256"/>
            <ac:spMk id="82" creationId="{00000000-0000-0000-0000-000000000000}"/>
          </ac:spMkLst>
        </pc:spChg>
        <pc:spChg chg="mod">
          <ac:chgData name="Lea SCHWABE" userId="6cf2d184-9ae8-44e8-af39-d45a334d3cd0" providerId="ADAL" clId="{8F61C062-823D-4FB4-9E13-2EEF04BAAF73}" dt="2026-10-06T13:12:56.608" v="16" actId="6549"/>
          <ac:spMkLst>
            <pc:docMk/>
            <pc:sldMk cId="0" sldId="256"/>
            <ac:spMk id="98" creationId="{00000000-0000-0000-0000-000000000000}"/>
          </ac:spMkLst>
        </pc:spChg>
        <pc:spChg chg="mod">
          <ac:chgData name="Lea SCHWABE" userId="6cf2d184-9ae8-44e8-af39-d45a334d3cd0" providerId="ADAL" clId="{8F61C062-823D-4FB4-9E13-2EEF04BAAF73}" dt="2026-10-06T13:13:04.935" v="21" actId="6549"/>
          <ac:spMkLst>
            <pc:docMk/>
            <pc:sldMk cId="0" sldId="256"/>
            <ac:spMk id="99" creationId="{00000000-0000-0000-0000-000000000000}"/>
          </ac:spMkLst>
        </pc:spChg>
        <pc:spChg chg="mod">
          <ac:chgData name="Lea SCHWABE" userId="6cf2d184-9ae8-44e8-af39-d45a334d3cd0" providerId="ADAL" clId="{8F61C062-823D-4FB4-9E13-2EEF04BAAF73}" dt="2026-10-06T13:13:13.292" v="25" actId="6549"/>
          <ac:spMkLst>
            <pc:docMk/>
            <pc:sldMk cId="0" sldId="256"/>
            <ac:spMk id="100" creationId="{00000000-0000-0000-0000-000000000000}"/>
          </ac:spMkLst>
        </pc:spChg>
        <pc:spChg chg="mod">
          <ac:chgData name="Lea SCHWABE" userId="6cf2d184-9ae8-44e8-af39-d45a334d3cd0" providerId="ADAL" clId="{8F61C062-823D-4FB4-9E13-2EEF04BAAF73}" dt="2026-10-06T13:13:20.825" v="29" actId="6549"/>
          <ac:spMkLst>
            <pc:docMk/>
            <pc:sldMk cId="0" sldId="256"/>
            <ac:spMk id="101" creationId="{00000000-0000-0000-0000-000000000000}"/>
          </ac:spMkLst>
        </pc:spChg>
        <pc:spChg chg="mod">
          <ac:chgData name="Lea SCHWABE" userId="6cf2d184-9ae8-44e8-af39-d45a334d3cd0" providerId="ADAL" clId="{8F61C062-823D-4FB4-9E13-2EEF04BAAF73}" dt="2026-10-06T13:13:26.320" v="30" actId="6549"/>
          <ac:spMkLst>
            <pc:docMk/>
            <pc:sldMk cId="0" sldId="256"/>
            <ac:spMk id="103" creationId="{00000000-0000-0000-0000-000000000000}"/>
          </ac:spMkLst>
        </pc:spChg>
      </pc:sldChg>
      <pc:sldMasterChg chg="addSp mod">
        <pc:chgData name="Lea SCHWABE" userId="6cf2d184-9ae8-44e8-af39-d45a334d3cd0" providerId="ADAL" clId="{8F61C062-823D-4FB4-9E13-2EEF04BAAF73}" dt="2026-10-06T13:09:09.896" v="1" actId="33475"/>
        <pc:sldMasterMkLst>
          <pc:docMk/>
          <pc:sldMasterMk cId="307823620" sldId="2147483648"/>
        </pc:sldMasterMkLst>
        <pc:spChg chg="add">
          <ac:chgData name="Lea SCHWABE" userId="6cf2d184-9ae8-44e8-af39-d45a334d3cd0" providerId="ADAL" clId="{8F61C062-823D-4FB4-9E13-2EEF04BAAF73}" dt="2026-10-06T13:09:09.896" v="1" actId="33475"/>
          <ac:spMkLst>
            <pc:docMk/>
            <pc:sldMasterMk cId="307823620" sldId="2147483648"/>
            <ac:spMk id="8" creationId="{BCE384D1-9C0A-DA7C-7FF3-D26D87842C4B}"/>
          </ac:spMkLst>
        </pc:sp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E384D1-9C0A-DA7C-7FF3-D26D87842C4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7727950" y="6642100"/>
            <a:ext cx="1377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A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Classification: GENERAL</a:t>
            </a:r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419648" y="0"/>
            <a:ext cx="6304704" cy="6858000"/>
            <a:chOff x="1419647" y="0"/>
            <a:chExt cx="6304704" cy="6858000"/>
          </a:xfrm>
        </p:grpSpPr>
        <p:sp>
          <p:nvSpPr>
            <p:cNvPr id="4" name="rc4"/>
            <p:cNvSpPr/>
            <p:nvPr/>
          </p:nvSpPr>
          <p:spPr>
            <a:xfrm>
              <a:off x="1419647" y="0"/>
              <a:ext cx="6304704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489236" y="610097"/>
              <a:ext cx="6165526" cy="47887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2026866" y="610097"/>
              <a:ext cx="0" cy="4788779"/>
            </a:xfrm>
            <a:custGeom>
              <a:avLst/>
              <a:gdLst/>
              <a:ahLst/>
              <a:cxnLst/>
              <a:rect l="0" t="0" r="0" b="0"/>
              <a:pathLst>
                <a:path h="4788779">
                  <a:moveTo>
                    <a:pt x="0" y="4788779"/>
                  </a:moveTo>
                  <a:lnTo>
                    <a:pt x="0" y="4736989"/>
                  </a:lnTo>
                  <a:lnTo>
                    <a:pt x="0" y="4683300"/>
                  </a:lnTo>
                  <a:lnTo>
                    <a:pt x="0" y="4629611"/>
                  </a:lnTo>
                  <a:lnTo>
                    <a:pt x="0" y="4575922"/>
                  </a:lnTo>
                  <a:lnTo>
                    <a:pt x="0" y="4522234"/>
                  </a:lnTo>
                  <a:lnTo>
                    <a:pt x="0" y="4468545"/>
                  </a:lnTo>
                  <a:lnTo>
                    <a:pt x="0" y="4414856"/>
                  </a:lnTo>
                  <a:lnTo>
                    <a:pt x="0" y="4361167"/>
                  </a:lnTo>
                  <a:lnTo>
                    <a:pt x="0" y="4307478"/>
                  </a:lnTo>
                  <a:lnTo>
                    <a:pt x="0" y="4253789"/>
                  </a:lnTo>
                  <a:lnTo>
                    <a:pt x="0" y="4200100"/>
                  </a:lnTo>
                  <a:lnTo>
                    <a:pt x="0" y="4146411"/>
                  </a:lnTo>
                  <a:lnTo>
                    <a:pt x="0" y="4092722"/>
                  </a:lnTo>
                  <a:lnTo>
                    <a:pt x="0" y="4039033"/>
                  </a:lnTo>
                  <a:lnTo>
                    <a:pt x="0" y="3985344"/>
                  </a:lnTo>
                  <a:lnTo>
                    <a:pt x="0" y="3931655"/>
                  </a:lnTo>
                  <a:lnTo>
                    <a:pt x="0" y="3877966"/>
                  </a:lnTo>
                  <a:lnTo>
                    <a:pt x="0" y="3824277"/>
                  </a:lnTo>
                  <a:lnTo>
                    <a:pt x="0" y="3770588"/>
                  </a:lnTo>
                  <a:lnTo>
                    <a:pt x="0" y="3716899"/>
                  </a:lnTo>
                  <a:lnTo>
                    <a:pt x="0" y="3663211"/>
                  </a:lnTo>
                  <a:lnTo>
                    <a:pt x="0" y="3609522"/>
                  </a:lnTo>
                  <a:lnTo>
                    <a:pt x="0" y="3555833"/>
                  </a:lnTo>
                  <a:lnTo>
                    <a:pt x="0" y="3502144"/>
                  </a:lnTo>
                  <a:lnTo>
                    <a:pt x="0" y="3448455"/>
                  </a:lnTo>
                  <a:lnTo>
                    <a:pt x="0" y="3394766"/>
                  </a:lnTo>
                  <a:lnTo>
                    <a:pt x="0" y="3341077"/>
                  </a:lnTo>
                  <a:lnTo>
                    <a:pt x="0" y="3287388"/>
                  </a:lnTo>
                  <a:lnTo>
                    <a:pt x="0" y="3233699"/>
                  </a:lnTo>
                  <a:lnTo>
                    <a:pt x="0" y="3180010"/>
                  </a:lnTo>
                  <a:lnTo>
                    <a:pt x="0" y="3126321"/>
                  </a:lnTo>
                  <a:lnTo>
                    <a:pt x="0" y="3072632"/>
                  </a:lnTo>
                  <a:lnTo>
                    <a:pt x="0" y="3018943"/>
                  </a:lnTo>
                  <a:lnTo>
                    <a:pt x="0" y="2965254"/>
                  </a:lnTo>
                  <a:lnTo>
                    <a:pt x="0" y="2911565"/>
                  </a:lnTo>
                  <a:lnTo>
                    <a:pt x="0" y="2857876"/>
                  </a:lnTo>
                  <a:lnTo>
                    <a:pt x="0" y="2804188"/>
                  </a:lnTo>
                  <a:lnTo>
                    <a:pt x="0" y="2750499"/>
                  </a:lnTo>
                  <a:lnTo>
                    <a:pt x="0" y="2696810"/>
                  </a:lnTo>
                  <a:lnTo>
                    <a:pt x="0" y="2643121"/>
                  </a:lnTo>
                  <a:lnTo>
                    <a:pt x="0" y="2589432"/>
                  </a:lnTo>
                  <a:lnTo>
                    <a:pt x="0" y="2535743"/>
                  </a:lnTo>
                  <a:lnTo>
                    <a:pt x="0" y="2482054"/>
                  </a:lnTo>
                  <a:lnTo>
                    <a:pt x="0" y="2428365"/>
                  </a:lnTo>
                  <a:lnTo>
                    <a:pt x="0" y="2374676"/>
                  </a:lnTo>
                  <a:lnTo>
                    <a:pt x="0" y="2320987"/>
                  </a:lnTo>
                  <a:lnTo>
                    <a:pt x="0" y="2267298"/>
                  </a:lnTo>
                  <a:lnTo>
                    <a:pt x="0" y="2213609"/>
                  </a:lnTo>
                  <a:lnTo>
                    <a:pt x="0" y="2159920"/>
                  </a:lnTo>
                  <a:lnTo>
                    <a:pt x="0" y="2106231"/>
                  </a:lnTo>
                  <a:lnTo>
                    <a:pt x="0" y="2052542"/>
                  </a:lnTo>
                  <a:lnTo>
                    <a:pt x="0" y="1998853"/>
                  </a:lnTo>
                  <a:lnTo>
                    <a:pt x="0" y="1945164"/>
                  </a:lnTo>
                  <a:lnTo>
                    <a:pt x="0" y="1891476"/>
                  </a:lnTo>
                  <a:lnTo>
                    <a:pt x="0" y="1837787"/>
                  </a:lnTo>
                  <a:lnTo>
                    <a:pt x="0" y="1784098"/>
                  </a:lnTo>
                  <a:lnTo>
                    <a:pt x="0" y="1730409"/>
                  </a:lnTo>
                  <a:lnTo>
                    <a:pt x="0" y="1676720"/>
                  </a:lnTo>
                  <a:lnTo>
                    <a:pt x="0" y="1623031"/>
                  </a:lnTo>
                  <a:lnTo>
                    <a:pt x="0" y="1569342"/>
                  </a:lnTo>
                  <a:lnTo>
                    <a:pt x="0" y="1515653"/>
                  </a:lnTo>
                  <a:lnTo>
                    <a:pt x="0" y="1461964"/>
                  </a:lnTo>
                  <a:lnTo>
                    <a:pt x="0" y="1408275"/>
                  </a:lnTo>
                  <a:lnTo>
                    <a:pt x="0" y="1354586"/>
                  </a:lnTo>
                  <a:lnTo>
                    <a:pt x="0" y="1300897"/>
                  </a:lnTo>
                  <a:lnTo>
                    <a:pt x="0" y="1247208"/>
                  </a:lnTo>
                  <a:lnTo>
                    <a:pt x="0" y="1193519"/>
                  </a:lnTo>
                  <a:lnTo>
                    <a:pt x="0" y="1139830"/>
                  </a:lnTo>
                  <a:lnTo>
                    <a:pt x="0" y="1086141"/>
                  </a:lnTo>
                  <a:lnTo>
                    <a:pt x="0" y="1032453"/>
                  </a:lnTo>
                  <a:lnTo>
                    <a:pt x="0" y="978764"/>
                  </a:lnTo>
                  <a:lnTo>
                    <a:pt x="0" y="925075"/>
                  </a:lnTo>
                  <a:lnTo>
                    <a:pt x="0" y="871386"/>
                  </a:lnTo>
                  <a:lnTo>
                    <a:pt x="0" y="817697"/>
                  </a:lnTo>
                  <a:lnTo>
                    <a:pt x="0" y="764008"/>
                  </a:lnTo>
                  <a:lnTo>
                    <a:pt x="0" y="710319"/>
                  </a:lnTo>
                  <a:lnTo>
                    <a:pt x="0" y="656630"/>
                  </a:lnTo>
                  <a:lnTo>
                    <a:pt x="0" y="602941"/>
                  </a:lnTo>
                  <a:lnTo>
                    <a:pt x="0" y="549252"/>
                  </a:lnTo>
                  <a:lnTo>
                    <a:pt x="0" y="495563"/>
                  </a:lnTo>
                  <a:lnTo>
                    <a:pt x="0" y="441874"/>
                  </a:lnTo>
                  <a:lnTo>
                    <a:pt x="0" y="388185"/>
                  </a:lnTo>
                  <a:lnTo>
                    <a:pt x="0" y="334496"/>
                  </a:lnTo>
                  <a:lnTo>
                    <a:pt x="0" y="280807"/>
                  </a:lnTo>
                  <a:lnTo>
                    <a:pt x="0" y="227118"/>
                  </a:lnTo>
                  <a:lnTo>
                    <a:pt x="0" y="173430"/>
                  </a:lnTo>
                  <a:lnTo>
                    <a:pt x="0" y="119741"/>
                  </a:lnTo>
                  <a:lnTo>
                    <a:pt x="0" y="66052"/>
                  </a:lnTo>
                  <a:lnTo>
                    <a:pt x="0" y="123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3443407" y="610097"/>
              <a:ext cx="0" cy="4788779"/>
            </a:xfrm>
            <a:custGeom>
              <a:avLst/>
              <a:gdLst/>
              <a:ahLst/>
              <a:cxnLst/>
              <a:rect l="0" t="0" r="0" b="0"/>
              <a:pathLst>
                <a:path h="4788779">
                  <a:moveTo>
                    <a:pt x="0" y="4788779"/>
                  </a:moveTo>
                  <a:lnTo>
                    <a:pt x="0" y="4736989"/>
                  </a:lnTo>
                  <a:lnTo>
                    <a:pt x="0" y="4683300"/>
                  </a:lnTo>
                  <a:lnTo>
                    <a:pt x="0" y="4629611"/>
                  </a:lnTo>
                  <a:lnTo>
                    <a:pt x="0" y="4575922"/>
                  </a:lnTo>
                  <a:lnTo>
                    <a:pt x="0" y="4522234"/>
                  </a:lnTo>
                  <a:lnTo>
                    <a:pt x="0" y="4468545"/>
                  </a:lnTo>
                  <a:lnTo>
                    <a:pt x="0" y="4414856"/>
                  </a:lnTo>
                  <a:lnTo>
                    <a:pt x="0" y="4361167"/>
                  </a:lnTo>
                  <a:lnTo>
                    <a:pt x="0" y="4307478"/>
                  </a:lnTo>
                  <a:lnTo>
                    <a:pt x="0" y="4253789"/>
                  </a:lnTo>
                  <a:lnTo>
                    <a:pt x="0" y="4200100"/>
                  </a:lnTo>
                  <a:lnTo>
                    <a:pt x="0" y="4146411"/>
                  </a:lnTo>
                  <a:lnTo>
                    <a:pt x="0" y="4092722"/>
                  </a:lnTo>
                  <a:lnTo>
                    <a:pt x="0" y="4039033"/>
                  </a:lnTo>
                  <a:lnTo>
                    <a:pt x="0" y="3985344"/>
                  </a:lnTo>
                  <a:lnTo>
                    <a:pt x="0" y="3931655"/>
                  </a:lnTo>
                  <a:lnTo>
                    <a:pt x="0" y="3877966"/>
                  </a:lnTo>
                  <a:lnTo>
                    <a:pt x="0" y="3824277"/>
                  </a:lnTo>
                  <a:lnTo>
                    <a:pt x="0" y="3770588"/>
                  </a:lnTo>
                  <a:lnTo>
                    <a:pt x="0" y="3716899"/>
                  </a:lnTo>
                  <a:lnTo>
                    <a:pt x="0" y="3663211"/>
                  </a:lnTo>
                  <a:lnTo>
                    <a:pt x="0" y="3609522"/>
                  </a:lnTo>
                  <a:lnTo>
                    <a:pt x="0" y="3555833"/>
                  </a:lnTo>
                  <a:lnTo>
                    <a:pt x="0" y="3502144"/>
                  </a:lnTo>
                  <a:lnTo>
                    <a:pt x="0" y="3448455"/>
                  </a:lnTo>
                  <a:lnTo>
                    <a:pt x="0" y="3394766"/>
                  </a:lnTo>
                  <a:lnTo>
                    <a:pt x="0" y="3341077"/>
                  </a:lnTo>
                  <a:lnTo>
                    <a:pt x="0" y="3287388"/>
                  </a:lnTo>
                  <a:lnTo>
                    <a:pt x="0" y="3233699"/>
                  </a:lnTo>
                  <a:lnTo>
                    <a:pt x="0" y="3180010"/>
                  </a:lnTo>
                  <a:lnTo>
                    <a:pt x="0" y="3126321"/>
                  </a:lnTo>
                  <a:lnTo>
                    <a:pt x="0" y="3072632"/>
                  </a:lnTo>
                  <a:lnTo>
                    <a:pt x="0" y="3018943"/>
                  </a:lnTo>
                  <a:lnTo>
                    <a:pt x="0" y="2965254"/>
                  </a:lnTo>
                  <a:lnTo>
                    <a:pt x="0" y="2911565"/>
                  </a:lnTo>
                  <a:lnTo>
                    <a:pt x="0" y="2857876"/>
                  </a:lnTo>
                  <a:lnTo>
                    <a:pt x="0" y="2804188"/>
                  </a:lnTo>
                  <a:lnTo>
                    <a:pt x="0" y="2750499"/>
                  </a:lnTo>
                  <a:lnTo>
                    <a:pt x="0" y="2696810"/>
                  </a:lnTo>
                  <a:lnTo>
                    <a:pt x="0" y="2643121"/>
                  </a:lnTo>
                  <a:lnTo>
                    <a:pt x="0" y="2589432"/>
                  </a:lnTo>
                  <a:lnTo>
                    <a:pt x="0" y="2535743"/>
                  </a:lnTo>
                  <a:lnTo>
                    <a:pt x="0" y="2482054"/>
                  </a:lnTo>
                  <a:lnTo>
                    <a:pt x="0" y="2428365"/>
                  </a:lnTo>
                  <a:lnTo>
                    <a:pt x="0" y="2374676"/>
                  </a:lnTo>
                  <a:lnTo>
                    <a:pt x="0" y="2320987"/>
                  </a:lnTo>
                  <a:lnTo>
                    <a:pt x="0" y="2267298"/>
                  </a:lnTo>
                  <a:lnTo>
                    <a:pt x="0" y="2213609"/>
                  </a:lnTo>
                  <a:lnTo>
                    <a:pt x="0" y="2159920"/>
                  </a:lnTo>
                  <a:lnTo>
                    <a:pt x="0" y="2106231"/>
                  </a:lnTo>
                  <a:lnTo>
                    <a:pt x="0" y="2052542"/>
                  </a:lnTo>
                  <a:lnTo>
                    <a:pt x="0" y="1998853"/>
                  </a:lnTo>
                  <a:lnTo>
                    <a:pt x="0" y="1945164"/>
                  </a:lnTo>
                  <a:lnTo>
                    <a:pt x="0" y="1891476"/>
                  </a:lnTo>
                  <a:lnTo>
                    <a:pt x="0" y="1837787"/>
                  </a:lnTo>
                  <a:lnTo>
                    <a:pt x="0" y="1784098"/>
                  </a:lnTo>
                  <a:lnTo>
                    <a:pt x="0" y="1730409"/>
                  </a:lnTo>
                  <a:lnTo>
                    <a:pt x="0" y="1676720"/>
                  </a:lnTo>
                  <a:lnTo>
                    <a:pt x="0" y="1623031"/>
                  </a:lnTo>
                  <a:lnTo>
                    <a:pt x="0" y="1569342"/>
                  </a:lnTo>
                  <a:lnTo>
                    <a:pt x="0" y="1515653"/>
                  </a:lnTo>
                  <a:lnTo>
                    <a:pt x="0" y="1461964"/>
                  </a:lnTo>
                  <a:lnTo>
                    <a:pt x="0" y="1408275"/>
                  </a:lnTo>
                  <a:lnTo>
                    <a:pt x="0" y="1354586"/>
                  </a:lnTo>
                  <a:lnTo>
                    <a:pt x="0" y="1300897"/>
                  </a:lnTo>
                  <a:lnTo>
                    <a:pt x="0" y="1247208"/>
                  </a:lnTo>
                  <a:lnTo>
                    <a:pt x="0" y="1193519"/>
                  </a:lnTo>
                  <a:lnTo>
                    <a:pt x="0" y="1139830"/>
                  </a:lnTo>
                  <a:lnTo>
                    <a:pt x="0" y="1086141"/>
                  </a:lnTo>
                  <a:lnTo>
                    <a:pt x="0" y="1032453"/>
                  </a:lnTo>
                  <a:lnTo>
                    <a:pt x="0" y="978764"/>
                  </a:lnTo>
                  <a:lnTo>
                    <a:pt x="0" y="925075"/>
                  </a:lnTo>
                  <a:lnTo>
                    <a:pt x="0" y="871386"/>
                  </a:lnTo>
                  <a:lnTo>
                    <a:pt x="0" y="817697"/>
                  </a:lnTo>
                  <a:lnTo>
                    <a:pt x="0" y="764008"/>
                  </a:lnTo>
                  <a:lnTo>
                    <a:pt x="0" y="710319"/>
                  </a:lnTo>
                  <a:lnTo>
                    <a:pt x="0" y="656630"/>
                  </a:lnTo>
                  <a:lnTo>
                    <a:pt x="0" y="602941"/>
                  </a:lnTo>
                  <a:lnTo>
                    <a:pt x="0" y="549252"/>
                  </a:lnTo>
                  <a:lnTo>
                    <a:pt x="0" y="495563"/>
                  </a:lnTo>
                  <a:lnTo>
                    <a:pt x="0" y="441874"/>
                  </a:lnTo>
                  <a:lnTo>
                    <a:pt x="0" y="388185"/>
                  </a:lnTo>
                  <a:lnTo>
                    <a:pt x="0" y="334496"/>
                  </a:lnTo>
                  <a:lnTo>
                    <a:pt x="0" y="280807"/>
                  </a:lnTo>
                  <a:lnTo>
                    <a:pt x="0" y="227118"/>
                  </a:lnTo>
                  <a:lnTo>
                    <a:pt x="0" y="173430"/>
                  </a:lnTo>
                  <a:lnTo>
                    <a:pt x="0" y="119741"/>
                  </a:lnTo>
                  <a:lnTo>
                    <a:pt x="0" y="66052"/>
                  </a:lnTo>
                  <a:lnTo>
                    <a:pt x="0" y="123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4859949" y="610097"/>
              <a:ext cx="0" cy="4788779"/>
            </a:xfrm>
            <a:custGeom>
              <a:avLst/>
              <a:gdLst/>
              <a:ahLst/>
              <a:cxnLst/>
              <a:rect l="0" t="0" r="0" b="0"/>
              <a:pathLst>
                <a:path h="4788779">
                  <a:moveTo>
                    <a:pt x="0" y="4788779"/>
                  </a:moveTo>
                  <a:lnTo>
                    <a:pt x="0" y="4736989"/>
                  </a:lnTo>
                  <a:lnTo>
                    <a:pt x="0" y="4683300"/>
                  </a:lnTo>
                  <a:lnTo>
                    <a:pt x="0" y="4629611"/>
                  </a:lnTo>
                  <a:lnTo>
                    <a:pt x="0" y="4575922"/>
                  </a:lnTo>
                  <a:lnTo>
                    <a:pt x="0" y="4522234"/>
                  </a:lnTo>
                  <a:lnTo>
                    <a:pt x="0" y="4468545"/>
                  </a:lnTo>
                  <a:lnTo>
                    <a:pt x="0" y="4414856"/>
                  </a:lnTo>
                  <a:lnTo>
                    <a:pt x="0" y="4361167"/>
                  </a:lnTo>
                  <a:lnTo>
                    <a:pt x="0" y="4307478"/>
                  </a:lnTo>
                  <a:lnTo>
                    <a:pt x="0" y="4253789"/>
                  </a:lnTo>
                  <a:lnTo>
                    <a:pt x="0" y="4200100"/>
                  </a:lnTo>
                  <a:lnTo>
                    <a:pt x="0" y="4146411"/>
                  </a:lnTo>
                  <a:lnTo>
                    <a:pt x="0" y="4092722"/>
                  </a:lnTo>
                  <a:lnTo>
                    <a:pt x="0" y="4039033"/>
                  </a:lnTo>
                  <a:lnTo>
                    <a:pt x="0" y="3985344"/>
                  </a:lnTo>
                  <a:lnTo>
                    <a:pt x="0" y="3931655"/>
                  </a:lnTo>
                  <a:lnTo>
                    <a:pt x="0" y="3877966"/>
                  </a:lnTo>
                  <a:lnTo>
                    <a:pt x="0" y="3824277"/>
                  </a:lnTo>
                  <a:lnTo>
                    <a:pt x="0" y="3770588"/>
                  </a:lnTo>
                  <a:lnTo>
                    <a:pt x="0" y="3716899"/>
                  </a:lnTo>
                  <a:lnTo>
                    <a:pt x="0" y="3663211"/>
                  </a:lnTo>
                  <a:lnTo>
                    <a:pt x="0" y="3609522"/>
                  </a:lnTo>
                  <a:lnTo>
                    <a:pt x="0" y="3555833"/>
                  </a:lnTo>
                  <a:lnTo>
                    <a:pt x="0" y="3502144"/>
                  </a:lnTo>
                  <a:lnTo>
                    <a:pt x="0" y="3448455"/>
                  </a:lnTo>
                  <a:lnTo>
                    <a:pt x="0" y="3394766"/>
                  </a:lnTo>
                  <a:lnTo>
                    <a:pt x="0" y="3341077"/>
                  </a:lnTo>
                  <a:lnTo>
                    <a:pt x="0" y="3287388"/>
                  </a:lnTo>
                  <a:lnTo>
                    <a:pt x="0" y="3233699"/>
                  </a:lnTo>
                  <a:lnTo>
                    <a:pt x="0" y="3180010"/>
                  </a:lnTo>
                  <a:lnTo>
                    <a:pt x="0" y="3126321"/>
                  </a:lnTo>
                  <a:lnTo>
                    <a:pt x="0" y="3072632"/>
                  </a:lnTo>
                  <a:lnTo>
                    <a:pt x="0" y="3018943"/>
                  </a:lnTo>
                  <a:lnTo>
                    <a:pt x="0" y="2965254"/>
                  </a:lnTo>
                  <a:lnTo>
                    <a:pt x="0" y="2911565"/>
                  </a:lnTo>
                  <a:lnTo>
                    <a:pt x="0" y="2857876"/>
                  </a:lnTo>
                  <a:lnTo>
                    <a:pt x="0" y="2804188"/>
                  </a:lnTo>
                  <a:lnTo>
                    <a:pt x="0" y="2750499"/>
                  </a:lnTo>
                  <a:lnTo>
                    <a:pt x="0" y="2696810"/>
                  </a:lnTo>
                  <a:lnTo>
                    <a:pt x="0" y="2643121"/>
                  </a:lnTo>
                  <a:lnTo>
                    <a:pt x="0" y="2589432"/>
                  </a:lnTo>
                  <a:lnTo>
                    <a:pt x="0" y="2535743"/>
                  </a:lnTo>
                  <a:lnTo>
                    <a:pt x="0" y="2482054"/>
                  </a:lnTo>
                  <a:lnTo>
                    <a:pt x="0" y="2428365"/>
                  </a:lnTo>
                  <a:lnTo>
                    <a:pt x="0" y="2374676"/>
                  </a:lnTo>
                  <a:lnTo>
                    <a:pt x="0" y="2320987"/>
                  </a:lnTo>
                  <a:lnTo>
                    <a:pt x="0" y="2267298"/>
                  </a:lnTo>
                  <a:lnTo>
                    <a:pt x="0" y="2213609"/>
                  </a:lnTo>
                  <a:lnTo>
                    <a:pt x="0" y="2159920"/>
                  </a:lnTo>
                  <a:lnTo>
                    <a:pt x="0" y="2106231"/>
                  </a:lnTo>
                  <a:lnTo>
                    <a:pt x="0" y="2052542"/>
                  </a:lnTo>
                  <a:lnTo>
                    <a:pt x="0" y="1998853"/>
                  </a:lnTo>
                  <a:lnTo>
                    <a:pt x="0" y="1945164"/>
                  </a:lnTo>
                  <a:lnTo>
                    <a:pt x="0" y="1891476"/>
                  </a:lnTo>
                  <a:lnTo>
                    <a:pt x="0" y="1837787"/>
                  </a:lnTo>
                  <a:lnTo>
                    <a:pt x="0" y="1784098"/>
                  </a:lnTo>
                  <a:lnTo>
                    <a:pt x="0" y="1730409"/>
                  </a:lnTo>
                  <a:lnTo>
                    <a:pt x="0" y="1676720"/>
                  </a:lnTo>
                  <a:lnTo>
                    <a:pt x="0" y="1623031"/>
                  </a:lnTo>
                  <a:lnTo>
                    <a:pt x="0" y="1569342"/>
                  </a:lnTo>
                  <a:lnTo>
                    <a:pt x="0" y="1515653"/>
                  </a:lnTo>
                  <a:lnTo>
                    <a:pt x="0" y="1461964"/>
                  </a:lnTo>
                  <a:lnTo>
                    <a:pt x="0" y="1408275"/>
                  </a:lnTo>
                  <a:lnTo>
                    <a:pt x="0" y="1354586"/>
                  </a:lnTo>
                  <a:lnTo>
                    <a:pt x="0" y="1300897"/>
                  </a:lnTo>
                  <a:lnTo>
                    <a:pt x="0" y="1247208"/>
                  </a:lnTo>
                  <a:lnTo>
                    <a:pt x="0" y="1193519"/>
                  </a:lnTo>
                  <a:lnTo>
                    <a:pt x="0" y="1139830"/>
                  </a:lnTo>
                  <a:lnTo>
                    <a:pt x="0" y="1086141"/>
                  </a:lnTo>
                  <a:lnTo>
                    <a:pt x="0" y="1032453"/>
                  </a:lnTo>
                  <a:lnTo>
                    <a:pt x="0" y="978764"/>
                  </a:lnTo>
                  <a:lnTo>
                    <a:pt x="0" y="925075"/>
                  </a:lnTo>
                  <a:lnTo>
                    <a:pt x="0" y="871386"/>
                  </a:lnTo>
                  <a:lnTo>
                    <a:pt x="0" y="817697"/>
                  </a:lnTo>
                  <a:lnTo>
                    <a:pt x="0" y="764008"/>
                  </a:lnTo>
                  <a:lnTo>
                    <a:pt x="0" y="710319"/>
                  </a:lnTo>
                  <a:lnTo>
                    <a:pt x="0" y="656630"/>
                  </a:lnTo>
                  <a:lnTo>
                    <a:pt x="0" y="602941"/>
                  </a:lnTo>
                  <a:lnTo>
                    <a:pt x="0" y="549252"/>
                  </a:lnTo>
                  <a:lnTo>
                    <a:pt x="0" y="495563"/>
                  </a:lnTo>
                  <a:lnTo>
                    <a:pt x="0" y="441874"/>
                  </a:lnTo>
                  <a:lnTo>
                    <a:pt x="0" y="388185"/>
                  </a:lnTo>
                  <a:lnTo>
                    <a:pt x="0" y="334496"/>
                  </a:lnTo>
                  <a:lnTo>
                    <a:pt x="0" y="280807"/>
                  </a:lnTo>
                  <a:lnTo>
                    <a:pt x="0" y="227118"/>
                  </a:lnTo>
                  <a:lnTo>
                    <a:pt x="0" y="173430"/>
                  </a:lnTo>
                  <a:lnTo>
                    <a:pt x="0" y="119741"/>
                  </a:lnTo>
                  <a:lnTo>
                    <a:pt x="0" y="66052"/>
                  </a:lnTo>
                  <a:lnTo>
                    <a:pt x="0" y="123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6276490" y="610097"/>
              <a:ext cx="0" cy="4788779"/>
            </a:xfrm>
            <a:custGeom>
              <a:avLst/>
              <a:gdLst/>
              <a:ahLst/>
              <a:cxnLst/>
              <a:rect l="0" t="0" r="0" b="0"/>
              <a:pathLst>
                <a:path h="4788779">
                  <a:moveTo>
                    <a:pt x="0" y="4788779"/>
                  </a:moveTo>
                  <a:lnTo>
                    <a:pt x="0" y="4736989"/>
                  </a:lnTo>
                  <a:lnTo>
                    <a:pt x="0" y="4683300"/>
                  </a:lnTo>
                  <a:lnTo>
                    <a:pt x="0" y="4629611"/>
                  </a:lnTo>
                  <a:lnTo>
                    <a:pt x="0" y="4575922"/>
                  </a:lnTo>
                  <a:lnTo>
                    <a:pt x="0" y="4522234"/>
                  </a:lnTo>
                  <a:lnTo>
                    <a:pt x="0" y="4468545"/>
                  </a:lnTo>
                  <a:lnTo>
                    <a:pt x="0" y="4414856"/>
                  </a:lnTo>
                  <a:lnTo>
                    <a:pt x="0" y="4361167"/>
                  </a:lnTo>
                  <a:lnTo>
                    <a:pt x="0" y="4307478"/>
                  </a:lnTo>
                  <a:lnTo>
                    <a:pt x="0" y="4253789"/>
                  </a:lnTo>
                  <a:lnTo>
                    <a:pt x="0" y="4200100"/>
                  </a:lnTo>
                  <a:lnTo>
                    <a:pt x="0" y="4146411"/>
                  </a:lnTo>
                  <a:lnTo>
                    <a:pt x="0" y="4092722"/>
                  </a:lnTo>
                  <a:lnTo>
                    <a:pt x="0" y="4039033"/>
                  </a:lnTo>
                  <a:lnTo>
                    <a:pt x="0" y="3985344"/>
                  </a:lnTo>
                  <a:lnTo>
                    <a:pt x="0" y="3931655"/>
                  </a:lnTo>
                  <a:lnTo>
                    <a:pt x="0" y="3877966"/>
                  </a:lnTo>
                  <a:lnTo>
                    <a:pt x="0" y="3824277"/>
                  </a:lnTo>
                  <a:lnTo>
                    <a:pt x="0" y="3770588"/>
                  </a:lnTo>
                  <a:lnTo>
                    <a:pt x="0" y="3716899"/>
                  </a:lnTo>
                  <a:lnTo>
                    <a:pt x="0" y="3663211"/>
                  </a:lnTo>
                  <a:lnTo>
                    <a:pt x="0" y="3609522"/>
                  </a:lnTo>
                  <a:lnTo>
                    <a:pt x="0" y="3555833"/>
                  </a:lnTo>
                  <a:lnTo>
                    <a:pt x="0" y="3502144"/>
                  </a:lnTo>
                  <a:lnTo>
                    <a:pt x="0" y="3448455"/>
                  </a:lnTo>
                  <a:lnTo>
                    <a:pt x="0" y="3394766"/>
                  </a:lnTo>
                  <a:lnTo>
                    <a:pt x="0" y="3341077"/>
                  </a:lnTo>
                  <a:lnTo>
                    <a:pt x="0" y="3287388"/>
                  </a:lnTo>
                  <a:lnTo>
                    <a:pt x="0" y="3233699"/>
                  </a:lnTo>
                  <a:lnTo>
                    <a:pt x="0" y="3180010"/>
                  </a:lnTo>
                  <a:lnTo>
                    <a:pt x="0" y="3126321"/>
                  </a:lnTo>
                  <a:lnTo>
                    <a:pt x="0" y="3072632"/>
                  </a:lnTo>
                  <a:lnTo>
                    <a:pt x="0" y="3018943"/>
                  </a:lnTo>
                  <a:lnTo>
                    <a:pt x="0" y="2965254"/>
                  </a:lnTo>
                  <a:lnTo>
                    <a:pt x="0" y="2911565"/>
                  </a:lnTo>
                  <a:lnTo>
                    <a:pt x="0" y="2857876"/>
                  </a:lnTo>
                  <a:lnTo>
                    <a:pt x="0" y="2804188"/>
                  </a:lnTo>
                  <a:lnTo>
                    <a:pt x="0" y="2750499"/>
                  </a:lnTo>
                  <a:lnTo>
                    <a:pt x="0" y="2696810"/>
                  </a:lnTo>
                  <a:lnTo>
                    <a:pt x="0" y="2643121"/>
                  </a:lnTo>
                  <a:lnTo>
                    <a:pt x="0" y="2589432"/>
                  </a:lnTo>
                  <a:lnTo>
                    <a:pt x="0" y="2535743"/>
                  </a:lnTo>
                  <a:lnTo>
                    <a:pt x="0" y="2482054"/>
                  </a:lnTo>
                  <a:lnTo>
                    <a:pt x="0" y="2428365"/>
                  </a:lnTo>
                  <a:lnTo>
                    <a:pt x="0" y="2374676"/>
                  </a:lnTo>
                  <a:lnTo>
                    <a:pt x="0" y="2320987"/>
                  </a:lnTo>
                  <a:lnTo>
                    <a:pt x="0" y="2267298"/>
                  </a:lnTo>
                  <a:lnTo>
                    <a:pt x="0" y="2213609"/>
                  </a:lnTo>
                  <a:lnTo>
                    <a:pt x="0" y="2159920"/>
                  </a:lnTo>
                  <a:lnTo>
                    <a:pt x="0" y="2106231"/>
                  </a:lnTo>
                  <a:lnTo>
                    <a:pt x="0" y="2052542"/>
                  </a:lnTo>
                  <a:lnTo>
                    <a:pt x="0" y="1998853"/>
                  </a:lnTo>
                  <a:lnTo>
                    <a:pt x="0" y="1945164"/>
                  </a:lnTo>
                  <a:lnTo>
                    <a:pt x="0" y="1891476"/>
                  </a:lnTo>
                  <a:lnTo>
                    <a:pt x="0" y="1837787"/>
                  </a:lnTo>
                  <a:lnTo>
                    <a:pt x="0" y="1784098"/>
                  </a:lnTo>
                  <a:lnTo>
                    <a:pt x="0" y="1730409"/>
                  </a:lnTo>
                  <a:lnTo>
                    <a:pt x="0" y="1676720"/>
                  </a:lnTo>
                  <a:lnTo>
                    <a:pt x="0" y="1623031"/>
                  </a:lnTo>
                  <a:lnTo>
                    <a:pt x="0" y="1569342"/>
                  </a:lnTo>
                  <a:lnTo>
                    <a:pt x="0" y="1515653"/>
                  </a:lnTo>
                  <a:lnTo>
                    <a:pt x="0" y="1461964"/>
                  </a:lnTo>
                  <a:lnTo>
                    <a:pt x="0" y="1408275"/>
                  </a:lnTo>
                  <a:lnTo>
                    <a:pt x="0" y="1354586"/>
                  </a:lnTo>
                  <a:lnTo>
                    <a:pt x="0" y="1300897"/>
                  </a:lnTo>
                  <a:lnTo>
                    <a:pt x="0" y="1247208"/>
                  </a:lnTo>
                  <a:lnTo>
                    <a:pt x="0" y="1193519"/>
                  </a:lnTo>
                  <a:lnTo>
                    <a:pt x="0" y="1139830"/>
                  </a:lnTo>
                  <a:lnTo>
                    <a:pt x="0" y="1086141"/>
                  </a:lnTo>
                  <a:lnTo>
                    <a:pt x="0" y="1032453"/>
                  </a:lnTo>
                  <a:lnTo>
                    <a:pt x="0" y="978764"/>
                  </a:lnTo>
                  <a:lnTo>
                    <a:pt x="0" y="925075"/>
                  </a:lnTo>
                  <a:lnTo>
                    <a:pt x="0" y="871386"/>
                  </a:lnTo>
                  <a:lnTo>
                    <a:pt x="0" y="817697"/>
                  </a:lnTo>
                  <a:lnTo>
                    <a:pt x="0" y="764008"/>
                  </a:lnTo>
                  <a:lnTo>
                    <a:pt x="0" y="710319"/>
                  </a:lnTo>
                  <a:lnTo>
                    <a:pt x="0" y="656630"/>
                  </a:lnTo>
                  <a:lnTo>
                    <a:pt x="0" y="602941"/>
                  </a:lnTo>
                  <a:lnTo>
                    <a:pt x="0" y="549252"/>
                  </a:lnTo>
                  <a:lnTo>
                    <a:pt x="0" y="495563"/>
                  </a:lnTo>
                  <a:lnTo>
                    <a:pt x="0" y="441874"/>
                  </a:lnTo>
                  <a:lnTo>
                    <a:pt x="0" y="388185"/>
                  </a:lnTo>
                  <a:lnTo>
                    <a:pt x="0" y="334496"/>
                  </a:lnTo>
                  <a:lnTo>
                    <a:pt x="0" y="280807"/>
                  </a:lnTo>
                  <a:lnTo>
                    <a:pt x="0" y="227118"/>
                  </a:lnTo>
                  <a:lnTo>
                    <a:pt x="0" y="173430"/>
                  </a:lnTo>
                  <a:lnTo>
                    <a:pt x="0" y="119741"/>
                  </a:lnTo>
                  <a:lnTo>
                    <a:pt x="0" y="66052"/>
                  </a:lnTo>
                  <a:lnTo>
                    <a:pt x="0" y="1236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1489236" y="4498801"/>
              <a:ext cx="6165526" cy="0"/>
            </a:xfrm>
            <a:custGeom>
              <a:avLst/>
              <a:gdLst/>
              <a:ahLst/>
              <a:cxnLst/>
              <a:rect l="0" t="0" r="0" b="0"/>
              <a:pathLst>
                <a:path w="6165526">
                  <a:moveTo>
                    <a:pt x="0" y="0"/>
                  </a:moveTo>
                  <a:lnTo>
                    <a:pt x="51140" y="0"/>
                  </a:lnTo>
                  <a:lnTo>
                    <a:pt x="122683" y="0"/>
                  </a:lnTo>
                  <a:lnTo>
                    <a:pt x="194225" y="0"/>
                  </a:lnTo>
                  <a:lnTo>
                    <a:pt x="265768" y="0"/>
                  </a:lnTo>
                  <a:lnTo>
                    <a:pt x="337310" y="0"/>
                  </a:lnTo>
                  <a:lnTo>
                    <a:pt x="408853" y="0"/>
                  </a:lnTo>
                  <a:lnTo>
                    <a:pt x="480395" y="0"/>
                  </a:lnTo>
                  <a:lnTo>
                    <a:pt x="551938" y="0"/>
                  </a:lnTo>
                  <a:lnTo>
                    <a:pt x="623480" y="0"/>
                  </a:lnTo>
                  <a:lnTo>
                    <a:pt x="695023" y="0"/>
                  </a:lnTo>
                  <a:lnTo>
                    <a:pt x="766565" y="0"/>
                  </a:lnTo>
                  <a:lnTo>
                    <a:pt x="838108" y="0"/>
                  </a:lnTo>
                  <a:lnTo>
                    <a:pt x="909650" y="0"/>
                  </a:lnTo>
                  <a:lnTo>
                    <a:pt x="981193" y="0"/>
                  </a:lnTo>
                  <a:lnTo>
                    <a:pt x="1052735" y="0"/>
                  </a:lnTo>
                  <a:lnTo>
                    <a:pt x="1124278" y="0"/>
                  </a:lnTo>
                  <a:lnTo>
                    <a:pt x="1195820" y="0"/>
                  </a:lnTo>
                  <a:lnTo>
                    <a:pt x="1267363" y="0"/>
                  </a:lnTo>
                  <a:lnTo>
                    <a:pt x="1338905" y="0"/>
                  </a:lnTo>
                  <a:lnTo>
                    <a:pt x="1410448" y="0"/>
                  </a:lnTo>
                  <a:lnTo>
                    <a:pt x="1481990" y="0"/>
                  </a:lnTo>
                  <a:lnTo>
                    <a:pt x="1553533" y="0"/>
                  </a:lnTo>
                  <a:lnTo>
                    <a:pt x="1625075" y="0"/>
                  </a:lnTo>
                  <a:lnTo>
                    <a:pt x="1696618" y="0"/>
                  </a:lnTo>
                  <a:lnTo>
                    <a:pt x="1768160" y="0"/>
                  </a:lnTo>
                  <a:lnTo>
                    <a:pt x="1839703" y="0"/>
                  </a:lnTo>
                  <a:lnTo>
                    <a:pt x="1911245" y="0"/>
                  </a:lnTo>
                  <a:lnTo>
                    <a:pt x="1982788" y="0"/>
                  </a:lnTo>
                  <a:lnTo>
                    <a:pt x="2054330" y="0"/>
                  </a:lnTo>
                  <a:lnTo>
                    <a:pt x="2125873" y="0"/>
                  </a:lnTo>
                  <a:lnTo>
                    <a:pt x="2197415" y="0"/>
                  </a:lnTo>
                  <a:lnTo>
                    <a:pt x="2268958" y="0"/>
                  </a:lnTo>
                  <a:lnTo>
                    <a:pt x="2340500" y="0"/>
                  </a:lnTo>
                  <a:lnTo>
                    <a:pt x="2412043" y="0"/>
                  </a:lnTo>
                  <a:lnTo>
                    <a:pt x="2483585" y="0"/>
                  </a:lnTo>
                  <a:lnTo>
                    <a:pt x="2555128" y="0"/>
                  </a:lnTo>
                  <a:lnTo>
                    <a:pt x="2626670" y="0"/>
                  </a:lnTo>
                  <a:lnTo>
                    <a:pt x="2698213" y="0"/>
                  </a:lnTo>
                  <a:lnTo>
                    <a:pt x="2769755" y="0"/>
                  </a:lnTo>
                  <a:lnTo>
                    <a:pt x="2841298" y="0"/>
                  </a:lnTo>
                  <a:lnTo>
                    <a:pt x="2912840" y="0"/>
                  </a:lnTo>
                  <a:lnTo>
                    <a:pt x="2984383" y="0"/>
                  </a:lnTo>
                  <a:lnTo>
                    <a:pt x="3055925" y="0"/>
                  </a:lnTo>
                  <a:lnTo>
                    <a:pt x="3127468" y="0"/>
                  </a:lnTo>
                  <a:lnTo>
                    <a:pt x="3199010" y="0"/>
                  </a:lnTo>
                  <a:lnTo>
                    <a:pt x="3270553" y="0"/>
                  </a:lnTo>
                  <a:lnTo>
                    <a:pt x="3342095" y="0"/>
                  </a:lnTo>
                  <a:lnTo>
                    <a:pt x="3413638" y="0"/>
                  </a:lnTo>
                  <a:lnTo>
                    <a:pt x="3485180" y="0"/>
                  </a:lnTo>
                  <a:lnTo>
                    <a:pt x="3556723" y="0"/>
                  </a:lnTo>
                  <a:lnTo>
                    <a:pt x="3628265" y="0"/>
                  </a:lnTo>
                  <a:lnTo>
                    <a:pt x="3699808" y="0"/>
                  </a:lnTo>
                  <a:lnTo>
                    <a:pt x="3771350" y="0"/>
                  </a:lnTo>
                  <a:lnTo>
                    <a:pt x="3842893" y="0"/>
                  </a:lnTo>
                  <a:lnTo>
                    <a:pt x="3914435" y="0"/>
                  </a:lnTo>
                  <a:lnTo>
                    <a:pt x="3985978" y="0"/>
                  </a:lnTo>
                  <a:lnTo>
                    <a:pt x="4057520" y="0"/>
                  </a:lnTo>
                  <a:lnTo>
                    <a:pt x="4129063" y="0"/>
                  </a:lnTo>
                  <a:lnTo>
                    <a:pt x="4200605" y="0"/>
                  </a:lnTo>
                  <a:lnTo>
                    <a:pt x="4272148" y="0"/>
                  </a:lnTo>
                  <a:lnTo>
                    <a:pt x="4343690" y="0"/>
                  </a:lnTo>
                  <a:lnTo>
                    <a:pt x="4415233" y="0"/>
                  </a:lnTo>
                  <a:lnTo>
                    <a:pt x="4486775" y="0"/>
                  </a:lnTo>
                  <a:lnTo>
                    <a:pt x="4558318" y="0"/>
                  </a:lnTo>
                  <a:lnTo>
                    <a:pt x="4629860" y="0"/>
                  </a:lnTo>
                  <a:lnTo>
                    <a:pt x="4701403" y="0"/>
                  </a:lnTo>
                  <a:lnTo>
                    <a:pt x="4772945" y="0"/>
                  </a:lnTo>
                  <a:lnTo>
                    <a:pt x="4844488" y="0"/>
                  </a:lnTo>
                  <a:lnTo>
                    <a:pt x="4916030" y="0"/>
                  </a:lnTo>
                  <a:lnTo>
                    <a:pt x="4987573" y="0"/>
                  </a:lnTo>
                  <a:lnTo>
                    <a:pt x="5059115" y="0"/>
                  </a:lnTo>
                  <a:lnTo>
                    <a:pt x="5130658" y="0"/>
                  </a:lnTo>
                  <a:lnTo>
                    <a:pt x="5202200" y="0"/>
                  </a:lnTo>
                  <a:lnTo>
                    <a:pt x="5273743" y="0"/>
                  </a:lnTo>
                  <a:lnTo>
                    <a:pt x="5345285" y="0"/>
                  </a:lnTo>
                  <a:lnTo>
                    <a:pt x="5416828" y="0"/>
                  </a:lnTo>
                  <a:lnTo>
                    <a:pt x="5488370" y="0"/>
                  </a:lnTo>
                  <a:lnTo>
                    <a:pt x="5559913" y="0"/>
                  </a:lnTo>
                  <a:lnTo>
                    <a:pt x="5631455" y="0"/>
                  </a:lnTo>
                  <a:lnTo>
                    <a:pt x="5702998" y="0"/>
                  </a:lnTo>
                  <a:lnTo>
                    <a:pt x="5774540" y="0"/>
                  </a:lnTo>
                  <a:lnTo>
                    <a:pt x="5846083" y="0"/>
                  </a:lnTo>
                  <a:lnTo>
                    <a:pt x="5917625" y="0"/>
                  </a:lnTo>
                  <a:lnTo>
                    <a:pt x="5989168" y="0"/>
                  </a:lnTo>
                  <a:lnTo>
                    <a:pt x="6060710" y="0"/>
                  </a:lnTo>
                  <a:lnTo>
                    <a:pt x="6132253" y="0"/>
                  </a:lnTo>
                  <a:lnTo>
                    <a:pt x="6165526" y="0"/>
                  </a:lnTo>
                  <a:lnTo>
                    <a:pt x="6165526" y="0"/>
                  </a:lnTo>
                </a:path>
              </a:pathLst>
            </a:custGeom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1489236" y="3435760"/>
              <a:ext cx="6165526" cy="0"/>
            </a:xfrm>
            <a:custGeom>
              <a:avLst/>
              <a:gdLst/>
              <a:ahLst/>
              <a:cxnLst/>
              <a:rect l="0" t="0" r="0" b="0"/>
              <a:pathLst>
                <a:path w="6165526">
                  <a:moveTo>
                    <a:pt x="0" y="0"/>
                  </a:moveTo>
                  <a:lnTo>
                    <a:pt x="51140" y="0"/>
                  </a:lnTo>
                  <a:lnTo>
                    <a:pt x="122683" y="0"/>
                  </a:lnTo>
                  <a:lnTo>
                    <a:pt x="194225" y="0"/>
                  </a:lnTo>
                  <a:lnTo>
                    <a:pt x="265768" y="0"/>
                  </a:lnTo>
                  <a:lnTo>
                    <a:pt x="337310" y="0"/>
                  </a:lnTo>
                  <a:lnTo>
                    <a:pt x="408853" y="0"/>
                  </a:lnTo>
                  <a:lnTo>
                    <a:pt x="480395" y="0"/>
                  </a:lnTo>
                  <a:lnTo>
                    <a:pt x="551938" y="0"/>
                  </a:lnTo>
                  <a:lnTo>
                    <a:pt x="623480" y="0"/>
                  </a:lnTo>
                  <a:lnTo>
                    <a:pt x="695023" y="0"/>
                  </a:lnTo>
                  <a:lnTo>
                    <a:pt x="766565" y="0"/>
                  </a:lnTo>
                  <a:lnTo>
                    <a:pt x="838108" y="0"/>
                  </a:lnTo>
                  <a:lnTo>
                    <a:pt x="909650" y="0"/>
                  </a:lnTo>
                  <a:lnTo>
                    <a:pt x="981193" y="0"/>
                  </a:lnTo>
                  <a:lnTo>
                    <a:pt x="1052735" y="0"/>
                  </a:lnTo>
                  <a:lnTo>
                    <a:pt x="1124278" y="0"/>
                  </a:lnTo>
                  <a:lnTo>
                    <a:pt x="1195820" y="0"/>
                  </a:lnTo>
                  <a:lnTo>
                    <a:pt x="1267363" y="0"/>
                  </a:lnTo>
                  <a:lnTo>
                    <a:pt x="1338905" y="0"/>
                  </a:lnTo>
                  <a:lnTo>
                    <a:pt x="1410448" y="0"/>
                  </a:lnTo>
                  <a:lnTo>
                    <a:pt x="1481990" y="0"/>
                  </a:lnTo>
                  <a:lnTo>
                    <a:pt x="1553533" y="0"/>
                  </a:lnTo>
                  <a:lnTo>
                    <a:pt x="1625075" y="0"/>
                  </a:lnTo>
                  <a:lnTo>
                    <a:pt x="1696618" y="0"/>
                  </a:lnTo>
                  <a:lnTo>
                    <a:pt x="1768160" y="0"/>
                  </a:lnTo>
                  <a:lnTo>
                    <a:pt x="1839703" y="0"/>
                  </a:lnTo>
                  <a:lnTo>
                    <a:pt x="1911245" y="0"/>
                  </a:lnTo>
                  <a:lnTo>
                    <a:pt x="1982788" y="0"/>
                  </a:lnTo>
                  <a:lnTo>
                    <a:pt x="2054330" y="0"/>
                  </a:lnTo>
                  <a:lnTo>
                    <a:pt x="2125873" y="0"/>
                  </a:lnTo>
                  <a:lnTo>
                    <a:pt x="2197415" y="0"/>
                  </a:lnTo>
                  <a:lnTo>
                    <a:pt x="2268958" y="0"/>
                  </a:lnTo>
                  <a:lnTo>
                    <a:pt x="2340500" y="0"/>
                  </a:lnTo>
                  <a:lnTo>
                    <a:pt x="2412043" y="0"/>
                  </a:lnTo>
                  <a:lnTo>
                    <a:pt x="2483585" y="0"/>
                  </a:lnTo>
                  <a:lnTo>
                    <a:pt x="2555128" y="0"/>
                  </a:lnTo>
                  <a:lnTo>
                    <a:pt x="2626670" y="0"/>
                  </a:lnTo>
                  <a:lnTo>
                    <a:pt x="2698213" y="0"/>
                  </a:lnTo>
                  <a:lnTo>
                    <a:pt x="2769755" y="0"/>
                  </a:lnTo>
                  <a:lnTo>
                    <a:pt x="2841298" y="0"/>
                  </a:lnTo>
                  <a:lnTo>
                    <a:pt x="2912840" y="0"/>
                  </a:lnTo>
                  <a:lnTo>
                    <a:pt x="2984383" y="0"/>
                  </a:lnTo>
                  <a:lnTo>
                    <a:pt x="3055925" y="0"/>
                  </a:lnTo>
                  <a:lnTo>
                    <a:pt x="3127468" y="0"/>
                  </a:lnTo>
                  <a:lnTo>
                    <a:pt x="3199010" y="0"/>
                  </a:lnTo>
                  <a:lnTo>
                    <a:pt x="3270553" y="0"/>
                  </a:lnTo>
                  <a:lnTo>
                    <a:pt x="3342095" y="0"/>
                  </a:lnTo>
                  <a:lnTo>
                    <a:pt x="3413638" y="0"/>
                  </a:lnTo>
                  <a:lnTo>
                    <a:pt x="3485180" y="0"/>
                  </a:lnTo>
                  <a:lnTo>
                    <a:pt x="3556723" y="0"/>
                  </a:lnTo>
                  <a:lnTo>
                    <a:pt x="3628265" y="0"/>
                  </a:lnTo>
                  <a:lnTo>
                    <a:pt x="3699808" y="0"/>
                  </a:lnTo>
                  <a:lnTo>
                    <a:pt x="3771350" y="0"/>
                  </a:lnTo>
                  <a:lnTo>
                    <a:pt x="3842893" y="0"/>
                  </a:lnTo>
                  <a:lnTo>
                    <a:pt x="3914435" y="0"/>
                  </a:lnTo>
                  <a:lnTo>
                    <a:pt x="3985978" y="0"/>
                  </a:lnTo>
                  <a:lnTo>
                    <a:pt x="4057520" y="0"/>
                  </a:lnTo>
                  <a:lnTo>
                    <a:pt x="4129063" y="0"/>
                  </a:lnTo>
                  <a:lnTo>
                    <a:pt x="4200605" y="0"/>
                  </a:lnTo>
                  <a:lnTo>
                    <a:pt x="4272148" y="0"/>
                  </a:lnTo>
                  <a:lnTo>
                    <a:pt x="4343690" y="0"/>
                  </a:lnTo>
                  <a:lnTo>
                    <a:pt x="4415233" y="0"/>
                  </a:lnTo>
                  <a:lnTo>
                    <a:pt x="4486775" y="0"/>
                  </a:lnTo>
                  <a:lnTo>
                    <a:pt x="4558318" y="0"/>
                  </a:lnTo>
                  <a:lnTo>
                    <a:pt x="4629860" y="0"/>
                  </a:lnTo>
                  <a:lnTo>
                    <a:pt x="4701403" y="0"/>
                  </a:lnTo>
                  <a:lnTo>
                    <a:pt x="4772945" y="0"/>
                  </a:lnTo>
                  <a:lnTo>
                    <a:pt x="4844488" y="0"/>
                  </a:lnTo>
                  <a:lnTo>
                    <a:pt x="4916030" y="0"/>
                  </a:lnTo>
                  <a:lnTo>
                    <a:pt x="4987573" y="0"/>
                  </a:lnTo>
                  <a:lnTo>
                    <a:pt x="5059115" y="0"/>
                  </a:lnTo>
                  <a:lnTo>
                    <a:pt x="5130658" y="0"/>
                  </a:lnTo>
                  <a:lnTo>
                    <a:pt x="5202200" y="0"/>
                  </a:lnTo>
                  <a:lnTo>
                    <a:pt x="5273743" y="0"/>
                  </a:lnTo>
                  <a:lnTo>
                    <a:pt x="5345285" y="0"/>
                  </a:lnTo>
                  <a:lnTo>
                    <a:pt x="5416828" y="0"/>
                  </a:lnTo>
                  <a:lnTo>
                    <a:pt x="5488370" y="0"/>
                  </a:lnTo>
                  <a:lnTo>
                    <a:pt x="5559913" y="0"/>
                  </a:lnTo>
                  <a:lnTo>
                    <a:pt x="5631455" y="0"/>
                  </a:lnTo>
                  <a:lnTo>
                    <a:pt x="5702998" y="0"/>
                  </a:lnTo>
                  <a:lnTo>
                    <a:pt x="5774540" y="0"/>
                  </a:lnTo>
                  <a:lnTo>
                    <a:pt x="5846083" y="0"/>
                  </a:lnTo>
                  <a:lnTo>
                    <a:pt x="5917625" y="0"/>
                  </a:lnTo>
                  <a:lnTo>
                    <a:pt x="5989168" y="0"/>
                  </a:lnTo>
                  <a:lnTo>
                    <a:pt x="6060710" y="0"/>
                  </a:lnTo>
                  <a:lnTo>
                    <a:pt x="6132253" y="0"/>
                  </a:lnTo>
                  <a:lnTo>
                    <a:pt x="6165526" y="0"/>
                  </a:lnTo>
                  <a:lnTo>
                    <a:pt x="6165526" y="0"/>
                  </a:lnTo>
                </a:path>
              </a:pathLst>
            </a:custGeom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1489236" y="2372719"/>
              <a:ext cx="6165526" cy="0"/>
            </a:xfrm>
            <a:custGeom>
              <a:avLst/>
              <a:gdLst/>
              <a:ahLst/>
              <a:cxnLst/>
              <a:rect l="0" t="0" r="0" b="0"/>
              <a:pathLst>
                <a:path w="6165526">
                  <a:moveTo>
                    <a:pt x="0" y="0"/>
                  </a:moveTo>
                  <a:lnTo>
                    <a:pt x="51140" y="0"/>
                  </a:lnTo>
                  <a:lnTo>
                    <a:pt x="122683" y="0"/>
                  </a:lnTo>
                  <a:lnTo>
                    <a:pt x="194225" y="0"/>
                  </a:lnTo>
                  <a:lnTo>
                    <a:pt x="265768" y="0"/>
                  </a:lnTo>
                  <a:lnTo>
                    <a:pt x="337310" y="0"/>
                  </a:lnTo>
                  <a:lnTo>
                    <a:pt x="408853" y="0"/>
                  </a:lnTo>
                  <a:lnTo>
                    <a:pt x="480395" y="0"/>
                  </a:lnTo>
                  <a:lnTo>
                    <a:pt x="551938" y="0"/>
                  </a:lnTo>
                  <a:lnTo>
                    <a:pt x="623480" y="0"/>
                  </a:lnTo>
                  <a:lnTo>
                    <a:pt x="695023" y="0"/>
                  </a:lnTo>
                  <a:lnTo>
                    <a:pt x="766565" y="0"/>
                  </a:lnTo>
                  <a:lnTo>
                    <a:pt x="838108" y="0"/>
                  </a:lnTo>
                  <a:lnTo>
                    <a:pt x="909650" y="0"/>
                  </a:lnTo>
                  <a:lnTo>
                    <a:pt x="981193" y="0"/>
                  </a:lnTo>
                  <a:lnTo>
                    <a:pt x="1052735" y="0"/>
                  </a:lnTo>
                  <a:lnTo>
                    <a:pt x="1124278" y="0"/>
                  </a:lnTo>
                  <a:lnTo>
                    <a:pt x="1195820" y="0"/>
                  </a:lnTo>
                  <a:lnTo>
                    <a:pt x="1267363" y="0"/>
                  </a:lnTo>
                  <a:lnTo>
                    <a:pt x="1338905" y="0"/>
                  </a:lnTo>
                  <a:lnTo>
                    <a:pt x="1410448" y="0"/>
                  </a:lnTo>
                  <a:lnTo>
                    <a:pt x="1481990" y="0"/>
                  </a:lnTo>
                  <a:lnTo>
                    <a:pt x="1553533" y="0"/>
                  </a:lnTo>
                  <a:lnTo>
                    <a:pt x="1625075" y="0"/>
                  </a:lnTo>
                  <a:lnTo>
                    <a:pt x="1696618" y="0"/>
                  </a:lnTo>
                  <a:lnTo>
                    <a:pt x="1768160" y="0"/>
                  </a:lnTo>
                  <a:lnTo>
                    <a:pt x="1839703" y="0"/>
                  </a:lnTo>
                  <a:lnTo>
                    <a:pt x="1911245" y="0"/>
                  </a:lnTo>
                  <a:lnTo>
                    <a:pt x="1982788" y="0"/>
                  </a:lnTo>
                  <a:lnTo>
                    <a:pt x="2054330" y="0"/>
                  </a:lnTo>
                  <a:lnTo>
                    <a:pt x="2125873" y="0"/>
                  </a:lnTo>
                  <a:lnTo>
                    <a:pt x="2197415" y="0"/>
                  </a:lnTo>
                  <a:lnTo>
                    <a:pt x="2268958" y="0"/>
                  </a:lnTo>
                  <a:lnTo>
                    <a:pt x="2340500" y="0"/>
                  </a:lnTo>
                  <a:lnTo>
                    <a:pt x="2412043" y="0"/>
                  </a:lnTo>
                  <a:lnTo>
                    <a:pt x="2483585" y="0"/>
                  </a:lnTo>
                  <a:lnTo>
                    <a:pt x="2555128" y="0"/>
                  </a:lnTo>
                  <a:lnTo>
                    <a:pt x="2626670" y="0"/>
                  </a:lnTo>
                  <a:lnTo>
                    <a:pt x="2698213" y="0"/>
                  </a:lnTo>
                  <a:lnTo>
                    <a:pt x="2769755" y="0"/>
                  </a:lnTo>
                  <a:lnTo>
                    <a:pt x="2841298" y="0"/>
                  </a:lnTo>
                  <a:lnTo>
                    <a:pt x="2912840" y="0"/>
                  </a:lnTo>
                  <a:lnTo>
                    <a:pt x="2984383" y="0"/>
                  </a:lnTo>
                  <a:lnTo>
                    <a:pt x="3055925" y="0"/>
                  </a:lnTo>
                  <a:lnTo>
                    <a:pt x="3127468" y="0"/>
                  </a:lnTo>
                  <a:lnTo>
                    <a:pt x="3199010" y="0"/>
                  </a:lnTo>
                  <a:lnTo>
                    <a:pt x="3270553" y="0"/>
                  </a:lnTo>
                  <a:lnTo>
                    <a:pt x="3342095" y="0"/>
                  </a:lnTo>
                  <a:lnTo>
                    <a:pt x="3413638" y="0"/>
                  </a:lnTo>
                  <a:lnTo>
                    <a:pt x="3485180" y="0"/>
                  </a:lnTo>
                  <a:lnTo>
                    <a:pt x="3556723" y="0"/>
                  </a:lnTo>
                  <a:lnTo>
                    <a:pt x="3628265" y="0"/>
                  </a:lnTo>
                  <a:lnTo>
                    <a:pt x="3699808" y="0"/>
                  </a:lnTo>
                  <a:lnTo>
                    <a:pt x="3771350" y="0"/>
                  </a:lnTo>
                  <a:lnTo>
                    <a:pt x="3842893" y="0"/>
                  </a:lnTo>
                  <a:lnTo>
                    <a:pt x="3914435" y="0"/>
                  </a:lnTo>
                  <a:lnTo>
                    <a:pt x="3985978" y="0"/>
                  </a:lnTo>
                  <a:lnTo>
                    <a:pt x="4057520" y="0"/>
                  </a:lnTo>
                  <a:lnTo>
                    <a:pt x="4129063" y="0"/>
                  </a:lnTo>
                  <a:lnTo>
                    <a:pt x="4200605" y="0"/>
                  </a:lnTo>
                  <a:lnTo>
                    <a:pt x="4272148" y="0"/>
                  </a:lnTo>
                  <a:lnTo>
                    <a:pt x="4343690" y="0"/>
                  </a:lnTo>
                  <a:lnTo>
                    <a:pt x="4415233" y="0"/>
                  </a:lnTo>
                  <a:lnTo>
                    <a:pt x="4486775" y="0"/>
                  </a:lnTo>
                  <a:lnTo>
                    <a:pt x="4558318" y="0"/>
                  </a:lnTo>
                  <a:lnTo>
                    <a:pt x="4629860" y="0"/>
                  </a:lnTo>
                  <a:lnTo>
                    <a:pt x="4701403" y="0"/>
                  </a:lnTo>
                  <a:lnTo>
                    <a:pt x="4772945" y="0"/>
                  </a:lnTo>
                  <a:lnTo>
                    <a:pt x="4844488" y="0"/>
                  </a:lnTo>
                  <a:lnTo>
                    <a:pt x="4916030" y="0"/>
                  </a:lnTo>
                  <a:lnTo>
                    <a:pt x="4987573" y="0"/>
                  </a:lnTo>
                  <a:lnTo>
                    <a:pt x="5059115" y="0"/>
                  </a:lnTo>
                  <a:lnTo>
                    <a:pt x="5130658" y="0"/>
                  </a:lnTo>
                  <a:lnTo>
                    <a:pt x="5202200" y="0"/>
                  </a:lnTo>
                  <a:lnTo>
                    <a:pt x="5273743" y="0"/>
                  </a:lnTo>
                  <a:lnTo>
                    <a:pt x="5345285" y="0"/>
                  </a:lnTo>
                  <a:lnTo>
                    <a:pt x="5416828" y="0"/>
                  </a:lnTo>
                  <a:lnTo>
                    <a:pt x="5488370" y="0"/>
                  </a:lnTo>
                  <a:lnTo>
                    <a:pt x="5559913" y="0"/>
                  </a:lnTo>
                  <a:lnTo>
                    <a:pt x="5631455" y="0"/>
                  </a:lnTo>
                  <a:lnTo>
                    <a:pt x="5702998" y="0"/>
                  </a:lnTo>
                  <a:lnTo>
                    <a:pt x="5774540" y="0"/>
                  </a:lnTo>
                  <a:lnTo>
                    <a:pt x="5846083" y="0"/>
                  </a:lnTo>
                  <a:lnTo>
                    <a:pt x="5917625" y="0"/>
                  </a:lnTo>
                  <a:lnTo>
                    <a:pt x="5989168" y="0"/>
                  </a:lnTo>
                  <a:lnTo>
                    <a:pt x="6060710" y="0"/>
                  </a:lnTo>
                  <a:lnTo>
                    <a:pt x="6132253" y="0"/>
                  </a:lnTo>
                  <a:lnTo>
                    <a:pt x="6165526" y="0"/>
                  </a:lnTo>
                  <a:lnTo>
                    <a:pt x="6165526" y="0"/>
                  </a:lnTo>
                </a:path>
              </a:pathLst>
            </a:custGeom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1489236" y="1309678"/>
              <a:ext cx="6165526" cy="0"/>
            </a:xfrm>
            <a:custGeom>
              <a:avLst/>
              <a:gdLst/>
              <a:ahLst/>
              <a:cxnLst/>
              <a:rect l="0" t="0" r="0" b="0"/>
              <a:pathLst>
                <a:path w="6165526">
                  <a:moveTo>
                    <a:pt x="0" y="0"/>
                  </a:moveTo>
                  <a:lnTo>
                    <a:pt x="51140" y="0"/>
                  </a:lnTo>
                  <a:lnTo>
                    <a:pt x="122683" y="0"/>
                  </a:lnTo>
                  <a:lnTo>
                    <a:pt x="194225" y="0"/>
                  </a:lnTo>
                  <a:lnTo>
                    <a:pt x="265768" y="0"/>
                  </a:lnTo>
                  <a:lnTo>
                    <a:pt x="337310" y="0"/>
                  </a:lnTo>
                  <a:lnTo>
                    <a:pt x="408853" y="0"/>
                  </a:lnTo>
                  <a:lnTo>
                    <a:pt x="480395" y="0"/>
                  </a:lnTo>
                  <a:lnTo>
                    <a:pt x="551938" y="0"/>
                  </a:lnTo>
                  <a:lnTo>
                    <a:pt x="623480" y="0"/>
                  </a:lnTo>
                  <a:lnTo>
                    <a:pt x="695023" y="0"/>
                  </a:lnTo>
                  <a:lnTo>
                    <a:pt x="766565" y="0"/>
                  </a:lnTo>
                  <a:lnTo>
                    <a:pt x="838108" y="0"/>
                  </a:lnTo>
                  <a:lnTo>
                    <a:pt x="909650" y="0"/>
                  </a:lnTo>
                  <a:lnTo>
                    <a:pt x="981193" y="0"/>
                  </a:lnTo>
                  <a:lnTo>
                    <a:pt x="1052735" y="0"/>
                  </a:lnTo>
                  <a:lnTo>
                    <a:pt x="1124278" y="0"/>
                  </a:lnTo>
                  <a:lnTo>
                    <a:pt x="1195820" y="0"/>
                  </a:lnTo>
                  <a:lnTo>
                    <a:pt x="1267363" y="0"/>
                  </a:lnTo>
                  <a:lnTo>
                    <a:pt x="1338905" y="0"/>
                  </a:lnTo>
                  <a:lnTo>
                    <a:pt x="1410448" y="0"/>
                  </a:lnTo>
                  <a:lnTo>
                    <a:pt x="1481990" y="0"/>
                  </a:lnTo>
                  <a:lnTo>
                    <a:pt x="1553533" y="0"/>
                  </a:lnTo>
                  <a:lnTo>
                    <a:pt x="1625075" y="0"/>
                  </a:lnTo>
                  <a:lnTo>
                    <a:pt x="1696618" y="0"/>
                  </a:lnTo>
                  <a:lnTo>
                    <a:pt x="1768160" y="0"/>
                  </a:lnTo>
                  <a:lnTo>
                    <a:pt x="1839703" y="0"/>
                  </a:lnTo>
                  <a:lnTo>
                    <a:pt x="1911245" y="0"/>
                  </a:lnTo>
                  <a:lnTo>
                    <a:pt x="1982788" y="0"/>
                  </a:lnTo>
                  <a:lnTo>
                    <a:pt x="2054330" y="0"/>
                  </a:lnTo>
                  <a:lnTo>
                    <a:pt x="2125873" y="0"/>
                  </a:lnTo>
                  <a:lnTo>
                    <a:pt x="2197415" y="0"/>
                  </a:lnTo>
                  <a:lnTo>
                    <a:pt x="2268958" y="0"/>
                  </a:lnTo>
                  <a:lnTo>
                    <a:pt x="2340500" y="0"/>
                  </a:lnTo>
                  <a:lnTo>
                    <a:pt x="2412043" y="0"/>
                  </a:lnTo>
                  <a:lnTo>
                    <a:pt x="2483585" y="0"/>
                  </a:lnTo>
                  <a:lnTo>
                    <a:pt x="2555128" y="0"/>
                  </a:lnTo>
                  <a:lnTo>
                    <a:pt x="2626670" y="0"/>
                  </a:lnTo>
                  <a:lnTo>
                    <a:pt x="2698213" y="0"/>
                  </a:lnTo>
                  <a:lnTo>
                    <a:pt x="2769755" y="0"/>
                  </a:lnTo>
                  <a:lnTo>
                    <a:pt x="2841298" y="0"/>
                  </a:lnTo>
                  <a:lnTo>
                    <a:pt x="2912840" y="0"/>
                  </a:lnTo>
                  <a:lnTo>
                    <a:pt x="2984383" y="0"/>
                  </a:lnTo>
                  <a:lnTo>
                    <a:pt x="3055925" y="0"/>
                  </a:lnTo>
                  <a:lnTo>
                    <a:pt x="3127468" y="0"/>
                  </a:lnTo>
                  <a:lnTo>
                    <a:pt x="3199010" y="0"/>
                  </a:lnTo>
                  <a:lnTo>
                    <a:pt x="3270553" y="0"/>
                  </a:lnTo>
                  <a:lnTo>
                    <a:pt x="3342095" y="0"/>
                  </a:lnTo>
                  <a:lnTo>
                    <a:pt x="3413638" y="0"/>
                  </a:lnTo>
                  <a:lnTo>
                    <a:pt x="3485180" y="0"/>
                  </a:lnTo>
                  <a:lnTo>
                    <a:pt x="3556723" y="0"/>
                  </a:lnTo>
                  <a:lnTo>
                    <a:pt x="3628265" y="0"/>
                  </a:lnTo>
                  <a:lnTo>
                    <a:pt x="3699808" y="0"/>
                  </a:lnTo>
                  <a:lnTo>
                    <a:pt x="3771350" y="0"/>
                  </a:lnTo>
                  <a:lnTo>
                    <a:pt x="3842893" y="0"/>
                  </a:lnTo>
                  <a:lnTo>
                    <a:pt x="3914435" y="0"/>
                  </a:lnTo>
                  <a:lnTo>
                    <a:pt x="3985978" y="0"/>
                  </a:lnTo>
                  <a:lnTo>
                    <a:pt x="4057520" y="0"/>
                  </a:lnTo>
                  <a:lnTo>
                    <a:pt x="4129063" y="0"/>
                  </a:lnTo>
                  <a:lnTo>
                    <a:pt x="4200605" y="0"/>
                  </a:lnTo>
                  <a:lnTo>
                    <a:pt x="4272148" y="0"/>
                  </a:lnTo>
                  <a:lnTo>
                    <a:pt x="4343690" y="0"/>
                  </a:lnTo>
                  <a:lnTo>
                    <a:pt x="4415233" y="0"/>
                  </a:lnTo>
                  <a:lnTo>
                    <a:pt x="4486775" y="0"/>
                  </a:lnTo>
                  <a:lnTo>
                    <a:pt x="4558318" y="0"/>
                  </a:lnTo>
                  <a:lnTo>
                    <a:pt x="4629860" y="0"/>
                  </a:lnTo>
                  <a:lnTo>
                    <a:pt x="4701403" y="0"/>
                  </a:lnTo>
                  <a:lnTo>
                    <a:pt x="4772945" y="0"/>
                  </a:lnTo>
                  <a:lnTo>
                    <a:pt x="4844488" y="0"/>
                  </a:lnTo>
                  <a:lnTo>
                    <a:pt x="4916030" y="0"/>
                  </a:lnTo>
                  <a:lnTo>
                    <a:pt x="4987573" y="0"/>
                  </a:lnTo>
                  <a:lnTo>
                    <a:pt x="5059115" y="0"/>
                  </a:lnTo>
                  <a:lnTo>
                    <a:pt x="5130658" y="0"/>
                  </a:lnTo>
                  <a:lnTo>
                    <a:pt x="5202200" y="0"/>
                  </a:lnTo>
                  <a:lnTo>
                    <a:pt x="5273743" y="0"/>
                  </a:lnTo>
                  <a:lnTo>
                    <a:pt x="5345285" y="0"/>
                  </a:lnTo>
                  <a:lnTo>
                    <a:pt x="5416828" y="0"/>
                  </a:lnTo>
                  <a:lnTo>
                    <a:pt x="5488370" y="0"/>
                  </a:lnTo>
                  <a:lnTo>
                    <a:pt x="5559913" y="0"/>
                  </a:lnTo>
                  <a:lnTo>
                    <a:pt x="5631455" y="0"/>
                  </a:lnTo>
                  <a:lnTo>
                    <a:pt x="5702998" y="0"/>
                  </a:lnTo>
                  <a:lnTo>
                    <a:pt x="5774540" y="0"/>
                  </a:lnTo>
                  <a:lnTo>
                    <a:pt x="5846083" y="0"/>
                  </a:lnTo>
                  <a:lnTo>
                    <a:pt x="5917625" y="0"/>
                  </a:lnTo>
                  <a:lnTo>
                    <a:pt x="5989168" y="0"/>
                  </a:lnTo>
                  <a:lnTo>
                    <a:pt x="6060710" y="0"/>
                  </a:lnTo>
                  <a:lnTo>
                    <a:pt x="6132253" y="0"/>
                  </a:lnTo>
                  <a:lnTo>
                    <a:pt x="6165526" y="0"/>
                  </a:lnTo>
                  <a:lnTo>
                    <a:pt x="6165526" y="0"/>
                  </a:lnTo>
                </a:path>
              </a:pathLst>
            </a:custGeom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14"/>
            <p:cNvSpPr/>
            <p:nvPr/>
          </p:nvSpPr>
          <p:spPr>
            <a:xfrm>
              <a:off x="4225321" y="3042551"/>
              <a:ext cx="420743" cy="403270"/>
            </a:xfrm>
            <a:custGeom>
              <a:avLst/>
              <a:gdLst/>
              <a:ahLst/>
              <a:cxnLst/>
              <a:rect l="0" t="0" r="0" b="0"/>
              <a:pathLst>
                <a:path w="420743" h="403270">
                  <a:moveTo>
                    <a:pt x="244354" y="36834"/>
                  </a:moveTo>
                  <a:lnTo>
                    <a:pt x="243687" y="36023"/>
                  </a:lnTo>
                  <a:lnTo>
                    <a:pt x="232879" y="23556"/>
                  </a:lnTo>
                  <a:lnTo>
                    <a:pt x="232159" y="22792"/>
                  </a:lnTo>
                  <a:lnTo>
                    <a:pt x="229756" y="20248"/>
                  </a:lnTo>
                  <a:lnTo>
                    <a:pt x="228820" y="19257"/>
                  </a:lnTo>
                  <a:lnTo>
                    <a:pt x="221567" y="10736"/>
                  </a:lnTo>
                  <a:lnTo>
                    <a:pt x="219246" y="8049"/>
                  </a:lnTo>
                  <a:lnTo>
                    <a:pt x="218944" y="7699"/>
                  </a:lnTo>
                  <a:lnTo>
                    <a:pt x="218454" y="7132"/>
                  </a:lnTo>
                  <a:lnTo>
                    <a:pt x="218308" y="6952"/>
                  </a:lnTo>
                  <a:lnTo>
                    <a:pt x="218161" y="6772"/>
                  </a:lnTo>
                  <a:lnTo>
                    <a:pt x="218013" y="6593"/>
                  </a:lnTo>
                  <a:lnTo>
                    <a:pt x="217865" y="6414"/>
                  </a:lnTo>
                  <a:lnTo>
                    <a:pt x="217717" y="6235"/>
                  </a:lnTo>
                  <a:lnTo>
                    <a:pt x="217567" y="6057"/>
                  </a:lnTo>
                  <a:lnTo>
                    <a:pt x="217418" y="5880"/>
                  </a:lnTo>
                  <a:lnTo>
                    <a:pt x="217267" y="5703"/>
                  </a:lnTo>
                  <a:lnTo>
                    <a:pt x="217116" y="5527"/>
                  </a:lnTo>
                  <a:lnTo>
                    <a:pt x="216964" y="5351"/>
                  </a:lnTo>
                  <a:lnTo>
                    <a:pt x="216812" y="5175"/>
                  </a:lnTo>
                  <a:lnTo>
                    <a:pt x="216659" y="5000"/>
                  </a:lnTo>
                  <a:lnTo>
                    <a:pt x="216506" y="4826"/>
                  </a:lnTo>
                  <a:lnTo>
                    <a:pt x="216332" y="4630"/>
                  </a:lnTo>
                  <a:lnTo>
                    <a:pt x="216198" y="4479"/>
                  </a:lnTo>
                  <a:lnTo>
                    <a:pt x="216043" y="4306"/>
                  </a:lnTo>
                  <a:lnTo>
                    <a:pt x="215887" y="4133"/>
                  </a:lnTo>
                  <a:lnTo>
                    <a:pt x="215731" y="3962"/>
                  </a:lnTo>
                  <a:lnTo>
                    <a:pt x="215258" y="3449"/>
                  </a:lnTo>
                  <a:lnTo>
                    <a:pt x="215100" y="3280"/>
                  </a:lnTo>
                  <a:lnTo>
                    <a:pt x="214941" y="3111"/>
                  </a:lnTo>
                  <a:lnTo>
                    <a:pt x="214621" y="2774"/>
                  </a:lnTo>
                  <a:lnTo>
                    <a:pt x="214460" y="2606"/>
                  </a:lnTo>
                  <a:lnTo>
                    <a:pt x="214299" y="2439"/>
                  </a:lnTo>
                  <a:lnTo>
                    <a:pt x="214137" y="2272"/>
                  </a:lnTo>
                  <a:lnTo>
                    <a:pt x="213975" y="2107"/>
                  </a:lnTo>
                  <a:lnTo>
                    <a:pt x="213812" y="1941"/>
                  </a:lnTo>
                  <a:lnTo>
                    <a:pt x="213648" y="1776"/>
                  </a:lnTo>
                  <a:lnTo>
                    <a:pt x="213484" y="1612"/>
                  </a:lnTo>
                  <a:lnTo>
                    <a:pt x="213320" y="1448"/>
                  </a:lnTo>
                  <a:lnTo>
                    <a:pt x="213154" y="1285"/>
                  </a:lnTo>
                  <a:lnTo>
                    <a:pt x="212989" y="1122"/>
                  </a:lnTo>
                  <a:lnTo>
                    <a:pt x="212823" y="960"/>
                  </a:lnTo>
                  <a:lnTo>
                    <a:pt x="212656" y="799"/>
                  </a:lnTo>
                  <a:lnTo>
                    <a:pt x="212489" y="638"/>
                  </a:lnTo>
                  <a:lnTo>
                    <a:pt x="212321" y="477"/>
                  </a:lnTo>
                  <a:lnTo>
                    <a:pt x="212152" y="318"/>
                  </a:lnTo>
                  <a:lnTo>
                    <a:pt x="211983" y="158"/>
                  </a:lnTo>
                  <a:lnTo>
                    <a:pt x="211814" y="0"/>
                  </a:lnTo>
                  <a:lnTo>
                    <a:pt x="210639" y="1393"/>
                  </a:lnTo>
                  <a:lnTo>
                    <a:pt x="210126" y="1968"/>
                  </a:lnTo>
                  <a:lnTo>
                    <a:pt x="206102" y="6504"/>
                  </a:lnTo>
                  <a:lnTo>
                    <a:pt x="202488" y="10575"/>
                  </a:lnTo>
                  <a:lnTo>
                    <a:pt x="201668" y="11471"/>
                  </a:lnTo>
                  <a:lnTo>
                    <a:pt x="197595" y="14286"/>
                  </a:lnTo>
                  <a:lnTo>
                    <a:pt x="190776" y="18998"/>
                  </a:lnTo>
                  <a:lnTo>
                    <a:pt x="188700" y="20433"/>
                  </a:lnTo>
                  <a:lnTo>
                    <a:pt x="187115" y="21528"/>
                  </a:lnTo>
                  <a:lnTo>
                    <a:pt x="183157" y="24262"/>
                  </a:lnTo>
                  <a:lnTo>
                    <a:pt x="181305" y="25544"/>
                  </a:lnTo>
                  <a:lnTo>
                    <a:pt x="178344" y="27595"/>
                  </a:lnTo>
                  <a:lnTo>
                    <a:pt x="176527" y="28854"/>
                  </a:lnTo>
                  <a:lnTo>
                    <a:pt x="171754" y="32152"/>
                  </a:lnTo>
                  <a:lnTo>
                    <a:pt x="167333" y="35223"/>
                  </a:lnTo>
                  <a:lnTo>
                    <a:pt x="159317" y="40719"/>
                  </a:lnTo>
                  <a:lnTo>
                    <a:pt x="158081" y="41608"/>
                  </a:lnTo>
                  <a:lnTo>
                    <a:pt x="154615" y="43914"/>
                  </a:lnTo>
                  <a:lnTo>
                    <a:pt x="153484" y="44782"/>
                  </a:lnTo>
                  <a:lnTo>
                    <a:pt x="150321" y="46887"/>
                  </a:lnTo>
                  <a:lnTo>
                    <a:pt x="148231" y="48395"/>
                  </a:lnTo>
                  <a:lnTo>
                    <a:pt x="144998" y="50549"/>
                  </a:lnTo>
                  <a:lnTo>
                    <a:pt x="144084" y="51246"/>
                  </a:lnTo>
                  <a:lnTo>
                    <a:pt x="142120" y="52481"/>
                  </a:lnTo>
                  <a:lnTo>
                    <a:pt x="140708" y="53568"/>
                  </a:lnTo>
                  <a:lnTo>
                    <a:pt x="138654" y="54980"/>
                  </a:lnTo>
                  <a:lnTo>
                    <a:pt x="135169" y="57310"/>
                  </a:lnTo>
                  <a:lnTo>
                    <a:pt x="134444" y="57925"/>
                  </a:lnTo>
                  <a:lnTo>
                    <a:pt x="129348" y="61319"/>
                  </a:lnTo>
                  <a:lnTo>
                    <a:pt x="128534" y="62044"/>
                  </a:lnTo>
                  <a:lnTo>
                    <a:pt x="125958" y="63811"/>
                  </a:lnTo>
                  <a:lnTo>
                    <a:pt x="113994" y="72017"/>
                  </a:lnTo>
                  <a:lnTo>
                    <a:pt x="111628" y="73580"/>
                  </a:lnTo>
                  <a:lnTo>
                    <a:pt x="110558" y="74375"/>
                  </a:lnTo>
                  <a:lnTo>
                    <a:pt x="106795" y="76858"/>
                  </a:lnTo>
                  <a:lnTo>
                    <a:pt x="103195" y="79461"/>
                  </a:lnTo>
                  <a:lnTo>
                    <a:pt x="99025" y="82280"/>
                  </a:lnTo>
                  <a:lnTo>
                    <a:pt x="97801" y="83245"/>
                  </a:lnTo>
                  <a:lnTo>
                    <a:pt x="94266" y="85645"/>
                  </a:lnTo>
                  <a:lnTo>
                    <a:pt x="90743" y="88086"/>
                  </a:lnTo>
                  <a:lnTo>
                    <a:pt x="83062" y="93401"/>
                  </a:lnTo>
                  <a:lnTo>
                    <a:pt x="81340" y="94593"/>
                  </a:lnTo>
                  <a:lnTo>
                    <a:pt x="74155" y="99568"/>
                  </a:lnTo>
                  <a:lnTo>
                    <a:pt x="68135" y="98378"/>
                  </a:lnTo>
                  <a:lnTo>
                    <a:pt x="68179" y="98151"/>
                  </a:lnTo>
                  <a:lnTo>
                    <a:pt x="65637" y="97651"/>
                  </a:lnTo>
                  <a:lnTo>
                    <a:pt x="65480" y="97856"/>
                  </a:lnTo>
                  <a:lnTo>
                    <a:pt x="65387" y="98334"/>
                  </a:lnTo>
                  <a:lnTo>
                    <a:pt x="62675" y="97795"/>
                  </a:lnTo>
                  <a:lnTo>
                    <a:pt x="62719" y="97572"/>
                  </a:lnTo>
                  <a:lnTo>
                    <a:pt x="60813" y="97195"/>
                  </a:lnTo>
                  <a:lnTo>
                    <a:pt x="55264" y="95667"/>
                  </a:lnTo>
                  <a:lnTo>
                    <a:pt x="53936" y="95466"/>
                  </a:lnTo>
                  <a:lnTo>
                    <a:pt x="50195" y="94711"/>
                  </a:lnTo>
                  <a:lnTo>
                    <a:pt x="50244" y="94467"/>
                  </a:lnTo>
                  <a:lnTo>
                    <a:pt x="49265" y="94269"/>
                  </a:lnTo>
                  <a:lnTo>
                    <a:pt x="49215" y="94512"/>
                  </a:lnTo>
                  <a:lnTo>
                    <a:pt x="46882" y="93965"/>
                  </a:lnTo>
                  <a:lnTo>
                    <a:pt x="45405" y="93674"/>
                  </a:lnTo>
                  <a:lnTo>
                    <a:pt x="41995" y="93067"/>
                  </a:lnTo>
                  <a:lnTo>
                    <a:pt x="32023" y="91096"/>
                  </a:lnTo>
                  <a:lnTo>
                    <a:pt x="28623" y="90378"/>
                  </a:lnTo>
                  <a:lnTo>
                    <a:pt x="28304" y="90235"/>
                  </a:lnTo>
                  <a:lnTo>
                    <a:pt x="27487" y="90135"/>
                  </a:lnTo>
                  <a:lnTo>
                    <a:pt x="27161" y="90148"/>
                  </a:lnTo>
                  <a:lnTo>
                    <a:pt x="23516" y="89429"/>
                  </a:lnTo>
                  <a:lnTo>
                    <a:pt x="23553" y="89247"/>
                  </a:lnTo>
                  <a:lnTo>
                    <a:pt x="22777" y="89088"/>
                  </a:lnTo>
                  <a:lnTo>
                    <a:pt x="22741" y="89275"/>
                  </a:lnTo>
                  <a:lnTo>
                    <a:pt x="19348" y="88611"/>
                  </a:lnTo>
                  <a:lnTo>
                    <a:pt x="19386" y="88424"/>
                  </a:lnTo>
                  <a:lnTo>
                    <a:pt x="18616" y="88269"/>
                  </a:lnTo>
                  <a:lnTo>
                    <a:pt x="18525" y="88443"/>
                  </a:lnTo>
                  <a:lnTo>
                    <a:pt x="18269" y="90251"/>
                  </a:lnTo>
                  <a:lnTo>
                    <a:pt x="17751" y="93406"/>
                  </a:lnTo>
                  <a:lnTo>
                    <a:pt x="17507" y="95175"/>
                  </a:lnTo>
                  <a:lnTo>
                    <a:pt x="16629" y="100568"/>
                  </a:lnTo>
                  <a:lnTo>
                    <a:pt x="16409" y="102019"/>
                  </a:lnTo>
                  <a:lnTo>
                    <a:pt x="15926" y="105463"/>
                  </a:lnTo>
                  <a:lnTo>
                    <a:pt x="15473" y="108407"/>
                  </a:lnTo>
                  <a:lnTo>
                    <a:pt x="15338" y="108386"/>
                  </a:lnTo>
                  <a:lnTo>
                    <a:pt x="15204" y="109264"/>
                  </a:lnTo>
                  <a:lnTo>
                    <a:pt x="15338" y="109285"/>
                  </a:lnTo>
                  <a:lnTo>
                    <a:pt x="14883" y="112244"/>
                  </a:lnTo>
                  <a:lnTo>
                    <a:pt x="14034" y="117674"/>
                  </a:lnTo>
                  <a:lnTo>
                    <a:pt x="13829" y="119062"/>
                  </a:lnTo>
                  <a:lnTo>
                    <a:pt x="13156" y="123194"/>
                  </a:lnTo>
                  <a:lnTo>
                    <a:pt x="12995" y="124563"/>
                  </a:lnTo>
                  <a:lnTo>
                    <a:pt x="12363" y="128668"/>
                  </a:lnTo>
                  <a:lnTo>
                    <a:pt x="12010" y="130574"/>
                  </a:lnTo>
                  <a:lnTo>
                    <a:pt x="11995" y="131224"/>
                  </a:lnTo>
                  <a:lnTo>
                    <a:pt x="11689" y="133155"/>
                  </a:lnTo>
                  <a:lnTo>
                    <a:pt x="11515" y="134295"/>
                  </a:lnTo>
                  <a:lnTo>
                    <a:pt x="11426" y="135022"/>
                  </a:lnTo>
                  <a:lnTo>
                    <a:pt x="11202" y="136115"/>
                  </a:lnTo>
                  <a:lnTo>
                    <a:pt x="10895" y="137350"/>
                  </a:lnTo>
                  <a:lnTo>
                    <a:pt x="10754" y="138280"/>
                  </a:lnTo>
                  <a:lnTo>
                    <a:pt x="10727" y="138457"/>
                  </a:lnTo>
                  <a:lnTo>
                    <a:pt x="10697" y="138658"/>
                  </a:lnTo>
                  <a:lnTo>
                    <a:pt x="10906" y="138696"/>
                  </a:lnTo>
                  <a:lnTo>
                    <a:pt x="10636" y="140262"/>
                  </a:lnTo>
                  <a:lnTo>
                    <a:pt x="10007" y="143908"/>
                  </a:lnTo>
                  <a:lnTo>
                    <a:pt x="9834" y="144914"/>
                  </a:lnTo>
                  <a:lnTo>
                    <a:pt x="6117" y="169207"/>
                  </a:lnTo>
                  <a:lnTo>
                    <a:pt x="5966" y="170170"/>
                  </a:lnTo>
                  <a:lnTo>
                    <a:pt x="5725" y="171706"/>
                  </a:lnTo>
                  <a:lnTo>
                    <a:pt x="5563" y="172758"/>
                  </a:lnTo>
                  <a:lnTo>
                    <a:pt x="4824" y="177970"/>
                  </a:lnTo>
                  <a:lnTo>
                    <a:pt x="4623" y="179329"/>
                  </a:lnTo>
                  <a:lnTo>
                    <a:pt x="3978" y="183490"/>
                  </a:lnTo>
                  <a:lnTo>
                    <a:pt x="3285" y="187985"/>
                  </a:lnTo>
                  <a:lnTo>
                    <a:pt x="2447" y="193407"/>
                  </a:lnTo>
                  <a:lnTo>
                    <a:pt x="2259" y="197923"/>
                  </a:lnTo>
                  <a:lnTo>
                    <a:pt x="2219" y="198891"/>
                  </a:lnTo>
                  <a:lnTo>
                    <a:pt x="1390" y="203143"/>
                  </a:lnTo>
                  <a:lnTo>
                    <a:pt x="257" y="208955"/>
                  </a:lnTo>
                  <a:lnTo>
                    <a:pt x="43" y="210051"/>
                  </a:lnTo>
                  <a:lnTo>
                    <a:pt x="0" y="210272"/>
                  </a:lnTo>
                  <a:lnTo>
                    <a:pt x="492" y="213051"/>
                  </a:lnTo>
                  <a:lnTo>
                    <a:pt x="808" y="214835"/>
                  </a:lnTo>
                  <a:lnTo>
                    <a:pt x="1182" y="216093"/>
                  </a:lnTo>
                  <a:lnTo>
                    <a:pt x="1762" y="219173"/>
                  </a:lnTo>
                  <a:lnTo>
                    <a:pt x="2562" y="222361"/>
                  </a:lnTo>
                  <a:lnTo>
                    <a:pt x="3140" y="225438"/>
                  </a:lnTo>
                  <a:lnTo>
                    <a:pt x="3401" y="226623"/>
                  </a:lnTo>
                  <a:lnTo>
                    <a:pt x="4118" y="233384"/>
                  </a:lnTo>
                  <a:lnTo>
                    <a:pt x="4184" y="233717"/>
                  </a:lnTo>
                  <a:lnTo>
                    <a:pt x="4219" y="233883"/>
                  </a:lnTo>
                  <a:lnTo>
                    <a:pt x="4253" y="234049"/>
                  </a:lnTo>
                  <a:lnTo>
                    <a:pt x="4289" y="234214"/>
                  </a:lnTo>
                  <a:lnTo>
                    <a:pt x="4326" y="234380"/>
                  </a:lnTo>
                  <a:lnTo>
                    <a:pt x="4363" y="234545"/>
                  </a:lnTo>
                  <a:lnTo>
                    <a:pt x="4479" y="235040"/>
                  </a:lnTo>
                  <a:lnTo>
                    <a:pt x="4519" y="235205"/>
                  </a:lnTo>
                  <a:lnTo>
                    <a:pt x="4559" y="235370"/>
                  </a:lnTo>
                  <a:lnTo>
                    <a:pt x="4643" y="235698"/>
                  </a:lnTo>
                  <a:lnTo>
                    <a:pt x="4686" y="235862"/>
                  </a:lnTo>
                  <a:lnTo>
                    <a:pt x="4730" y="236028"/>
                  </a:lnTo>
                  <a:lnTo>
                    <a:pt x="4775" y="236194"/>
                  </a:lnTo>
                  <a:lnTo>
                    <a:pt x="4821" y="236359"/>
                  </a:lnTo>
                  <a:lnTo>
                    <a:pt x="4868" y="236525"/>
                  </a:lnTo>
                  <a:lnTo>
                    <a:pt x="4915" y="236690"/>
                  </a:lnTo>
                  <a:lnTo>
                    <a:pt x="4963" y="236855"/>
                  </a:lnTo>
                  <a:lnTo>
                    <a:pt x="5012" y="237019"/>
                  </a:lnTo>
                  <a:lnTo>
                    <a:pt x="5061" y="237184"/>
                  </a:lnTo>
                  <a:lnTo>
                    <a:pt x="5111" y="237348"/>
                  </a:lnTo>
                  <a:lnTo>
                    <a:pt x="5162" y="237512"/>
                  </a:lnTo>
                  <a:lnTo>
                    <a:pt x="5214" y="237675"/>
                  </a:lnTo>
                  <a:lnTo>
                    <a:pt x="5266" y="237839"/>
                  </a:lnTo>
                  <a:lnTo>
                    <a:pt x="5319" y="238002"/>
                  </a:lnTo>
                  <a:lnTo>
                    <a:pt x="5373" y="238165"/>
                  </a:lnTo>
                  <a:lnTo>
                    <a:pt x="5428" y="238328"/>
                  </a:lnTo>
                  <a:lnTo>
                    <a:pt x="5483" y="238490"/>
                  </a:lnTo>
                  <a:lnTo>
                    <a:pt x="5539" y="238653"/>
                  </a:lnTo>
                  <a:lnTo>
                    <a:pt x="5653" y="238976"/>
                  </a:lnTo>
                  <a:lnTo>
                    <a:pt x="5711" y="239138"/>
                  </a:lnTo>
                  <a:lnTo>
                    <a:pt x="5830" y="239460"/>
                  </a:lnTo>
                  <a:lnTo>
                    <a:pt x="5951" y="239781"/>
                  </a:lnTo>
                  <a:lnTo>
                    <a:pt x="6013" y="239941"/>
                  </a:lnTo>
                  <a:lnTo>
                    <a:pt x="6076" y="240101"/>
                  </a:lnTo>
                  <a:lnTo>
                    <a:pt x="6139" y="240261"/>
                  </a:lnTo>
                  <a:lnTo>
                    <a:pt x="6203" y="240420"/>
                  </a:lnTo>
                  <a:lnTo>
                    <a:pt x="6268" y="240579"/>
                  </a:lnTo>
                  <a:lnTo>
                    <a:pt x="6333" y="240738"/>
                  </a:lnTo>
                  <a:lnTo>
                    <a:pt x="6399" y="240896"/>
                  </a:lnTo>
                  <a:lnTo>
                    <a:pt x="6466" y="241055"/>
                  </a:lnTo>
                  <a:lnTo>
                    <a:pt x="6533" y="241212"/>
                  </a:lnTo>
                  <a:lnTo>
                    <a:pt x="6601" y="241370"/>
                  </a:lnTo>
                  <a:lnTo>
                    <a:pt x="6670" y="241527"/>
                  </a:lnTo>
                  <a:lnTo>
                    <a:pt x="6740" y="241684"/>
                  </a:lnTo>
                  <a:lnTo>
                    <a:pt x="6810" y="241840"/>
                  </a:lnTo>
                  <a:lnTo>
                    <a:pt x="7436" y="243157"/>
                  </a:lnTo>
                  <a:lnTo>
                    <a:pt x="7670" y="243488"/>
                  </a:lnTo>
                  <a:lnTo>
                    <a:pt x="9644" y="246261"/>
                  </a:lnTo>
                  <a:lnTo>
                    <a:pt x="10564" y="247300"/>
                  </a:lnTo>
                  <a:lnTo>
                    <a:pt x="13246" y="250331"/>
                  </a:lnTo>
                  <a:lnTo>
                    <a:pt x="14836" y="252127"/>
                  </a:lnTo>
                  <a:lnTo>
                    <a:pt x="15901" y="253330"/>
                  </a:lnTo>
                  <a:lnTo>
                    <a:pt x="15754" y="253458"/>
                  </a:lnTo>
                  <a:lnTo>
                    <a:pt x="15940" y="253743"/>
                  </a:lnTo>
                  <a:lnTo>
                    <a:pt x="16583" y="254397"/>
                  </a:lnTo>
                  <a:lnTo>
                    <a:pt x="16805" y="254649"/>
                  </a:lnTo>
                  <a:lnTo>
                    <a:pt x="16952" y="254519"/>
                  </a:lnTo>
                  <a:lnTo>
                    <a:pt x="19029" y="256937"/>
                  </a:lnTo>
                  <a:lnTo>
                    <a:pt x="19597" y="257507"/>
                  </a:lnTo>
                  <a:lnTo>
                    <a:pt x="21694" y="259878"/>
                  </a:lnTo>
                  <a:lnTo>
                    <a:pt x="21511" y="260041"/>
                  </a:lnTo>
                  <a:lnTo>
                    <a:pt x="23984" y="262837"/>
                  </a:lnTo>
                  <a:lnTo>
                    <a:pt x="24169" y="262672"/>
                  </a:lnTo>
                  <a:lnTo>
                    <a:pt x="26227" y="265070"/>
                  </a:lnTo>
                  <a:lnTo>
                    <a:pt x="26797" y="265640"/>
                  </a:lnTo>
                  <a:lnTo>
                    <a:pt x="28890" y="268012"/>
                  </a:lnTo>
                  <a:lnTo>
                    <a:pt x="28726" y="268157"/>
                  </a:lnTo>
                  <a:lnTo>
                    <a:pt x="28907" y="268434"/>
                  </a:lnTo>
                  <a:lnTo>
                    <a:pt x="29591" y="269133"/>
                  </a:lnTo>
                  <a:lnTo>
                    <a:pt x="29816" y="269383"/>
                  </a:lnTo>
                  <a:lnTo>
                    <a:pt x="29974" y="269238"/>
                  </a:lnTo>
                  <a:lnTo>
                    <a:pt x="30620" y="269966"/>
                  </a:lnTo>
                  <a:lnTo>
                    <a:pt x="30734" y="270096"/>
                  </a:lnTo>
                  <a:lnTo>
                    <a:pt x="30864" y="270244"/>
                  </a:lnTo>
                  <a:lnTo>
                    <a:pt x="31024" y="270424"/>
                  </a:lnTo>
                  <a:lnTo>
                    <a:pt x="35330" y="275517"/>
                  </a:lnTo>
                  <a:lnTo>
                    <a:pt x="37382" y="277836"/>
                  </a:lnTo>
                  <a:lnTo>
                    <a:pt x="37511" y="277752"/>
                  </a:lnTo>
                  <a:lnTo>
                    <a:pt x="39538" y="280072"/>
                  </a:lnTo>
                  <a:lnTo>
                    <a:pt x="42836" y="283796"/>
                  </a:lnTo>
                  <a:lnTo>
                    <a:pt x="44010" y="285115"/>
                  </a:lnTo>
                  <a:lnTo>
                    <a:pt x="58988" y="301980"/>
                  </a:lnTo>
                  <a:lnTo>
                    <a:pt x="72018" y="316648"/>
                  </a:lnTo>
                  <a:lnTo>
                    <a:pt x="85264" y="331487"/>
                  </a:lnTo>
                  <a:lnTo>
                    <a:pt x="86165" y="332497"/>
                  </a:lnTo>
                  <a:lnTo>
                    <a:pt x="87239" y="333704"/>
                  </a:lnTo>
                  <a:lnTo>
                    <a:pt x="88196" y="334779"/>
                  </a:lnTo>
                  <a:lnTo>
                    <a:pt x="89849" y="336625"/>
                  </a:lnTo>
                  <a:lnTo>
                    <a:pt x="90373" y="337133"/>
                  </a:lnTo>
                  <a:lnTo>
                    <a:pt x="92451" y="339532"/>
                  </a:lnTo>
                  <a:lnTo>
                    <a:pt x="92838" y="339964"/>
                  </a:lnTo>
                  <a:lnTo>
                    <a:pt x="96995" y="343139"/>
                  </a:lnTo>
                  <a:lnTo>
                    <a:pt x="100524" y="345892"/>
                  </a:lnTo>
                  <a:lnTo>
                    <a:pt x="104035" y="348658"/>
                  </a:lnTo>
                  <a:lnTo>
                    <a:pt x="108222" y="351822"/>
                  </a:lnTo>
                  <a:lnTo>
                    <a:pt x="111419" y="354374"/>
                  </a:lnTo>
                  <a:lnTo>
                    <a:pt x="112591" y="355150"/>
                  </a:lnTo>
                  <a:lnTo>
                    <a:pt x="115519" y="357417"/>
                  </a:lnTo>
                  <a:lnTo>
                    <a:pt x="119392" y="360415"/>
                  </a:lnTo>
                  <a:lnTo>
                    <a:pt x="124147" y="364195"/>
                  </a:lnTo>
                  <a:lnTo>
                    <a:pt x="125107" y="364937"/>
                  </a:lnTo>
                  <a:lnTo>
                    <a:pt x="125643" y="368277"/>
                  </a:lnTo>
                  <a:lnTo>
                    <a:pt x="126131" y="368647"/>
                  </a:lnTo>
                  <a:lnTo>
                    <a:pt x="131191" y="372480"/>
                  </a:lnTo>
                  <a:lnTo>
                    <a:pt x="131348" y="372597"/>
                  </a:lnTo>
                  <a:lnTo>
                    <a:pt x="131504" y="372714"/>
                  </a:lnTo>
                  <a:lnTo>
                    <a:pt x="131660" y="372831"/>
                  </a:lnTo>
                  <a:lnTo>
                    <a:pt x="131815" y="372950"/>
                  </a:lnTo>
                  <a:lnTo>
                    <a:pt x="131970" y="373068"/>
                  </a:lnTo>
                  <a:lnTo>
                    <a:pt x="132125" y="373188"/>
                  </a:lnTo>
                  <a:lnTo>
                    <a:pt x="132279" y="373308"/>
                  </a:lnTo>
                  <a:lnTo>
                    <a:pt x="132432" y="373429"/>
                  </a:lnTo>
                  <a:lnTo>
                    <a:pt x="132585" y="373550"/>
                  </a:lnTo>
                  <a:lnTo>
                    <a:pt x="132737" y="373672"/>
                  </a:lnTo>
                  <a:lnTo>
                    <a:pt x="132889" y="373795"/>
                  </a:lnTo>
                  <a:lnTo>
                    <a:pt x="133041" y="373918"/>
                  </a:lnTo>
                  <a:lnTo>
                    <a:pt x="133192" y="374042"/>
                  </a:lnTo>
                  <a:lnTo>
                    <a:pt x="133343" y="374166"/>
                  </a:lnTo>
                  <a:lnTo>
                    <a:pt x="133493" y="374291"/>
                  </a:lnTo>
                  <a:lnTo>
                    <a:pt x="133642" y="374416"/>
                  </a:lnTo>
                  <a:lnTo>
                    <a:pt x="133791" y="374543"/>
                  </a:lnTo>
                  <a:lnTo>
                    <a:pt x="133940" y="374669"/>
                  </a:lnTo>
                  <a:lnTo>
                    <a:pt x="134383" y="375053"/>
                  </a:lnTo>
                  <a:lnTo>
                    <a:pt x="134529" y="375182"/>
                  </a:lnTo>
                  <a:lnTo>
                    <a:pt x="134675" y="375312"/>
                  </a:lnTo>
                  <a:lnTo>
                    <a:pt x="134821" y="375442"/>
                  </a:lnTo>
                  <a:lnTo>
                    <a:pt x="134966" y="375573"/>
                  </a:lnTo>
                  <a:lnTo>
                    <a:pt x="135110" y="375704"/>
                  </a:lnTo>
                  <a:lnTo>
                    <a:pt x="135254" y="375836"/>
                  </a:lnTo>
                  <a:lnTo>
                    <a:pt x="135541" y="376102"/>
                  </a:lnTo>
                  <a:lnTo>
                    <a:pt x="135683" y="376235"/>
                  </a:lnTo>
                  <a:lnTo>
                    <a:pt x="135825" y="376370"/>
                  </a:lnTo>
                  <a:lnTo>
                    <a:pt x="135967" y="376504"/>
                  </a:lnTo>
                  <a:lnTo>
                    <a:pt x="136107" y="376640"/>
                  </a:lnTo>
                  <a:lnTo>
                    <a:pt x="136248" y="376776"/>
                  </a:lnTo>
                  <a:lnTo>
                    <a:pt x="136387" y="376912"/>
                  </a:lnTo>
                  <a:lnTo>
                    <a:pt x="136527" y="377049"/>
                  </a:lnTo>
                  <a:lnTo>
                    <a:pt x="136665" y="377187"/>
                  </a:lnTo>
                  <a:lnTo>
                    <a:pt x="136803" y="377325"/>
                  </a:lnTo>
                  <a:lnTo>
                    <a:pt x="136941" y="377463"/>
                  </a:lnTo>
                  <a:lnTo>
                    <a:pt x="137078" y="377603"/>
                  </a:lnTo>
                  <a:lnTo>
                    <a:pt x="137215" y="377742"/>
                  </a:lnTo>
                  <a:lnTo>
                    <a:pt x="137350" y="377883"/>
                  </a:lnTo>
                  <a:lnTo>
                    <a:pt x="137486" y="378024"/>
                  </a:lnTo>
                  <a:lnTo>
                    <a:pt x="137621" y="378165"/>
                  </a:lnTo>
                  <a:lnTo>
                    <a:pt x="137755" y="378307"/>
                  </a:lnTo>
                  <a:lnTo>
                    <a:pt x="138022" y="378592"/>
                  </a:lnTo>
                  <a:lnTo>
                    <a:pt x="138154" y="378736"/>
                  </a:lnTo>
                  <a:lnTo>
                    <a:pt x="138286" y="378880"/>
                  </a:lnTo>
                  <a:lnTo>
                    <a:pt x="138418" y="379024"/>
                  </a:lnTo>
                  <a:lnTo>
                    <a:pt x="138549" y="379169"/>
                  </a:lnTo>
                  <a:lnTo>
                    <a:pt x="138679" y="379315"/>
                  </a:lnTo>
                  <a:lnTo>
                    <a:pt x="138938" y="379608"/>
                  </a:lnTo>
                  <a:lnTo>
                    <a:pt x="139066" y="379755"/>
                  </a:lnTo>
                  <a:lnTo>
                    <a:pt x="139194" y="379902"/>
                  </a:lnTo>
                  <a:lnTo>
                    <a:pt x="139449" y="380199"/>
                  </a:lnTo>
                  <a:lnTo>
                    <a:pt x="139700" y="380498"/>
                  </a:lnTo>
                  <a:lnTo>
                    <a:pt x="139826" y="380648"/>
                  </a:lnTo>
                  <a:lnTo>
                    <a:pt x="139950" y="380799"/>
                  </a:lnTo>
                  <a:lnTo>
                    <a:pt x="147563" y="389832"/>
                  </a:lnTo>
                  <a:lnTo>
                    <a:pt x="149685" y="392351"/>
                  </a:lnTo>
                  <a:lnTo>
                    <a:pt x="150150" y="392902"/>
                  </a:lnTo>
                  <a:lnTo>
                    <a:pt x="151812" y="397431"/>
                  </a:lnTo>
                  <a:lnTo>
                    <a:pt x="152081" y="399324"/>
                  </a:lnTo>
                  <a:lnTo>
                    <a:pt x="152167" y="399934"/>
                  </a:lnTo>
                  <a:lnTo>
                    <a:pt x="152640" y="403270"/>
                  </a:lnTo>
                  <a:lnTo>
                    <a:pt x="154868" y="401449"/>
                  </a:lnTo>
                  <a:lnTo>
                    <a:pt x="155431" y="400990"/>
                  </a:lnTo>
                  <a:lnTo>
                    <a:pt x="155699" y="400770"/>
                  </a:lnTo>
                  <a:lnTo>
                    <a:pt x="156034" y="400503"/>
                  </a:lnTo>
                  <a:lnTo>
                    <a:pt x="157350" y="399450"/>
                  </a:lnTo>
                  <a:lnTo>
                    <a:pt x="158183" y="398750"/>
                  </a:lnTo>
                  <a:lnTo>
                    <a:pt x="158484" y="398504"/>
                  </a:lnTo>
                  <a:lnTo>
                    <a:pt x="160335" y="396946"/>
                  </a:lnTo>
                  <a:lnTo>
                    <a:pt x="160962" y="396430"/>
                  </a:lnTo>
                  <a:lnTo>
                    <a:pt x="167589" y="390371"/>
                  </a:lnTo>
                  <a:lnTo>
                    <a:pt x="174408" y="384831"/>
                  </a:lnTo>
                  <a:lnTo>
                    <a:pt x="176024" y="383625"/>
                  </a:lnTo>
                  <a:lnTo>
                    <a:pt x="177714" y="382525"/>
                  </a:lnTo>
                  <a:lnTo>
                    <a:pt x="179419" y="381562"/>
                  </a:lnTo>
                  <a:lnTo>
                    <a:pt x="181181" y="380707"/>
                  </a:lnTo>
                  <a:lnTo>
                    <a:pt x="182993" y="379964"/>
                  </a:lnTo>
                  <a:lnTo>
                    <a:pt x="184847" y="379336"/>
                  </a:lnTo>
                  <a:lnTo>
                    <a:pt x="186736" y="378824"/>
                  </a:lnTo>
                  <a:lnTo>
                    <a:pt x="188631" y="378435"/>
                  </a:lnTo>
                  <a:lnTo>
                    <a:pt x="190546" y="378164"/>
                  </a:lnTo>
                  <a:lnTo>
                    <a:pt x="196171" y="377886"/>
                  </a:lnTo>
                  <a:lnTo>
                    <a:pt x="197834" y="378050"/>
                  </a:lnTo>
                  <a:lnTo>
                    <a:pt x="199479" y="378345"/>
                  </a:lnTo>
                  <a:lnTo>
                    <a:pt x="201095" y="378772"/>
                  </a:lnTo>
                  <a:lnTo>
                    <a:pt x="204288" y="379769"/>
                  </a:lnTo>
                  <a:lnTo>
                    <a:pt x="207445" y="380878"/>
                  </a:lnTo>
                  <a:lnTo>
                    <a:pt x="210560" y="382098"/>
                  </a:lnTo>
                  <a:lnTo>
                    <a:pt x="214496" y="383676"/>
                  </a:lnTo>
                  <a:lnTo>
                    <a:pt x="222307" y="386773"/>
                  </a:lnTo>
                  <a:lnTo>
                    <a:pt x="229695" y="389640"/>
                  </a:lnTo>
                  <a:lnTo>
                    <a:pt x="237121" y="392404"/>
                  </a:lnTo>
                  <a:lnTo>
                    <a:pt x="244585" y="395064"/>
                  </a:lnTo>
                  <a:lnTo>
                    <a:pt x="252085" y="397620"/>
                  </a:lnTo>
                  <a:lnTo>
                    <a:pt x="254122" y="398294"/>
                  </a:lnTo>
                  <a:lnTo>
                    <a:pt x="258642" y="399781"/>
                  </a:lnTo>
                  <a:lnTo>
                    <a:pt x="262452" y="401034"/>
                  </a:lnTo>
                  <a:lnTo>
                    <a:pt x="265231" y="401006"/>
                  </a:lnTo>
                  <a:lnTo>
                    <a:pt x="265776" y="400965"/>
                  </a:lnTo>
                  <a:lnTo>
                    <a:pt x="268780" y="399827"/>
                  </a:lnTo>
                  <a:lnTo>
                    <a:pt x="283524" y="394241"/>
                  </a:lnTo>
                  <a:lnTo>
                    <a:pt x="303409" y="386716"/>
                  </a:lnTo>
                  <a:lnTo>
                    <a:pt x="303898" y="386533"/>
                  </a:lnTo>
                  <a:lnTo>
                    <a:pt x="307833" y="380778"/>
                  </a:lnTo>
                  <a:lnTo>
                    <a:pt x="331605" y="346005"/>
                  </a:lnTo>
                  <a:lnTo>
                    <a:pt x="332622" y="344249"/>
                  </a:lnTo>
                  <a:lnTo>
                    <a:pt x="334596" y="340837"/>
                  </a:lnTo>
                  <a:lnTo>
                    <a:pt x="336368" y="337927"/>
                  </a:lnTo>
                  <a:lnTo>
                    <a:pt x="337375" y="336647"/>
                  </a:lnTo>
                  <a:lnTo>
                    <a:pt x="338340" y="335623"/>
                  </a:lnTo>
                  <a:lnTo>
                    <a:pt x="341397" y="331915"/>
                  </a:lnTo>
                  <a:lnTo>
                    <a:pt x="358265" y="310560"/>
                  </a:lnTo>
                  <a:lnTo>
                    <a:pt x="358443" y="310333"/>
                  </a:lnTo>
                  <a:lnTo>
                    <a:pt x="358621" y="310105"/>
                  </a:lnTo>
                  <a:lnTo>
                    <a:pt x="358794" y="309882"/>
                  </a:lnTo>
                  <a:lnTo>
                    <a:pt x="358967" y="309658"/>
                  </a:lnTo>
                  <a:lnTo>
                    <a:pt x="359116" y="309463"/>
                  </a:lnTo>
                  <a:lnTo>
                    <a:pt x="359265" y="309267"/>
                  </a:lnTo>
                  <a:lnTo>
                    <a:pt x="359414" y="309070"/>
                  </a:lnTo>
                  <a:lnTo>
                    <a:pt x="359562" y="308873"/>
                  </a:lnTo>
                  <a:lnTo>
                    <a:pt x="359709" y="308676"/>
                  </a:lnTo>
                  <a:lnTo>
                    <a:pt x="359856" y="308478"/>
                  </a:lnTo>
                  <a:lnTo>
                    <a:pt x="360002" y="308279"/>
                  </a:lnTo>
                  <a:lnTo>
                    <a:pt x="360147" y="308081"/>
                  </a:lnTo>
                  <a:lnTo>
                    <a:pt x="360292" y="307881"/>
                  </a:lnTo>
                  <a:lnTo>
                    <a:pt x="360436" y="307682"/>
                  </a:lnTo>
                  <a:lnTo>
                    <a:pt x="360580" y="307481"/>
                  </a:lnTo>
                  <a:lnTo>
                    <a:pt x="360723" y="307281"/>
                  </a:lnTo>
                  <a:lnTo>
                    <a:pt x="360865" y="307080"/>
                  </a:lnTo>
                  <a:lnTo>
                    <a:pt x="361007" y="306878"/>
                  </a:lnTo>
                  <a:lnTo>
                    <a:pt x="361148" y="306677"/>
                  </a:lnTo>
                  <a:lnTo>
                    <a:pt x="361289" y="306474"/>
                  </a:lnTo>
                  <a:lnTo>
                    <a:pt x="361429" y="306271"/>
                  </a:lnTo>
                  <a:lnTo>
                    <a:pt x="361568" y="306068"/>
                  </a:lnTo>
                  <a:lnTo>
                    <a:pt x="361707" y="305865"/>
                  </a:lnTo>
                  <a:lnTo>
                    <a:pt x="361845" y="305661"/>
                  </a:lnTo>
                  <a:lnTo>
                    <a:pt x="361982" y="305456"/>
                  </a:lnTo>
                  <a:lnTo>
                    <a:pt x="362119" y="305251"/>
                  </a:lnTo>
                  <a:lnTo>
                    <a:pt x="362255" y="305046"/>
                  </a:lnTo>
                  <a:lnTo>
                    <a:pt x="362391" y="304840"/>
                  </a:lnTo>
                  <a:lnTo>
                    <a:pt x="362526" y="304634"/>
                  </a:lnTo>
                  <a:lnTo>
                    <a:pt x="362660" y="304428"/>
                  </a:lnTo>
                  <a:lnTo>
                    <a:pt x="362794" y="304221"/>
                  </a:lnTo>
                  <a:lnTo>
                    <a:pt x="362927" y="304013"/>
                  </a:lnTo>
                  <a:lnTo>
                    <a:pt x="363059" y="303806"/>
                  </a:lnTo>
                  <a:lnTo>
                    <a:pt x="363191" y="303598"/>
                  </a:lnTo>
                  <a:lnTo>
                    <a:pt x="363322" y="303389"/>
                  </a:lnTo>
                  <a:lnTo>
                    <a:pt x="363453" y="303180"/>
                  </a:lnTo>
                  <a:lnTo>
                    <a:pt x="363582" y="302971"/>
                  </a:lnTo>
                  <a:lnTo>
                    <a:pt x="363712" y="302761"/>
                  </a:lnTo>
                  <a:lnTo>
                    <a:pt x="363840" y="302551"/>
                  </a:lnTo>
                  <a:lnTo>
                    <a:pt x="363968" y="302340"/>
                  </a:lnTo>
                  <a:lnTo>
                    <a:pt x="364096" y="302129"/>
                  </a:lnTo>
                  <a:lnTo>
                    <a:pt x="364222" y="301918"/>
                  </a:lnTo>
                  <a:lnTo>
                    <a:pt x="364348" y="301706"/>
                  </a:lnTo>
                  <a:lnTo>
                    <a:pt x="364474" y="301494"/>
                  </a:lnTo>
                  <a:lnTo>
                    <a:pt x="364598" y="301282"/>
                  </a:lnTo>
                  <a:lnTo>
                    <a:pt x="364722" y="301069"/>
                  </a:lnTo>
                  <a:lnTo>
                    <a:pt x="364846" y="300855"/>
                  </a:lnTo>
                  <a:lnTo>
                    <a:pt x="364969" y="300642"/>
                  </a:lnTo>
                  <a:lnTo>
                    <a:pt x="365091" y="300428"/>
                  </a:lnTo>
                  <a:lnTo>
                    <a:pt x="365212" y="300213"/>
                  </a:lnTo>
                  <a:lnTo>
                    <a:pt x="365333" y="299998"/>
                  </a:lnTo>
                  <a:lnTo>
                    <a:pt x="365453" y="299783"/>
                  </a:lnTo>
                  <a:lnTo>
                    <a:pt x="365573" y="299568"/>
                  </a:lnTo>
                  <a:lnTo>
                    <a:pt x="365691" y="299352"/>
                  </a:lnTo>
                  <a:lnTo>
                    <a:pt x="365810" y="299136"/>
                  </a:lnTo>
                  <a:lnTo>
                    <a:pt x="365927" y="298919"/>
                  </a:lnTo>
                  <a:lnTo>
                    <a:pt x="366044" y="298702"/>
                  </a:lnTo>
                  <a:lnTo>
                    <a:pt x="366160" y="298485"/>
                  </a:lnTo>
                  <a:lnTo>
                    <a:pt x="366276" y="298267"/>
                  </a:lnTo>
                  <a:lnTo>
                    <a:pt x="366391" y="298049"/>
                  </a:lnTo>
                  <a:lnTo>
                    <a:pt x="366505" y="297831"/>
                  </a:lnTo>
                  <a:lnTo>
                    <a:pt x="366618" y="297612"/>
                  </a:lnTo>
                  <a:lnTo>
                    <a:pt x="366731" y="297393"/>
                  </a:lnTo>
                  <a:lnTo>
                    <a:pt x="366843" y="297174"/>
                  </a:lnTo>
                  <a:lnTo>
                    <a:pt x="366955" y="296954"/>
                  </a:lnTo>
                  <a:lnTo>
                    <a:pt x="367066" y="296734"/>
                  </a:lnTo>
                  <a:lnTo>
                    <a:pt x="367176" y="296513"/>
                  </a:lnTo>
                  <a:lnTo>
                    <a:pt x="367286" y="296293"/>
                  </a:lnTo>
                  <a:lnTo>
                    <a:pt x="367394" y="296072"/>
                  </a:lnTo>
                  <a:lnTo>
                    <a:pt x="367503" y="295850"/>
                  </a:lnTo>
                  <a:lnTo>
                    <a:pt x="377486" y="275338"/>
                  </a:lnTo>
                  <a:lnTo>
                    <a:pt x="377783" y="274787"/>
                  </a:lnTo>
                  <a:lnTo>
                    <a:pt x="377846" y="274657"/>
                  </a:lnTo>
                  <a:lnTo>
                    <a:pt x="378848" y="272585"/>
                  </a:lnTo>
                  <a:lnTo>
                    <a:pt x="379863" y="270422"/>
                  </a:lnTo>
                  <a:lnTo>
                    <a:pt x="382991" y="263945"/>
                  </a:lnTo>
                  <a:lnTo>
                    <a:pt x="383786" y="262296"/>
                  </a:lnTo>
                  <a:lnTo>
                    <a:pt x="387224" y="255197"/>
                  </a:lnTo>
                  <a:lnTo>
                    <a:pt x="387404" y="255057"/>
                  </a:lnTo>
                  <a:lnTo>
                    <a:pt x="387416" y="254820"/>
                  </a:lnTo>
                  <a:lnTo>
                    <a:pt x="389847" y="249973"/>
                  </a:lnTo>
                  <a:lnTo>
                    <a:pt x="389854" y="249734"/>
                  </a:lnTo>
                  <a:lnTo>
                    <a:pt x="396530" y="236032"/>
                  </a:lnTo>
                  <a:lnTo>
                    <a:pt x="396905" y="235260"/>
                  </a:lnTo>
                  <a:lnTo>
                    <a:pt x="405401" y="217755"/>
                  </a:lnTo>
                  <a:lnTo>
                    <a:pt x="405491" y="217579"/>
                  </a:lnTo>
                  <a:lnTo>
                    <a:pt x="407050" y="214335"/>
                  </a:lnTo>
                  <a:lnTo>
                    <a:pt x="407139" y="214154"/>
                  </a:lnTo>
                  <a:lnTo>
                    <a:pt x="411504" y="205411"/>
                  </a:lnTo>
                  <a:lnTo>
                    <a:pt x="412236" y="203922"/>
                  </a:lnTo>
                  <a:lnTo>
                    <a:pt x="412923" y="202377"/>
                  </a:lnTo>
                  <a:lnTo>
                    <a:pt x="413179" y="201729"/>
                  </a:lnTo>
                  <a:lnTo>
                    <a:pt x="413658" y="200443"/>
                  </a:lnTo>
                  <a:lnTo>
                    <a:pt x="413987" y="199500"/>
                  </a:lnTo>
                  <a:lnTo>
                    <a:pt x="414208" y="198833"/>
                  </a:lnTo>
                  <a:lnTo>
                    <a:pt x="414648" y="197310"/>
                  </a:lnTo>
                  <a:lnTo>
                    <a:pt x="415066" y="195593"/>
                  </a:lnTo>
                  <a:lnTo>
                    <a:pt x="415211" y="194903"/>
                  </a:lnTo>
                  <a:lnTo>
                    <a:pt x="415429" y="193668"/>
                  </a:lnTo>
                  <a:lnTo>
                    <a:pt x="415621" y="192448"/>
                  </a:lnTo>
                  <a:lnTo>
                    <a:pt x="415705" y="191477"/>
                  </a:lnTo>
                  <a:lnTo>
                    <a:pt x="416261" y="187137"/>
                  </a:lnTo>
                  <a:lnTo>
                    <a:pt x="416328" y="186756"/>
                  </a:lnTo>
                  <a:lnTo>
                    <a:pt x="417063" y="181422"/>
                  </a:lnTo>
                  <a:lnTo>
                    <a:pt x="419949" y="159114"/>
                  </a:lnTo>
                  <a:lnTo>
                    <a:pt x="420053" y="157865"/>
                  </a:lnTo>
                  <a:lnTo>
                    <a:pt x="419904" y="157847"/>
                  </a:lnTo>
                  <a:lnTo>
                    <a:pt x="420743" y="151801"/>
                  </a:lnTo>
                  <a:lnTo>
                    <a:pt x="414804" y="151014"/>
                  </a:lnTo>
                  <a:lnTo>
                    <a:pt x="406637" y="141754"/>
                  </a:lnTo>
                  <a:lnTo>
                    <a:pt x="397122" y="143182"/>
                  </a:lnTo>
                  <a:lnTo>
                    <a:pt x="396777" y="143237"/>
                  </a:lnTo>
                  <a:lnTo>
                    <a:pt x="396433" y="143290"/>
                  </a:lnTo>
                  <a:lnTo>
                    <a:pt x="396088" y="143342"/>
                  </a:lnTo>
                  <a:lnTo>
                    <a:pt x="395743" y="143394"/>
                  </a:lnTo>
                  <a:lnTo>
                    <a:pt x="395398" y="143445"/>
                  </a:lnTo>
                  <a:lnTo>
                    <a:pt x="395053" y="143495"/>
                  </a:lnTo>
                  <a:lnTo>
                    <a:pt x="394708" y="143544"/>
                  </a:lnTo>
                  <a:lnTo>
                    <a:pt x="394363" y="143593"/>
                  </a:lnTo>
                  <a:lnTo>
                    <a:pt x="394018" y="143640"/>
                  </a:lnTo>
                  <a:lnTo>
                    <a:pt x="393672" y="143687"/>
                  </a:lnTo>
                  <a:lnTo>
                    <a:pt x="393327" y="143734"/>
                  </a:lnTo>
                  <a:lnTo>
                    <a:pt x="392981" y="143779"/>
                  </a:lnTo>
                  <a:lnTo>
                    <a:pt x="392636" y="143823"/>
                  </a:lnTo>
                  <a:lnTo>
                    <a:pt x="392290" y="143867"/>
                  </a:lnTo>
                  <a:lnTo>
                    <a:pt x="391944" y="143910"/>
                  </a:lnTo>
                  <a:lnTo>
                    <a:pt x="391598" y="143952"/>
                  </a:lnTo>
                  <a:lnTo>
                    <a:pt x="391252" y="143994"/>
                  </a:lnTo>
                  <a:lnTo>
                    <a:pt x="390905" y="144034"/>
                  </a:lnTo>
                  <a:lnTo>
                    <a:pt x="390546" y="144076"/>
                  </a:lnTo>
                  <a:lnTo>
                    <a:pt x="390187" y="144116"/>
                  </a:lnTo>
                  <a:lnTo>
                    <a:pt x="389828" y="144155"/>
                  </a:lnTo>
                  <a:lnTo>
                    <a:pt x="389469" y="144194"/>
                  </a:lnTo>
                  <a:lnTo>
                    <a:pt x="389110" y="144232"/>
                  </a:lnTo>
                  <a:lnTo>
                    <a:pt x="388750" y="144269"/>
                  </a:lnTo>
                  <a:lnTo>
                    <a:pt x="388391" y="144305"/>
                  </a:lnTo>
                  <a:lnTo>
                    <a:pt x="388031" y="144340"/>
                  </a:lnTo>
                  <a:lnTo>
                    <a:pt x="387693" y="144373"/>
                  </a:lnTo>
                  <a:lnTo>
                    <a:pt x="387354" y="144404"/>
                  </a:lnTo>
                  <a:lnTo>
                    <a:pt x="387016" y="144435"/>
                  </a:lnTo>
                  <a:lnTo>
                    <a:pt x="386677" y="144465"/>
                  </a:lnTo>
                  <a:lnTo>
                    <a:pt x="386339" y="144494"/>
                  </a:lnTo>
                  <a:lnTo>
                    <a:pt x="386000" y="144523"/>
                  </a:lnTo>
                  <a:lnTo>
                    <a:pt x="385661" y="144551"/>
                  </a:lnTo>
                  <a:lnTo>
                    <a:pt x="385323" y="144578"/>
                  </a:lnTo>
                  <a:lnTo>
                    <a:pt x="384984" y="144604"/>
                  </a:lnTo>
                  <a:lnTo>
                    <a:pt x="384645" y="144630"/>
                  </a:lnTo>
                  <a:lnTo>
                    <a:pt x="384306" y="144655"/>
                  </a:lnTo>
                  <a:lnTo>
                    <a:pt x="383967" y="144679"/>
                  </a:lnTo>
                  <a:lnTo>
                    <a:pt x="383628" y="144702"/>
                  </a:lnTo>
                  <a:lnTo>
                    <a:pt x="383289" y="144724"/>
                  </a:lnTo>
                  <a:lnTo>
                    <a:pt x="382950" y="144746"/>
                  </a:lnTo>
                  <a:lnTo>
                    <a:pt x="382610" y="144767"/>
                  </a:lnTo>
                  <a:lnTo>
                    <a:pt x="382271" y="144787"/>
                  </a:lnTo>
                  <a:lnTo>
                    <a:pt x="381932" y="144807"/>
                  </a:lnTo>
                  <a:lnTo>
                    <a:pt x="381593" y="144826"/>
                  </a:lnTo>
                  <a:lnTo>
                    <a:pt x="381253" y="144844"/>
                  </a:lnTo>
                  <a:lnTo>
                    <a:pt x="380914" y="144861"/>
                  </a:lnTo>
                  <a:lnTo>
                    <a:pt x="380574" y="144877"/>
                  </a:lnTo>
                  <a:lnTo>
                    <a:pt x="380235" y="144893"/>
                  </a:lnTo>
                  <a:lnTo>
                    <a:pt x="379895" y="144908"/>
                  </a:lnTo>
                  <a:lnTo>
                    <a:pt x="379556" y="144922"/>
                  </a:lnTo>
                  <a:lnTo>
                    <a:pt x="379216" y="144935"/>
                  </a:lnTo>
                  <a:lnTo>
                    <a:pt x="378877" y="144948"/>
                  </a:lnTo>
                  <a:lnTo>
                    <a:pt x="378537" y="144960"/>
                  </a:lnTo>
                  <a:lnTo>
                    <a:pt x="378197" y="144971"/>
                  </a:lnTo>
                  <a:lnTo>
                    <a:pt x="377858" y="144981"/>
                  </a:lnTo>
                  <a:lnTo>
                    <a:pt x="377518" y="144991"/>
                  </a:lnTo>
                  <a:lnTo>
                    <a:pt x="377178" y="145000"/>
                  </a:lnTo>
                  <a:lnTo>
                    <a:pt x="376838" y="145008"/>
                  </a:lnTo>
                  <a:lnTo>
                    <a:pt x="376499" y="145015"/>
                  </a:lnTo>
                  <a:lnTo>
                    <a:pt x="376159" y="145022"/>
                  </a:lnTo>
                  <a:lnTo>
                    <a:pt x="375819" y="145028"/>
                  </a:lnTo>
                  <a:lnTo>
                    <a:pt x="375479" y="145033"/>
                  </a:lnTo>
                  <a:lnTo>
                    <a:pt x="375139" y="145037"/>
                  </a:lnTo>
                  <a:lnTo>
                    <a:pt x="374800" y="145041"/>
                  </a:lnTo>
                  <a:lnTo>
                    <a:pt x="374460" y="145043"/>
                  </a:lnTo>
                  <a:lnTo>
                    <a:pt x="374120" y="145045"/>
                  </a:lnTo>
                  <a:lnTo>
                    <a:pt x="373780" y="145047"/>
                  </a:lnTo>
                  <a:lnTo>
                    <a:pt x="373440" y="145047"/>
                  </a:lnTo>
                  <a:lnTo>
                    <a:pt x="373100" y="145047"/>
                  </a:lnTo>
                  <a:lnTo>
                    <a:pt x="372760" y="145046"/>
                  </a:lnTo>
                  <a:lnTo>
                    <a:pt x="372421" y="145044"/>
                  </a:lnTo>
                  <a:lnTo>
                    <a:pt x="372081" y="145042"/>
                  </a:lnTo>
                  <a:lnTo>
                    <a:pt x="371741" y="145038"/>
                  </a:lnTo>
                  <a:lnTo>
                    <a:pt x="371401" y="145034"/>
                  </a:lnTo>
                  <a:lnTo>
                    <a:pt x="371061" y="145029"/>
                  </a:lnTo>
                  <a:lnTo>
                    <a:pt x="370721" y="145024"/>
                  </a:lnTo>
                  <a:lnTo>
                    <a:pt x="370382" y="145017"/>
                  </a:lnTo>
                  <a:lnTo>
                    <a:pt x="370042" y="145010"/>
                  </a:lnTo>
                  <a:lnTo>
                    <a:pt x="369702" y="145002"/>
                  </a:lnTo>
                  <a:lnTo>
                    <a:pt x="369362" y="144994"/>
                  </a:lnTo>
                  <a:lnTo>
                    <a:pt x="369023" y="144984"/>
                  </a:lnTo>
                  <a:lnTo>
                    <a:pt x="368683" y="144974"/>
                  </a:lnTo>
                  <a:lnTo>
                    <a:pt x="368343" y="144963"/>
                  </a:lnTo>
                  <a:lnTo>
                    <a:pt x="368004" y="144952"/>
                  </a:lnTo>
                  <a:lnTo>
                    <a:pt x="367664" y="144939"/>
                  </a:lnTo>
                  <a:lnTo>
                    <a:pt x="367324" y="144926"/>
                  </a:lnTo>
                  <a:lnTo>
                    <a:pt x="366985" y="144912"/>
                  </a:lnTo>
                  <a:lnTo>
                    <a:pt x="366645" y="144897"/>
                  </a:lnTo>
                  <a:lnTo>
                    <a:pt x="366306" y="144882"/>
                  </a:lnTo>
                  <a:lnTo>
                    <a:pt x="365966" y="144866"/>
                  </a:lnTo>
                  <a:lnTo>
                    <a:pt x="365627" y="144849"/>
                  </a:lnTo>
                  <a:lnTo>
                    <a:pt x="365288" y="144831"/>
                  </a:lnTo>
                  <a:lnTo>
                    <a:pt x="364948" y="144812"/>
                  </a:lnTo>
                  <a:lnTo>
                    <a:pt x="364609" y="144793"/>
                  </a:lnTo>
                  <a:lnTo>
                    <a:pt x="364270" y="144773"/>
                  </a:lnTo>
                  <a:lnTo>
                    <a:pt x="363930" y="144752"/>
                  </a:lnTo>
                  <a:lnTo>
                    <a:pt x="363591" y="144731"/>
                  </a:lnTo>
                  <a:lnTo>
                    <a:pt x="363252" y="144708"/>
                  </a:lnTo>
                  <a:lnTo>
                    <a:pt x="362913" y="144685"/>
                  </a:lnTo>
                  <a:lnTo>
                    <a:pt x="362574" y="144662"/>
                  </a:lnTo>
                  <a:lnTo>
                    <a:pt x="362235" y="144637"/>
                  </a:lnTo>
                  <a:lnTo>
                    <a:pt x="361896" y="144612"/>
                  </a:lnTo>
                  <a:lnTo>
                    <a:pt x="361557" y="144586"/>
                  </a:lnTo>
                  <a:lnTo>
                    <a:pt x="361218" y="144559"/>
                  </a:lnTo>
                  <a:lnTo>
                    <a:pt x="360880" y="144531"/>
                  </a:lnTo>
                  <a:lnTo>
                    <a:pt x="360541" y="144503"/>
                  </a:lnTo>
                  <a:lnTo>
                    <a:pt x="360202" y="144474"/>
                  </a:lnTo>
                  <a:lnTo>
                    <a:pt x="359864" y="144444"/>
                  </a:lnTo>
                  <a:lnTo>
                    <a:pt x="359525" y="144413"/>
                  </a:lnTo>
                  <a:lnTo>
                    <a:pt x="359187" y="144382"/>
                  </a:lnTo>
                  <a:lnTo>
                    <a:pt x="358849" y="144350"/>
                  </a:lnTo>
                  <a:lnTo>
                    <a:pt x="358510" y="144317"/>
                  </a:lnTo>
                  <a:lnTo>
                    <a:pt x="358172" y="144283"/>
                  </a:lnTo>
                  <a:lnTo>
                    <a:pt x="357834" y="144249"/>
                  </a:lnTo>
                  <a:lnTo>
                    <a:pt x="357496" y="144213"/>
                  </a:lnTo>
                  <a:lnTo>
                    <a:pt x="357158" y="144178"/>
                  </a:lnTo>
                  <a:lnTo>
                    <a:pt x="356820" y="144141"/>
                  </a:lnTo>
                  <a:lnTo>
                    <a:pt x="356482" y="144103"/>
                  </a:lnTo>
                  <a:lnTo>
                    <a:pt x="356145" y="144065"/>
                  </a:lnTo>
                  <a:lnTo>
                    <a:pt x="355807" y="144026"/>
                  </a:lnTo>
                  <a:lnTo>
                    <a:pt x="355470" y="143987"/>
                  </a:lnTo>
                  <a:lnTo>
                    <a:pt x="355132" y="143946"/>
                  </a:lnTo>
                  <a:lnTo>
                    <a:pt x="354795" y="143905"/>
                  </a:lnTo>
                  <a:lnTo>
                    <a:pt x="354458" y="143863"/>
                  </a:lnTo>
                  <a:lnTo>
                    <a:pt x="354120" y="143820"/>
                  </a:lnTo>
                  <a:lnTo>
                    <a:pt x="353783" y="143777"/>
                  </a:lnTo>
                  <a:lnTo>
                    <a:pt x="353446" y="143732"/>
                  </a:lnTo>
                  <a:lnTo>
                    <a:pt x="353109" y="143687"/>
                  </a:lnTo>
                  <a:lnTo>
                    <a:pt x="352717" y="143634"/>
                  </a:lnTo>
                  <a:lnTo>
                    <a:pt x="352436" y="143595"/>
                  </a:lnTo>
                  <a:lnTo>
                    <a:pt x="352099" y="143548"/>
                  </a:lnTo>
                  <a:lnTo>
                    <a:pt x="351763" y="143500"/>
                  </a:lnTo>
                  <a:lnTo>
                    <a:pt x="351427" y="143451"/>
                  </a:lnTo>
                  <a:lnTo>
                    <a:pt x="351090" y="143402"/>
                  </a:lnTo>
                  <a:lnTo>
                    <a:pt x="350754" y="143351"/>
                  </a:lnTo>
                  <a:lnTo>
                    <a:pt x="350418" y="143300"/>
                  </a:lnTo>
                  <a:lnTo>
                    <a:pt x="350082" y="143249"/>
                  </a:lnTo>
                  <a:lnTo>
                    <a:pt x="349746" y="143196"/>
                  </a:lnTo>
                  <a:lnTo>
                    <a:pt x="349411" y="143143"/>
                  </a:lnTo>
                  <a:lnTo>
                    <a:pt x="349075" y="143089"/>
                  </a:lnTo>
                  <a:lnTo>
                    <a:pt x="348740" y="143034"/>
                  </a:lnTo>
                  <a:lnTo>
                    <a:pt x="348404" y="142979"/>
                  </a:lnTo>
                  <a:lnTo>
                    <a:pt x="348069" y="142922"/>
                  </a:lnTo>
                  <a:lnTo>
                    <a:pt x="347734" y="142865"/>
                  </a:lnTo>
                  <a:lnTo>
                    <a:pt x="347399" y="142808"/>
                  </a:lnTo>
                  <a:lnTo>
                    <a:pt x="347064" y="142749"/>
                  </a:lnTo>
                  <a:lnTo>
                    <a:pt x="346730" y="142690"/>
                  </a:lnTo>
                  <a:lnTo>
                    <a:pt x="346395" y="142630"/>
                  </a:lnTo>
                  <a:lnTo>
                    <a:pt x="346061" y="142569"/>
                  </a:lnTo>
                  <a:lnTo>
                    <a:pt x="345727" y="142507"/>
                  </a:lnTo>
                  <a:lnTo>
                    <a:pt x="345392" y="142445"/>
                  </a:lnTo>
                  <a:lnTo>
                    <a:pt x="345058" y="142382"/>
                  </a:lnTo>
                  <a:lnTo>
                    <a:pt x="344725" y="142318"/>
                  </a:lnTo>
                  <a:lnTo>
                    <a:pt x="344391" y="142254"/>
                  </a:lnTo>
                  <a:lnTo>
                    <a:pt x="344057" y="142189"/>
                  </a:lnTo>
                  <a:lnTo>
                    <a:pt x="343724" y="142123"/>
                  </a:lnTo>
                  <a:lnTo>
                    <a:pt x="343391" y="142056"/>
                  </a:lnTo>
                  <a:lnTo>
                    <a:pt x="343057" y="141989"/>
                  </a:lnTo>
                  <a:lnTo>
                    <a:pt x="342725" y="141920"/>
                  </a:lnTo>
                  <a:lnTo>
                    <a:pt x="342392" y="141851"/>
                  </a:lnTo>
                  <a:lnTo>
                    <a:pt x="342059" y="141782"/>
                  </a:lnTo>
                  <a:lnTo>
                    <a:pt x="341726" y="141711"/>
                  </a:lnTo>
                  <a:lnTo>
                    <a:pt x="341394" y="141640"/>
                  </a:lnTo>
                  <a:lnTo>
                    <a:pt x="341062" y="141568"/>
                  </a:lnTo>
                  <a:lnTo>
                    <a:pt x="340730" y="141495"/>
                  </a:lnTo>
                  <a:lnTo>
                    <a:pt x="340398" y="141422"/>
                  </a:lnTo>
                  <a:lnTo>
                    <a:pt x="340066" y="141348"/>
                  </a:lnTo>
                  <a:lnTo>
                    <a:pt x="339735" y="141273"/>
                  </a:lnTo>
                  <a:lnTo>
                    <a:pt x="339403" y="141197"/>
                  </a:lnTo>
                  <a:lnTo>
                    <a:pt x="339072" y="141121"/>
                  </a:lnTo>
                  <a:lnTo>
                    <a:pt x="338741" y="141044"/>
                  </a:lnTo>
                  <a:lnTo>
                    <a:pt x="338410" y="140966"/>
                  </a:lnTo>
                  <a:lnTo>
                    <a:pt x="338080" y="140887"/>
                  </a:lnTo>
                  <a:lnTo>
                    <a:pt x="337749" y="140808"/>
                  </a:lnTo>
                  <a:lnTo>
                    <a:pt x="337419" y="140728"/>
                  </a:lnTo>
                  <a:lnTo>
                    <a:pt x="337084" y="140646"/>
                  </a:lnTo>
                  <a:lnTo>
                    <a:pt x="336749" y="140563"/>
                  </a:lnTo>
                  <a:lnTo>
                    <a:pt x="336414" y="140480"/>
                  </a:lnTo>
                  <a:lnTo>
                    <a:pt x="336080" y="140395"/>
                  </a:lnTo>
                  <a:lnTo>
                    <a:pt x="335752" y="140312"/>
                  </a:lnTo>
                  <a:lnTo>
                    <a:pt x="335425" y="140228"/>
                  </a:lnTo>
                  <a:lnTo>
                    <a:pt x="335097" y="140143"/>
                  </a:lnTo>
                  <a:lnTo>
                    <a:pt x="334770" y="140057"/>
                  </a:lnTo>
                  <a:lnTo>
                    <a:pt x="334443" y="139971"/>
                  </a:lnTo>
                  <a:lnTo>
                    <a:pt x="334116" y="139884"/>
                  </a:lnTo>
                  <a:lnTo>
                    <a:pt x="333789" y="139796"/>
                  </a:lnTo>
                  <a:lnTo>
                    <a:pt x="333463" y="139708"/>
                  </a:lnTo>
                  <a:lnTo>
                    <a:pt x="333137" y="139618"/>
                  </a:lnTo>
                  <a:lnTo>
                    <a:pt x="332810" y="139528"/>
                  </a:lnTo>
                  <a:lnTo>
                    <a:pt x="332485" y="139438"/>
                  </a:lnTo>
                  <a:lnTo>
                    <a:pt x="332149" y="139343"/>
                  </a:lnTo>
                  <a:lnTo>
                    <a:pt x="331814" y="139248"/>
                  </a:lnTo>
                  <a:lnTo>
                    <a:pt x="331479" y="139153"/>
                  </a:lnTo>
                  <a:lnTo>
                    <a:pt x="331144" y="139056"/>
                  </a:lnTo>
                  <a:lnTo>
                    <a:pt x="330809" y="138959"/>
                  </a:lnTo>
                  <a:lnTo>
                    <a:pt x="330475" y="138861"/>
                  </a:lnTo>
                  <a:lnTo>
                    <a:pt x="330141" y="138762"/>
                  </a:lnTo>
                  <a:lnTo>
                    <a:pt x="329807" y="138663"/>
                  </a:lnTo>
                  <a:lnTo>
                    <a:pt x="329473" y="138562"/>
                  </a:lnTo>
                  <a:lnTo>
                    <a:pt x="329140" y="138461"/>
                  </a:lnTo>
                  <a:lnTo>
                    <a:pt x="328806" y="138359"/>
                  </a:lnTo>
                  <a:lnTo>
                    <a:pt x="328473" y="138257"/>
                  </a:lnTo>
                  <a:lnTo>
                    <a:pt x="328141" y="138153"/>
                  </a:lnTo>
                  <a:lnTo>
                    <a:pt x="327808" y="138049"/>
                  </a:lnTo>
                  <a:lnTo>
                    <a:pt x="327476" y="137944"/>
                  </a:lnTo>
                  <a:lnTo>
                    <a:pt x="327144" y="137839"/>
                  </a:lnTo>
                  <a:lnTo>
                    <a:pt x="326812" y="137732"/>
                  </a:lnTo>
                  <a:lnTo>
                    <a:pt x="326572" y="137659"/>
                  </a:lnTo>
                  <a:lnTo>
                    <a:pt x="326332" y="137585"/>
                  </a:lnTo>
                  <a:lnTo>
                    <a:pt x="326092" y="137511"/>
                  </a:lnTo>
                  <a:lnTo>
                    <a:pt x="325852" y="137435"/>
                  </a:lnTo>
                  <a:lnTo>
                    <a:pt x="325613" y="137359"/>
                  </a:lnTo>
                  <a:lnTo>
                    <a:pt x="325374" y="137282"/>
                  </a:lnTo>
                  <a:lnTo>
                    <a:pt x="325135" y="137205"/>
                  </a:lnTo>
                  <a:lnTo>
                    <a:pt x="324896" y="137126"/>
                  </a:lnTo>
                  <a:lnTo>
                    <a:pt x="324658" y="137048"/>
                  </a:lnTo>
                  <a:lnTo>
                    <a:pt x="324420" y="136968"/>
                  </a:lnTo>
                  <a:lnTo>
                    <a:pt x="324182" y="136888"/>
                  </a:lnTo>
                  <a:lnTo>
                    <a:pt x="323944" y="136806"/>
                  </a:lnTo>
                  <a:lnTo>
                    <a:pt x="323707" y="136725"/>
                  </a:lnTo>
                  <a:lnTo>
                    <a:pt x="323469" y="136642"/>
                  </a:lnTo>
                  <a:lnTo>
                    <a:pt x="323232" y="136559"/>
                  </a:lnTo>
                  <a:lnTo>
                    <a:pt x="322996" y="136475"/>
                  </a:lnTo>
                  <a:lnTo>
                    <a:pt x="322759" y="136391"/>
                  </a:lnTo>
                  <a:lnTo>
                    <a:pt x="322523" y="136305"/>
                  </a:lnTo>
                  <a:lnTo>
                    <a:pt x="322287" y="136219"/>
                  </a:lnTo>
                  <a:lnTo>
                    <a:pt x="322051" y="136133"/>
                  </a:lnTo>
                  <a:lnTo>
                    <a:pt x="321816" y="136045"/>
                  </a:lnTo>
                  <a:lnTo>
                    <a:pt x="321581" y="135957"/>
                  </a:lnTo>
                  <a:lnTo>
                    <a:pt x="321346" y="135868"/>
                  </a:lnTo>
                  <a:lnTo>
                    <a:pt x="321111" y="135779"/>
                  </a:lnTo>
                  <a:lnTo>
                    <a:pt x="320877" y="135689"/>
                  </a:lnTo>
                  <a:lnTo>
                    <a:pt x="320643" y="135598"/>
                  </a:lnTo>
                  <a:lnTo>
                    <a:pt x="320409" y="135506"/>
                  </a:lnTo>
                  <a:lnTo>
                    <a:pt x="320175" y="135414"/>
                  </a:lnTo>
                  <a:lnTo>
                    <a:pt x="319942" y="135321"/>
                  </a:lnTo>
                  <a:lnTo>
                    <a:pt x="319709" y="135227"/>
                  </a:lnTo>
                  <a:lnTo>
                    <a:pt x="319476" y="135133"/>
                  </a:lnTo>
                  <a:lnTo>
                    <a:pt x="319243" y="135038"/>
                  </a:lnTo>
                  <a:lnTo>
                    <a:pt x="319011" y="134942"/>
                  </a:lnTo>
                  <a:lnTo>
                    <a:pt x="318779" y="134845"/>
                  </a:lnTo>
                  <a:lnTo>
                    <a:pt x="318548" y="134748"/>
                  </a:lnTo>
                  <a:lnTo>
                    <a:pt x="318316" y="134650"/>
                  </a:lnTo>
                  <a:lnTo>
                    <a:pt x="318085" y="134552"/>
                  </a:lnTo>
                  <a:lnTo>
                    <a:pt x="317854" y="134453"/>
                  </a:lnTo>
                  <a:lnTo>
                    <a:pt x="317624" y="134353"/>
                  </a:lnTo>
                  <a:lnTo>
                    <a:pt x="317394" y="134252"/>
                  </a:lnTo>
                  <a:lnTo>
                    <a:pt x="317164" y="134151"/>
                  </a:lnTo>
                  <a:lnTo>
                    <a:pt x="316934" y="134049"/>
                  </a:lnTo>
                  <a:lnTo>
                    <a:pt x="316705" y="133946"/>
                  </a:lnTo>
                  <a:lnTo>
                    <a:pt x="316476" y="133843"/>
                  </a:lnTo>
                  <a:lnTo>
                    <a:pt x="316244" y="133737"/>
                  </a:lnTo>
                  <a:lnTo>
                    <a:pt x="316012" y="133631"/>
                  </a:lnTo>
                  <a:lnTo>
                    <a:pt x="315780" y="133524"/>
                  </a:lnTo>
                  <a:lnTo>
                    <a:pt x="315549" y="133416"/>
                  </a:lnTo>
                  <a:lnTo>
                    <a:pt x="315318" y="133308"/>
                  </a:lnTo>
                  <a:lnTo>
                    <a:pt x="315087" y="133199"/>
                  </a:lnTo>
                  <a:lnTo>
                    <a:pt x="314857" y="133089"/>
                  </a:lnTo>
                  <a:lnTo>
                    <a:pt x="314627" y="132978"/>
                  </a:lnTo>
                  <a:lnTo>
                    <a:pt x="314397" y="132867"/>
                  </a:lnTo>
                  <a:lnTo>
                    <a:pt x="314168" y="132755"/>
                  </a:lnTo>
                  <a:lnTo>
                    <a:pt x="313939" y="132643"/>
                  </a:lnTo>
                  <a:lnTo>
                    <a:pt x="313710" y="132529"/>
                  </a:lnTo>
                  <a:lnTo>
                    <a:pt x="313482" y="132415"/>
                  </a:lnTo>
                  <a:lnTo>
                    <a:pt x="313254" y="132301"/>
                  </a:lnTo>
                  <a:lnTo>
                    <a:pt x="313027" y="132185"/>
                  </a:lnTo>
                  <a:lnTo>
                    <a:pt x="312799" y="132069"/>
                  </a:lnTo>
                  <a:lnTo>
                    <a:pt x="312572" y="131952"/>
                  </a:lnTo>
                  <a:lnTo>
                    <a:pt x="312346" y="131835"/>
                  </a:lnTo>
                  <a:lnTo>
                    <a:pt x="312120" y="131717"/>
                  </a:lnTo>
                  <a:lnTo>
                    <a:pt x="311894" y="131598"/>
                  </a:lnTo>
                  <a:lnTo>
                    <a:pt x="311668" y="131478"/>
                  </a:lnTo>
                  <a:lnTo>
                    <a:pt x="311443" y="131358"/>
                  </a:lnTo>
                  <a:lnTo>
                    <a:pt x="311218" y="131237"/>
                  </a:lnTo>
                  <a:lnTo>
                    <a:pt x="310994" y="131116"/>
                  </a:lnTo>
                  <a:lnTo>
                    <a:pt x="310770" y="130994"/>
                  </a:lnTo>
                  <a:lnTo>
                    <a:pt x="310546" y="130871"/>
                  </a:lnTo>
                  <a:lnTo>
                    <a:pt x="310323" y="130747"/>
                  </a:lnTo>
                  <a:lnTo>
                    <a:pt x="310100" y="130623"/>
                  </a:lnTo>
                  <a:lnTo>
                    <a:pt x="309878" y="130498"/>
                  </a:lnTo>
                  <a:lnTo>
                    <a:pt x="309655" y="130373"/>
                  </a:lnTo>
                  <a:lnTo>
                    <a:pt x="309434" y="130246"/>
                  </a:lnTo>
                  <a:lnTo>
                    <a:pt x="309212" y="130119"/>
                  </a:lnTo>
                  <a:lnTo>
                    <a:pt x="308991" y="129992"/>
                  </a:lnTo>
                  <a:lnTo>
                    <a:pt x="308771" y="129863"/>
                  </a:lnTo>
                  <a:lnTo>
                    <a:pt x="308550" y="129735"/>
                  </a:lnTo>
                  <a:lnTo>
                    <a:pt x="308330" y="129605"/>
                  </a:lnTo>
                  <a:lnTo>
                    <a:pt x="308111" y="129475"/>
                  </a:lnTo>
                  <a:lnTo>
                    <a:pt x="307892" y="129344"/>
                  </a:lnTo>
                  <a:lnTo>
                    <a:pt x="307673" y="129212"/>
                  </a:lnTo>
                  <a:lnTo>
                    <a:pt x="307455" y="129080"/>
                  </a:lnTo>
                  <a:lnTo>
                    <a:pt x="307237" y="128947"/>
                  </a:lnTo>
                  <a:lnTo>
                    <a:pt x="307019" y="128813"/>
                  </a:lnTo>
                  <a:lnTo>
                    <a:pt x="306802" y="128679"/>
                  </a:lnTo>
                  <a:lnTo>
                    <a:pt x="306586" y="128544"/>
                  </a:lnTo>
                  <a:lnTo>
                    <a:pt x="306369" y="128409"/>
                  </a:lnTo>
                  <a:lnTo>
                    <a:pt x="306153" y="128273"/>
                  </a:lnTo>
                  <a:lnTo>
                    <a:pt x="305938" y="128136"/>
                  </a:lnTo>
                  <a:lnTo>
                    <a:pt x="305723" y="127998"/>
                  </a:lnTo>
                  <a:lnTo>
                    <a:pt x="305508" y="127860"/>
                  </a:lnTo>
                  <a:lnTo>
                    <a:pt x="305294" y="127721"/>
                  </a:lnTo>
                  <a:lnTo>
                    <a:pt x="305080" y="127582"/>
                  </a:lnTo>
                  <a:lnTo>
                    <a:pt x="304867" y="127442"/>
                  </a:lnTo>
                  <a:lnTo>
                    <a:pt x="304654" y="127301"/>
                  </a:lnTo>
                  <a:lnTo>
                    <a:pt x="304441" y="127160"/>
                  </a:lnTo>
                  <a:lnTo>
                    <a:pt x="304229" y="127018"/>
                  </a:lnTo>
                  <a:lnTo>
                    <a:pt x="304018" y="126875"/>
                  </a:lnTo>
                  <a:lnTo>
                    <a:pt x="303806" y="126732"/>
                  </a:lnTo>
                  <a:lnTo>
                    <a:pt x="303595" y="126588"/>
                  </a:lnTo>
                  <a:lnTo>
                    <a:pt x="303385" y="126443"/>
                  </a:lnTo>
                  <a:lnTo>
                    <a:pt x="303175" y="126298"/>
                  </a:lnTo>
                  <a:lnTo>
                    <a:pt x="302966" y="126152"/>
                  </a:lnTo>
                  <a:lnTo>
                    <a:pt x="302757" y="126006"/>
                  </a:lnTo>
                  <a:lnTo>
                    <a:pt x="302548" y="125859"/>
                  </a:lnTo>
                  <a:lnTo>
                    <a:pt x="302340" y="125711"/>
                  </a:lnTo>
                  <a:lnTo>
                    <a:pt x="302132" y="125563"/>
                  </a:lnTo>
                  <a:lnTo>
                    <a:pt x="301925" y="125414"/>
                  </a:lnTo>
                  <a:lnTo>
                    <a:pt x="301718" y="125264"/>
                  </a:lnTo>
                  <a:lnTo>
                    <a:pt x="301511" y="125114"/>
                  </a:lnTo>
                  <a:lnTo>
                    <a:pt x="301305" y="124963"/>
                  </a:lnTo>
                  <a:lnTo>
                    <a:pt x="301100" y="124811"/>
                  </a:lnTo>
                  <a:lnTo>
                    <a:pt x="300895" y="124659"/>
                  </a:lnTo>
                  <a:lnTo>
                    <a:pt x="300690" y="124507"/>
                  </a:lnTo>
                  <a:lnTo>
                    <a:pt x="300486" y="124353"/>
                  </a:lnTo>
                  <a:lnTo>
                    <a:pt x="300282" y="124199"/>
                  </a:lnTo>
                  <a:lnTo>
                    <a:pt x="300079" y="124045"/>
                  </a:lnTo>
                  <a:lnTo>
                    <a:pt x="299877" y="123890"/>
                  </a:lnTo>
                  <a:lnTo>
                    <a:pt x="299674" y="123734"/>
                  </a:lnTo>
                  <a:lnTo>
                    <a:pt x="299472" y="123577"/>
                  </a:lnTo>
                  <a:lnTo>
                    <a:pt x="299271" y="123420"/>
                  </a:lnTo>
                  <a:lnTo>
                    <a:pt x="299070" y="123263"/>
                  </a:lnTo>
                  <a:lnTo>
                    <a:pt x="298870" y="123104"/>
                  </a:lnTo>
                  <a:lnTo>
                    <a:pt x="298670" y="122946"/>
                  </a:lnTo>
                  <a:lnTo>
                    <a:pt x="298471" y="122786"/>
                  </a:lnTo>
                  <a:lnTo>
                    <a:pt x="298272" y="122626"/>
                  </a:lnTo>
                  <a:lnTo>
                    <a:pt x="298073" y="122465"/>
                  </a:lnTo>
                  <a:lnTo>
                    <a:pt x="297875" y="122304"/>
                  </a:lnTo>
                  <a:lnTo>
                    <a:pt x="297678" y="122142"/>
                  </a:lnTo>
                  <a:lnTo>
                    <a:pt x="297435" y="121942"/>
                  </a:lnTo>
                  <a:lnTo>
                    <a:pt x="297194" y="121741"/>
                  </a:lnTo>
                  <a:lnTo>
                    <a:pt x="297016" y="121592"/>
                  </a:lnTo>
                  <a:lnTo>
                    <a:pt x="296798" y="121409"/>
                  </a:lnTo>
                  <a:lnTo>
                    <a:pt x="296581" y="121225"/>
                  </a:lnTo>
                  <a:lnTo>
                    <a:pt x="296395" y="121066"/>
                  </a:lnTo>
                  <a:lnTo>
                    <a:pt x="296156" y="120861"/>
                  </a:lnTo>
                  <a:lnTo>
                    <a:pt x="295918" y="120655"/>
                  </a:lnTo>
                  <a:lnTo>
                    <a:pt x="295731" y="120492"/>
                  </a:lnTo>
                  <a:lnTo>
                    <a:pt x="295544" y="120328"/>
                  </a:lnTo>
                  <a:lnTo>
                    <a:pt x="295358" y="120164"/>
                  </a:lnTo>
                  <a:lnTo>
                    <a:pt x="295172" y="119999"/>
                  </a:lnTo>
                  <a:lnTo>
                    <a:pt x="294987" y="119834"/>
                  </a:lnTo>
                  <a:lnTo>
                    <a:pt x="294802" y="119668"/>
                  </a:lnTo>
                  <a:lnTo>
                    <a:pt x="294617" y="119502"/>
                  </a:lnTo>
                  <a:lnTo>
                    <a:pt x="294433" y="119335"/>
                  </a:lnTo>
                  <a:lnTo>
                    <a:pt x="294250" y="119167"/>
                  </a:lnTo>
                  <a:lnTo>
                    <a:pt x="294067" y="118999"/>
                  </a:lnTo>
                  <a:lnTo>
                    <a:pt x="293885" y="118830"/>
                  </a:lnTo>
                  <a:lnTo>
                    <a:pt x="293703" y="118661"/>
                  </a:lnTo>
                  <a:lnTo>
                    <a:pt x="293533" y="118510"/>
                  </a:lnTo>
                  <a:lnTo>
                    <a:pt x="293365" y="118359"/>
                  </a:lnTo>
                  <a:lnTo>
                    <a:pt x="293197" y="118206"/>
                  </a:lnTo>
                  <a:lnTo>
                    <a:pt x="293036" y="118060"/>
                  </a:lnTo>
                  <a:lnTo>
                    <a:pt x="292877" y="117914"/>
                  </a:lnTo>
                  <a:lnTo>
                    <a:pt x="292717" y="117766"/>
                  </a:lnTo>
                  <a:lnTo>
                    <a:pt x="292559" y="117619"/>
                  </a:lnTo>
                  <a:lnTo>
                    <a:pt x="292401" y="117470"/>
                  </a:lnTo>
                  <a:lnTo>
                    <a:pt x="292243" y="117322"/>
                  </a:lnTo>
                  <a:lnTo>
                    <a:pt x="292086" y="117172"/>
                  </a:lnTo>
                  <a:lnTo>
                    <a:pt x="291929" y="117022"/>
                  </a:lnTo>
                  <a:lnTo>
                    <a:pt x="291773" y="116872"/>
                  </a:lnTo>
                  <a:lnTo>
                    <a:pt x="291617" y="116721"/>
                  </a:lnTo>
                  <a:lnTo>
                    <a:pt x="291462" y="116569"/>
                  </a:lnTo>
                  <a:lnTo>
                    <a:pt x="291308" y="116417"/>
                  </a:lnTo>
                  <a:lnTo>
                    <a:pt x="291154" y="116264"/>
                  </a:lnTo>
                  <a:lnTo>
                    <a:pt x="291000" y="116111"/>
                  </a:lnTo>
                  <a:lnTo>
                    <a:pt x="290848" y="115957"/>
                  </a:lnTo>
                  <a:lnTo>
                    <a:pt x="290695" y="115803"/>
                  </a:lnTo>
                  <a:lnTo>
                    <a:pt x="290543" y="115648"/>
                  </a:lnTo>
                  <a:lnTo>
                    <a:pt x="290392" y="115493"/>
                  </a:lnTo>
                  <a:lnTo>
                    <a:pt x="290220" y="115314"/>
                  </a:lnTo>
                  <a:lnTo>
                    <a:pt x="290091" y="115180"/>
                  </a:lnTo>
                  <a:lnTo>
                    <a:pt x="289941" y="115023"/>
                  </a:lnTo>
                  <a:lnTo>
                    <a:pt x="289792" y="114866"/>
                  </a:lnTo>
                  <a:lnTo>
                    <a:pt x="289644" y="114708"/>
                  </a:lnTo>
                  <a:lnTo>
                    <a:pt x="289496" y="114549"/>
                  </a:lnTo>
                  <a:lnTo>
                    <a:pt x="289348" y="114390"/>
                  </a:lnTo>
                  <a:lnTo>
                    <a:pt x="289201" y="114231"/>
                  </a:lnTo>
                  <a:lnTo>
                    <a:pt x="289055" y="114071"/>
                  </a:lnTo>
                  <a:lnTo>
                    <a:pt x="288909" y="113910"/>
                  </a:lnTo>
                  <a:lnTo>
                    <a:pt x="288764" y="113749"/>
                  </a:lnTo>
                  <a:lnTo>
                    <a:pt x="288619" y="113588"/>
                  </a:lnTo>
                  <a:lnTo>
                    <a:pt x="288475" y="113425"/>
                  </a:lnTo>
                  <a:lnTo>
                    <a:pt x="288332" y="113263"/>
                  </a:lnTo>
                  <a:lnTo>
                    <a:pt x="288189" y="113100"/>
                  </a:lnTo>
                  <a:lnTo>
                    <a:pt x="288046" y="112936"/>
                  </a:lnTo>
                  <a:lnTo>
                    <a:pt x="287904" y="112772"/>
                  </a:lnTo>
                  <a:lnTo>
                    <a:pt x="287763" y="112607"/>
                  </a:lnTo>
                  <a:lnTo>
                    <a:pt x="287622" y="112442"/>
                  </a:lnTo>
                  <a:lnTo>
                    <a:pt x="287482" y="112277"/>
                  </a:lnTo>
                  <a:lnTo>
                    <a:pt x="287343" y="112111"/>
                  </a:lnTo>
                  <a:lnTo>
                    <a:pt x="287204" y="111944"/>
                  </a:lnTo>
                  <a:lnTo>
                    <a:pt x="287066" y="111777"/>
                  </a:lnTo>
                  <a:lnTo>
                    <a:pt x="286928" y="111610"/>
                  </a:lnTo>
                  <a:lnTo>
                    <a:pt x="286791" y="111442"/>
                  </a:lnTo>
                  <a:lnTo>
                    <a:pt x="286657" y="111277"/>
                  </a:lnTo>
                  <a:lnTo>
                    <a:pt x="286525" y="111113"/>
                  </a:lnTo>
                  <a:lnTo>
                    <a:pt x="286393" y="110947"/>
                  </a:lnTo>
                  <a:lnTo>
                    <a:pt x="286261" y="110782"/>
                  </a:lnTo>
                  <a:lnTo>
                    <a:pt x="286130" y="110616"/>
                  </a:lnTo>
                  <a:lnTo>
                    <a:pt x="286000" y="110449"/>
                  </a:lnTo>
                  <a:lnTo>
                    <a:pt x="285870" y="110282"/>
                  </a:lnTo>
                  <a:lnTo>
                    <a:pt x="285741" y="110115"/>
                  </a:lnTo>
                  <a:lnTo>
                    <a:pt x="285612" y="109947"/>
                  </a:lnTo>
                  <a:lnTo>
                    <a:pt x="285484" y="109779"/>
                  </a:lnTo>
                  <a:lnTo>
                    <a:pt x="285357" y="109610"/>
                  </a:lnTo>
                  <a:lnTo>
                    <a:pt x="285226" y="109436"/>
                  </a:lnTo>
                  <a:lnTo>
                    <a:pt x="285096" y="109261"/>
                  </a:lnTo>
                  <a:lnTo>
                    <a:pt x="284966" y="109086"/>
                  </a:lnTo>
                  <a:lnTo>
                    <a:pt x="284837" y="108910"/>
                  </a:lnTo>
                  <a:lnTo>
                    <a:pt x="284709" y="108734"/>
                  </a:lnTo>
                  <a:lnTo>
                    <a:pt x="284581" y="108558"/>
                  </a:lnTo>
                  <a:lnTo>
                    <a:pt x="284454" y="108381"/>
                  </a:lnTo>
                  <a:lnTo>
                    <a:pt x="284328" y="108203"/>
                  </a:lnTo>
                  <a:lnTo>
                    <a:pt x="284202" y="108026"/>
                  </a:lnTo>
                  <a:lnTo>
                    <a:pt x="284077" y="107847"/>
                  </a:lnTo>
                  <a:lnTo>
                    <a:pt x="283952" y="107669"/>
                  </a:lnTo>
                  <a:lnTo>
                    <a:pt x="283828" y="107489"/>
                  </a:lnTo>
                  <a:lnTo>
                    <a:pt x="283705" y="107310"/>
                  </a:lnTo>
                  <a:lnTo>
                    <a:pt x="283582" y="107130"/>
                  </a:lnTo>
                  <a:lnTo>
                    <a:pt x="283460" y="106949"/>
                  </a:lnTo>
                  <a:lnTo>
                    <a:pt x="283338" y="106768"/>
                  </a:lnTo>
                  <a:lnTo>
                    <a:pt x="283218" y="106587"/>
                  </a:lnTo>
                  <a:lnTo>
                    <a:pt x="283097" y="106405"/>
                  </a:lnTo>
                  <a:lnTo>
                    <a:pt x="282978" y="106223"/>
                  </a:lnTo>
                  <a:lnTo>
                    <a:pt x="282859" y="106040"/>
                  </a:lnTo>
                  <a:lnTo>
                    <a:pt x="282741" y="105857"/>
                  </a:lnTo>
                  <a:lnTo>
                    <a:pt x="282623" y="105674"/>
                  </a:lnTo>
                  <a:lnTo>
                    <a:pt x="282506" y="105490"/>
                  </a:lnTo>
                  <a:lnTo>
                    <a:pt x="282390" y="105306"/>
                  </a:lnTo>
                  <a:lnTo>
                    <a:pt x="282274" y="105121"/>
                  </a:lnTo>
                  <a:lnTo>
                    <a:pt x="282159" y="104936"/>
                  </a:lnTo>
                  <a:lnTo>
                    <a:pt x="282044" y="104751"/>
                  </a:lnTo>
                  <a:lnTo>
                    <a:pt x="281931" y="104565"/>
                  </a:lnTo>
                  <a:lnTo>
                    <a:pt x="281818" y="104378"/>
                  </a:lnTo>
                  <a:lnTo>
                    <a:pt x="281705" y="104192"/>
                  </a:lnTo>
                  <a:lnTo>
                    <a:pt x="281593" y="104005"/>
                  </a:lnTo>
                  <a:lnTo>
                    <a:pt x="281482" y="103817"/>
                  </a:lnTo>
                  <a:lnTo>
                    <a:pt x="281372" y="103629"/>
                  </a:lnTo>
                  <a:lnTo>
                    <a:pt x="281262" y="103441"/>
                  </a:lnTo>
                  <a:lnTo>
                    <a:pt x="281153" y="103252"/>
                  </a:lnTo>
                  <a:lnTo>
                    <a:pt x="281044" y="103063"/>
                  </a:lnTo>
                  <a:lnTo>
                    <a:pt x="280936" y="102874"/>
                  </a:lnTo>
                  <a:lnTo>
                    <a:pt x="280829" y="102684"/>
                  </a:lnTo>
                  <a:lnTo>
                    <a:pt x="280723" y="102494"/>
                  </a:lnTo>
                  <a:lnTo>
                    <a:pt x="280617" y="102304"/>
                  </a:lnTo>
                  <a:lnTo>
                    <a:pt x="280512" y="102113"/>
                  </a:lnTo>
                  <a:lnTo>
                    <a:pt x="280407" y="101921"/>
                  </a:lnTo>
                  <a:lnTo>
                    <a:pt x="280303" y="101730"/>
                  </a:lnTo>
                  <a:lnTo>
                    <a:pt x="280200" y="101538"/>
                  </a:lnTo>
                  <a:lnTo>
                    <a:pt x="280098" y="101345"/>
                  </a:lnTo>
                  <a:lnTo>
                    <a:pt x="279996" y="101153"/>
                  </a:lnTo>
                  <a:lnTo>
                    <a:pt x="279895" y="100960"/>
                  </a:lnTo>
                  <a:lnTo>
                    <a:pt x="279794" y="100766"/>
                  </a:lnTo>
                  <a:lnTo>
                    <a:pt x="279694" y="100572"/>
                  </a:lnTo>
                  <a:lnTo>
                    <a:pt x="279595" y="100378"/>
                  </a:lnTo>
                  <a:lnTo>
                    <a:pt x="279497" y="100184"/>
                  </a:lnTo>
                  <a:lnTo>
                    <a:pt x="279399" y="99989"/>
                  </a:lnTo>
                  <a:lnTo>
                    <a:pt x="279302" y="99794"/>
                  </a:lnTo>
                  <a:lnTo>
                    <a:pt x="279205" y="99598"/>
                  </a:lnTo>
                  <a:lnTo>
                    <a:pt x="279110" y="99403"/>
                  </a:lnTo>
                  <a:lnTo>
                    <a:pt x="279015" y="99206"/>
                  </a:lnTo>
                  <a:lnTo>
                    <a:pt x="278920" y="99010"/>
                  </a:lnTo>
                  <a:lnTo>
                    <a:pt x="278827" y="98813"/>
                  </a:lnTo>
                  <a:lnTo>
                    <a:pt x="278734" y="98616"/>
                  </a:lnTo>
                  <a:lnTo>
                    <a:pt x="278642" y="98418"/>
                  </a:lnTo>
                  <a:lnTo>
                    <a:pt x="278550" y="98220"/>
                  </a:lnTo>
                  <a:lnTo>
                    <a:pt x="278459" y="98022"/>
                  </a:lnTo>
                  <a:lnTo>
                    <a:pt x="278369" y="97824"/>
                  </a:lnTo>
                  <a:lnTo>
                    <a:pt x="278279" y="97625"/>
                  </a:lnTo>
                  <a:lnTo>
                    <a:pt x="278191" y="97426"/>
                  </a:lnTo>
                  <a:lnTo>
                    <a:pt x="271594" y="83049"/>
                  </a:lnTo>
                  <a:lnTo>
                    <a:pt x="268939" y="77263"/>
                  </a:lnTo>
                  <a:lnTo>
                    <a:pt x="262741" y="63755"/>
                  </a:lnTo>
                  <a:lnTo>
                    <a:pt x="262195" y="62566"/>
                  </a:lnTo>
                  <a:lnTo>
                    <a:pt x="260978" y="59913"/>
                  </a:lnTo>
                  <a:lnTo>
                    <a:pt x="260892" y="59723"/>
                  </a:lnTo>
                  <a:lnTo>
                    <a:pt x="260805" y="59533"/>
                  </a:lnTo>
                  <a:lnTo>
                    <a:pt x="260717" y="59343"/>
                  </a:lnTo>
                  <a:lnTo>
                    <a:pt x="260629" y="59154"/>
                  </a:lnTo>
                  <a:lnTo>
                    <a:pt x="260540" y="58965"/>
                  </a:lnTo>
                  <a:lnTo>
                    <a:pt x="260450" y="58776"/>
                  </a:lnTo>
                  <a:lnTo>
                    <a:pt x="260360" y="58588"/>
                  </a:lnTo>
                  <a:lnTo>
                    <a:pt x="260269" y="58400"/>
                  </a:lnTo>
                  <a:lnTo>
                    <a:pt x="260177" y="58212"/>
                  </a:lnTo>
                  <a:lnTo>
                    <a:pt x="260085" y="58025"/>
                  </a:lnTo>
                  <a:lnTo>
                    <a:pt x="259992" y="57838"/>
                  </a:lnTo>
                  <a:lnTo>
                    <a:pt x="259898" y="57651"/>
                  </a:lnTo>
                  <a:lnTo>
                    <a:pt x="259803" y="57465"/>
                  </a:lnTo>
                  <a:lnTo>
                    <a:pt x="259708" y="57279"/>
                  </a:lnTo>
                  <a:lnTo>
                    <a:pt x="259516" y="56908"/>
                  </a:lnTo>
                  <a:lnTo>
                    <a:pt x="259419" y="56723"/>
                  </a:lnTo>
                  <a:lnTo>
                    <a:pt x="259321" y="56539"/>
                  </a:lnTo>
                  <a:lnTo>
                    <a:pt x="259223" y="56354"/>
                  </a:lnTo>
                  <a:lnTo>
                    <a:pt x="259124" y="56171"/>
                  </a:lnTo>
                  <a:lnTo>
                    <a:pt x="259024" y="55987"/>
                  </a:lnTo>
                  <a:lnTo>
                    <a:pt x="258923" y="55804"/>
                  </a:lnTo>
                  <a:lnTo>
                    <a:pt x="258822" y="55621"/>
                  </a:lnTo>
                  <a:lnTo>
                    <a:pt x="258720" y="55439"/>
                  </a:lnTo>
                  <a:lnTo>
                    <a:pt x="258618" y="55257"/>
                  </a:lnTo>
                  <a:lnTo>
                    <a:pt x="258515" y="55075"/>
                  </a:lnTo>
                  <a:lnTo>
                    <a:pt x="258411" y="54894"/>
                  </a:lnTo>
                  <a:lnTo>
                    <a:pt x="258307" y="54713"/>
                  </a:lnTo>
                  <a:lnTo>
                    <a:pt x="258201" y="54533"/>
                  </a:lnTo>
                  <a:lnTo>
                    <a:pt x="258096" y="54353"/>
                  </a:lnTo>
                  <a:lnTo>
                    <a:pt x="257989" y="54173"/>
                  </a:lnTo>
                  <a:lnTo>
                    <a:pt x="257882" y="53994"/>
                  </a:lnTo>
                  <a:lnTo>
                    <a:pt x="257775" y="53815"/>
                  </a:lnTo>
                  <a:lnTo>
                    <a:pt x="257666" y="53636"/>
                  </a:lnTo>
                  <a:lnTo>
                    <a:pt x="257557" y="53458"/>
                  </a:lnTo>
                  <a:lnTo>
                    <a:pt x="257448" y="53280"/>
                  </a:lnTo>
                  <a:lnTo>
                    <a:pt x="257337" y="53103"/>
                  </a:lnTo>
                  <a:lnTo>
                    <a:pt x="257226" y="52926"/>
                  </a:lnTo>
                  <a:lnTo>
                    <a:pt x="257115" y="52750"/>
                  </a:lnTo>
                  <a:lnTo>
                    <a:pt x="257003" y="52574"/>
                  </a:lnTo>
                  <a:lnTo>
                    <a:pt x="256890" y="52398"/>
                  </a:lnTo>
                  <a:lnTo>
                    <a:pt x="256776" y="52223"/>
                  </a:lnTo>
                  <a:lnTo>
                    <a:pt x="256662" y="52048"/>
                  </a:lnTo>
                  <a:lnTo>
                    <a:pt x="256547" y="51873"/>
                  </a:lnTo>
                  <a:lnTo>
                    <a:pt x="256432" y="51699"/>
                  </a:lnTo>
                  <a:lnTo>
                    <a:pt x="256316" y="51526"/>
                  </a:lnTo>
                  <a:lnTo>
                    <a:pt x="256199" y="51353"/>
                  </a:lnTo>
                  <a:lnTo>
                    <a:pt x="256082" y="51180"/>
                  </a:lnTo>
                  <a:lnTo>
                    <a:pt x="255964" y="51007"/>
                  </a:lnTo>
                  <a:lnTo>
                    <a:pt x="255846" y="50836"/>
                  </a:lnTo>
                  <a:lnTo>
                    <a:pt x="255726" y="50664"/>
                  </a:lnTo>
                  <a:lnTo>
                    <a:pt x="255607" y="50493"/>
                  </a:lnTo>
                  <a:lnTo>
                    <a:pt x="255486" y="50323"/>
                  </a:lnTo>
                  <a:lnTo>
                    <a:pt x="255365" y="50152"/>
                  </a:lnTo>
                  <a:lnTo>
                    <a:pt x="255244" y="49983"/>
                  </a:lnTo>
                  <a:lnTo>
                    <a:pt x="255121" y="49814"/>
                  </a:lnTo>
                  <a:lnTo>
                    <a:pt x="254998" y="49645"/>
                  </a:lnTo>
                  <a:lnTo>
                    <a:pt x="254875" y="49476"/>
                  </a:lnTo>
                  <a:lnTo>
                    <a:pt x="254751" y="49308"/>
                  </a:lnTo>
                  <a:lnTo>
                    <a:pt x="254611" y="49120"/>
                  </a:lnTo>
                  <a:lnTo>
                    <a:pt x="254470" y="48933"/>
                  </a:lnTo>
                  <a:lnTo>
                    <a:pt x="254328" y="48746"/>
                  </a:lnTo>
                  <a:lnTo>
                    <a:pt x="254186" y="48560"/>
                  </a:lnTo>
                  <a:lnTo>
                    <a:pt x="247070" y="39924"/>
                  </a:lnTo>
                  <a:close/>
                </a:path>
              </a:pathLst>
            </a:custGeom>
            <a:solidFill>
              <a:srgbClr val="F14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g15"/>
            <p:cNvSpPr/>
            <p:nvPr/>
          </p:nvSpPr>
          <p:spPr>
            <a:xfrm>
              <a:off x="4399001" y="2662977"/>
              <a:ext cx="1855862" cy="1515028"/>
            </a:xfrm>
            <a:custGeom>
              <a:avLst/>
              <a:gdLst/>
              <a:ahLst/>
              <a:cxnLst/>
              <a:rect l="0" t="0" r="0" b="0"/>
              <a:pathLst>
                <a:path w="1855862" h="1515028">
                  <a:moveTo>
                    <a:pt x="498639" y="80549"/>
                  </a:moveTo>
                  <a:lnTo>
                    <a:pt x="489816" y="69896"/>
                  </a:lnTo>
                  <a:lnTo>
                    <a:pt x="468469" y="43494"/>
                  </a:lnTo>
                  <a:lnTo>
                    <a:pt x="467457" y="42175"/>
                  </a:lnTo>
                  <a:lnTo>
                    <a:pt x="453013" y="23675"/>
                  </a:lnTo>
                  <a:lnTo>
                    <a:pt x="434530" y="0"/>
                  </a:lnTo>
                  <a:lnTo>
                    <a:pt x="393979" y="32363"/>
                  </a:lnTo>
                  <a:lnTo>
                    <a:pt x="394124" y="32550"/>
                  </a:lnTo>
                  <a:lnTo>
                    <a:pt x="393018" y="33421"/>
                  </a:lnTo>
                  <a:lnTo>
                    <a:pt x="392210" y="34057"/>
                  </a:lnTo>
                  <a:lnTo>
                    <a:pt x="391544" y="34583"/>
                  </a:lnTo>
                  <a:lnTo>
                    <a:pt x="384170" y="40388"/>
                  </a:lnTo>
                  <a:lnTo>
                    <a:pt x="383099" y="41229"/>
                  </a:lnTo>
                  <a:lnTo>
                    <a:pt x="381984" y="42107"/>
                  </a:lnTo>
                  <a:lnTo>
                    <a:pt x="381046" y="42846"/>
                  </a:lnTo>
                  <a:lnTo>
                    <a:pt x="378560" y="44802"/>
                  </a:lnTo>
                  <a:lnTo>
                    <a:pt x="355249" y="63157"/>
                  </a:lnTo>
                  <a:lnTo>
                    <a:pt x="333793" y="79885"/>
                  </a:lnTo>
                  <a:lnTo>
                    <a:pt x="290834" y="113379"/>
                  </a:lnTo>
                  <a:lnTo>
                    <a:pt x="290393" y="113838"/>
                  </a:lnTo>
                  <a:lnTo>
                    <a:pt x="287215" y="116191"/>
                  </a:lnTo>
                  <a:lnTo>
                    <a:pt x="282548" y="119714"/>
                  </a:lnTo>
                  <a:lnTo>
                    <a:pt x="282649" y="119853"/>
                  </a:lnTo>
                  <a:lnTo>
                    <a:pt x="277506" y="123894"/>
                  </a:lnTo>
                  <a:lnTo>
                    <a:pt x="273748" y="127119"/>
                  </a:lnTo>
                  <a:lnTo>
                    <a:pt x="274175" y="127727"/>
                  </a:lnTo>
                  <a:lnTo>
                    <a:pt x="281674" y="137636"/>
                  </a:lnTo>
                  <a:lnTo>
                    <a:pt x="289739" y="148292"/>
                  </a:lnTo>
                  <a:lnTo>
                    <a:pt x="289787" y="148622"/>
                  </a:lnTo>
                  <a:lnTo>
                    <a:pt x="293527" y="173950"/>
                  </a:lnTo>
                  <a:lnTo>
                    <a:pt x="292863" y="174605"/>
                  </a:lnTo>
                  <a:lnTo>
                    <a:pt x="291661" y="175951"/>
                  </a:lnTo>
                  <a:lnTo>
                    <a:pt x="290632" y="178403"/>
                  </a:lnTo>
                  <a:lnTo>
                    <a:pt x="290466" y="181066"/>
                  </a:lnTo>
                  <a:lnTo>
                    <a:pt x="262209" y="203749"/>
                  </a:lnTo>
                  <a:lnTo>
                    <a:pt x="244200" y="218206"/>
                  </a:lnTo>
                  <a:lnTo>
                    <a:pt x="230466" y="225463"/>
                  </a:lnTo>
                  <a:lnTo>
                    <a:pt x="229884" y="225770"/>
                  </a:lnTo>
                  <a:lnTo>
                    <a:pt x="221035" y="227090"/>
                  </a:lnTo>
                  <a:lnTo>
                    <a:pt x="220710" y="226455"/>
                  </a:lnTo>
                  <a:lnTo>
                    <a:pt x="218072" y="221364"/>
                  </a:lnTo>
                  <a:lnTo>
                    <a:pt x="217038" y="219378"/>
                  </a:lnTo>
                  <a:lnTo>
                    <a:pt x="214538" y="214583"/>
                  </a:lnTo>
                  <a:lnTo>
                    <a:pt x="211372" y="208511"/>
                  </a:lnTo>
                  <a:lnTo>
                    <a:pt x="196155" y="179328"/>
                  </a:lnTo>
                  <a:lnTo>
                    <a:pt x="184299" y="170814"/>
                  </a:lnTo>
                  <a:lnTo>
                    <a:pt x="179606" y="171075"/>
                  </a:lnTo>
                  <a:lnTo>
                    <a:pt x="175775" y="168284"/>
                  </a:lnTo>
                  <a:lnTo>
                    <a:pt x="168672" y="163109"/>
                  </a:lnTo>
                  <a:lnTo>
                    <a:pt x="163467" y="159318"/>
                  </a:lnTo>
                  <a:lnTo>
                    <a:pt x="162787" y="158822"/>
                  </a:lnTo>
                  <a:lnTo>
                    <a:pt x="142510" y="144051"/>
                  </a:lnTo>
                  <a:lnTo>
                    <a:pt x="130810" y="149831"/>
                  </a:lnTo>
                  <a:lnTo>
                    <a:pt x="122188" y="154086"/>
                  </a:lnTo>
                  <a:lnTo>
                    <a:pt x="104388" y="162886"/>
                  </a:lnTo>
                  <a:lnTo>
                    <a:pt x="93358" y="168343"/>
                  </a:lnTo>
                  <a:lnTo>
                    <a:pt x="86498" y="171720"/>
                  </a:lnTo>
                  <a:lnTo>
                    <a:pt x="85766" y="172075"/>
                  </a:lnTo>
                  <a:lnTo>
                    <a:pt x="83759" y="173007"/>
                  </a:lnTo>
                  <a:lnTo>
                    <a:pt x="81793" y="173924"/>
                  </a:lnTo>
                  <a:lnTo>
                    <a:pt x="72201" y="178400"/>
                  </a:lnTo>
                  <a:lnTo>
                    <a:pt x="66604" y="180995"/>
                  </a:lnTo>
                  <a:lnTo>
                    <a:pt x="59041" y="191768"/>
                  </a:lnTo>
                  <a:lnTo>
                    <a:pt x="54496" y="198202"/>
                  </a:lnTo>
                  <a:lnTo>
                    <a:pt x="53953" y="199010"/>
                  </a:lnTo>
                  <a:lnTo>
                    <a:pt x="49488" y="205440"/>
                  </a:lnTo>
                  <a:lnTo>
                    <a:pt x="49137" y="205943"/>
                  </a:lnTo>
                  <a:lnTo>
                    <a:pt x="45957" y="210511"/>
                  </a:lnTo>
                  <a:lnTo>
                    <a:pt x="43363" y="214246"/>
                  </a:lnTo>
                  <a:lnTo>
                    <a:pt x="42432" y="215628"/>
                  </a:lnTo>
                  <a:lnTo>
                    <a:pt x="41907" y="216406"/>
                  </a:lnTo>
                  <a:lnTo>
                    <a:pt x="41213" y="223788"/>
                  </a:lnTo>
                  <a:lnTo>
                    <a:pt x="39863" y="224472"/>
                  </a:lnTo>
                  <a:lnTo>
                    <a:pt x="32499" y="228209"/>
                  </a:lnTo>
                  <a:lnTo>
                    <a:pt x="26646" y="226740"/>
                  </a:lnTo>
                  <a:lnTo>
                    <a:pt x="26166" y="226990"/>
                  </a:lnTo>
                  <a:lnTo>
                    <a:pt x="17577" y="231462"/>
                  </a:lnTo>
                  <a:lnTo>
                    <a:pt x="14781" y="232805"/>
                  </a:lnTo>
                  <a:lnTo>
                    <a:pt x="14154" y="233113"/>
                  </a:lnTo>
                  <a:lnTo>
                    <a:pt x="12879" y="233640"/>
                  </a:lnTo>
                  <a:lnTo>
                    <a:pt x="11686" y="234134"/>
                  </a:lnTo>
                  <a:lnTo>
                    <a:pt x="10931" y="234446"/>
                  </a:lnTo>
                  <a:lnTo>
                    <a:pt x="8733" y="235356"/>
                  </a:lnTo>
                  <a:lnTo>
                    <a:pt x="8160" y="235593"/>
                  </a:lnTo>
                  <a:lnTo>
                    <a:pt x="2094" y="238121"/>
                  </a:lnTo>
                  <a:lnTo>
                    <a:pt x="737" y="238687"/>
                  </a:lnTo>
                  <a:lnTo>
                    <a:pt x="567" y="238757"/>
                  </a:lnTo>
                  <a:lnTo>
                    <a:pt x="0" y="238992"/>
                  </a:lnTo>
                  <a:lnTo>
                    <a:pt x="95" y="239259"/>
                  </a:lnTo>
                  <a:lnTo>
                    <a:pt x="189" y="239526"/>
                  </a:lnTo>
                  <a:lnTo>
                    <a:pt x="283" y="239793"/>
                  </a:lnTo>
                  <a:lnTo>
                    <a:pt x="376" y="240060"/>
                  </a:lnTo>
                  <a:lnTo>
                    <a:pt x="468" y="240328"/>
                  </a:lnTo>
                  <a:lnTo>
                    <a:pt x="576" y="240644"/>
                  </a:lnTo>
                  <a:lnTo>
                    <a:pt x="651" y="240864"/>
                  </a:lnTo>
                  <a:lnTo>
                    <a:pt x="741" y="241133"/>
                  </a:lnTo>
                  <a:lnTo>
                    <a:pt x="830" y="241401"/>
                  </a:lnTo>
                  <a:lnTo>
                    <a:pt x="919" y="241670"/>
                  </a:lnTo>
                  <a:lnTo>
                    <a:pt x="1013" y="241956"/>
                  </a:lnTo>
                  <a:lnTo>
                    <a:pt x="1094" y="242209"/>
                  </a:lnTo>
                  <a:lnTo>
                    <a:pt x="1181" y="242478"/>
                  </a:lnTo>
                  <a:lnTo>
                    <a:pt x="1267" y="242748"/>
                  </a:lnTo>
                  <a:lnTo>
                    <a:pt x="1352" y="243018"/>
                  </a:lnTo>
                  <a:lnTo>
                    <a:pt x="1436" y="243288"/>
                  </a:lnTo>
                  <a:lnTo>
                    <a:pt x="1520" y="243559"/>
                  </a:lnTo>
                  <a:lnTo>
                    <a:pt x="1603" y="243830"/>
                  </a:lnTo>
                  <a:lnTo>
                    <a:pt x="1685" y="244101"/>
                  </a:lnTo>
                  <a:lnTo>
                    <a:pt x="1766" y="244372"/>
                  </a:lnTo>
                  <a:lnTo>
                    <a:pt x="1847" y="244643"/>
                  </a:lnTo>
                  <a:lnTo>
                    <a:pt x="1927" y="244915"/>
                  </a:lnTo>
                  <a:lnTo>
                    <a:pt x="2006" y="245187"/>
                  </a:lnTo>
                  <a:lnTo>
                    <a:pt x="2085" y="245459"/>
                  </a:lnTo>
                  <a:lnTo>
                    <a:pt x="2163" y="245731"/>
                  </a:lnTo>
                  <a:lnTo>
                    <a:pt x="2240" y="246004"/>
                  </a:lnTo>
                  <a:lnTo>
                    <a:pt x="2316" y="246276"/>
                  </a:lnTo>
                  <a:lnTo>
                    <a:pt x="2392" y="246549"/>
                  </a:lnTo>
                  <a:lnTo>
                    <a:pt x="2467" y="246822"/>
                  </a:lnTo>
                  <a:lnTo>
                    <a:pt x="2541" y="247095"/>
                  </a:lnTo>
                  <a:lnTo>
                    <a:pt x="2614" y="247369"/>
                  </a:lnTo>
                  <a:lnTo>
                    <a:pt x="2687" y="247643"/>
                  </a:lnTo>
                  <a:lnTo>
                    <a:pt x="2759" y="247917"/>
                  </a:lnTo>
                  <a:lnTo>
                    <a:pt x="2830" y="248191"/>
                  </a:lnTo>
                  <a:lnTo>
                    <a:pt x="2901" y="248465"/>
                  </a:lnTo>
                  <a:lnTo>
                    <a:pt x="2970" y="248739"/>
                  </a:lnTo>
                  <a:lnTo>
                    <a:pt x="3039" y="249014"/>
                  </a:lnTo>
                  <a:lnTo>
                    <a:pt x="3107" y="249289"/>
                  </a:lnTo>
                  <a:lnTo>
                    <a:pt x="3175" y="249564"/>
                  </a:lnTo>
                  <a:lnTo>
                    <a:pt x="3242" y="249839"/>
                  </a:lnTo>
                  <a:lnTo>
                    <a:pt x="3308" y="250114"/>
                  </a:lnTo>
                  <a:lnTo>
                    <a:pt x="3373" y="250390"/>
                  </a:lnTo>
                  <a:lnTo>
                    <a:pt x="3438" y="250666"/>
                  </a:lnTo>
                  <a:lnTo>
                    <a:pt x="3502" y="250942"/>
                  </a:lnTo>
                  <a:lnTo>
                    <a:pt x="3565" y="251218"/>
                  </a:lnTo>
                  <a:lnTo>
                    <a:pt x="3627" y="251494"/>
                  </a:lnTo>
                  <a:lnTo>
                    <a:pt x="3688" y="251770"/>
                  </a:lnTo>
                  <a:lnTo>
                    <a:pt x="3749" y="252047"/>
                  </a:lnTo>
                  <a:lnTo>
                    <a:pt x="3810" y="252324"/>
                  </a:lnTo>
                  <a:lnTo>
                    <a:pt x="3869" y="252601"/>
                  </a:lnTo>
                  <a:lnTo>
                    <a:pt x="3927" y="252878"/>
                  </a:lnTo>
                  <a:lnTo>
                    <a:pt x="3985" y="253155"/>
                  </a:lnTo>
                  <a:lnTo>
                    <a:pt x="4043" y="253432"/>
                  </a:lnTo>
                  <a:lnTo>
                    <a:pt x="4099" y="253710"/>
                  </a:lnTo>
                  <a:lnTo>
                    <a:pt x="4154" y="253987"/>
                  </a:lnTo>
                  <a:lnTo>
                    <a:pt x="4209" y="254265"/>
                  </a:lnTo>
                  <a:lnTo>
                    <a:pt x="4264" y="254543"/>
                  </a:lnTo>
                  <a:lnTo>
                    <a:pt x="4317" y="254822"/>
                  </a:lnTo>
                  <a:lnTo>
                    <a:pt x="4370" y="255100"/>
                  </a:lnTo>
                  <a:lnTo>
                    <a:pt x="4422" y="255378"/>
                  </a:lnTo>
                  <a:lnTo>
                    <a:pt x="4473" y="255657"/>
                  </a:lnTo>
                  <a:lnTo>
                    <a:pt x="4523" y="255935"/>
                  </a:lnTo>
                  <a:lnTo>
                    <a:pt x="4573" y="256214"/>
                  </a:lnTo>
                  <a:lnTo>
                    <a:pt x="4629" y="256535"/>
                  </a:lnTo>
                  <a:lnTo>
                    <a:pt x="4670" y="256772"/>
                  </a:lnTo>
                  <a:lnTo>
                    <a:pt x="4717" y="257052"/>
                  </a:lnTo>
                  <a:lnTo>
                    <a:pt x="4764" y="257331"/>
                  </a:lnTo>
                  <a:lnTo>
                    <a:pt x="4810" y="257610"/>
                  </a:lnTo>
                  <a:lnTo>
                    <a:pt x="4855" y="257890"/>
                  </a:lnTo>
                  <a:lnTo>
                    <a:pt x="4900" y="258170"/>
                  </a:lnTo>
                  <a:lnTo>
                    <a:pt x="4943" y="258449"/>
                  </a:lnTo>
                  <a:lnTo>
                    <a:pt x="4986" y="258729"/>
                  </a:lnTo>
                  <a:lnTo>
                    <a:pt x="5028" y="259009"/>
                  </a:lnTo>
                  <a:lnTo>
                    <a:pt x="5069" y="259312"/>
                  </a:lnTo>
                  <a:lnTo>
                    <a:pt x="5109" y="259614"/>
                  </a:lnTo>
                  <a:lnTo>
                    <a:pt x="5148" y="259916"/>
                  </a:lnTo>
                  <a:lnTo>
                    <a:pt x="5186" y="260219"/>
                  </a:lnTo>
                  <a:lnTo>
                    <a:pt x="5223" y="260522"/>
                  </a:lnTo>
                  <a:lnTo>
                    <a:pt x="5260" y="260825"/>
                  </a:lnTo>
                  <a:lnTo>
                    <a:pt x="5296" y="261128"/>
                  </a:lnTo>
                  <a:lnTo>
                    <a:pt x="5331" y="261430"/>
                  </a:lnTo>
                  <a:lnTo>
                    <a:pt x="5366" y="261734"/>
                  </a:lnTo>
                  <a:lnTo>
                    <a:pt x="5400" y="262037"/>
                  </a:lnTo>
                  <a:lnTo>
                    <a:pt x="5432" y="262340"/>
                  </a:lnTo>
                  <a:lnTo>
                    <a:pt x="5465" y="262643"/>
                  </a:lnTo>
                  <a:lnTo>
                    <a:pt x="5481" y="262798"/>
                  </a:lnTo>
                  <a:lnTo>
                    <a:pt x="5496" y="262947"/>
                  </a:lnTo>
                  <a:lnTo>
                    <a:pt x="5527" y="263250"/>
                  </a:lnTo>
                  <a:lnTo>
                    <a:pt x="5557" y="263554"/>
                  </a:lnTo>
                  <a:lnTo>
                    <a:pt x="5586" y="263857"/>
                  </a:lnTo>
                  <a:lnTo>
                    <a:pt x="5614" y="264161"/>
                  </a:lnTo>
                  <a:lnTo>
                    <a:pt x="5642" y="264465"/>
                  </a:lnTo>
                  <a:lnTo>
                    <a:pt x="5669" y="264769"/>
                  </a:lnTo>
                  <a:lnTo>
                    <a:pt x="5695" y="265072"/>
                  </a:lnTo>
                  <a:lnTo>
                    <a:pt x="5720" y="265377"/>
                  </a:lnTo>
                  <a:lnTo>
                    <a:pt x="5745" y="265681"/>
                  </a:lnTo>
                  <a:lnTo>
                    <a:pt x="5769" y="265985"/>
                  </a:lnTo>
                  <a:lnTo>
                    <a:pt x="5792" y="266289"/>
                  </a:lnTo>
                  <a:lnTo>
                    <a:pt x="5814" y="266593"/>
                  </a:lnTo>
                  <a:lnTo>
                    <a:pt x="5835" y="266897"/>
                  </a:lnTo>
                  <a:lnTo>
                    <a:pt x="5856" y="267201"/>
                  </a:lnTo>
                  <a:lnTo>
                    <a:pt x="5876" y="267506"/>
                  </a:lnTo>
                  <a:lnTo>
                    <a:pt x="5896" y="267810"/>
                  </a:lnTo>
                  <a:lnTo>
                    <a:pt x="5914" y="268115"/>
                  </a:lnTo>
                  <a:lnTo>
                    <a:pt x="5932" y="268419"/>
                  </a:lnTo>
                  <a:lnTo>
                    <a:pt x="5949" y="268724"/>
                  </a:lnTo>
                  <a:lnTo>
                    <a:pt x="5965" y="269028"/>
                  </a:lnTo>
                  <a:lnTo>
                    <a:pt x="5980" y="269333"/>
                  </a:lnTo>
                  <a:lnTo>
                    <a:pt x="5995" y="269638"/>
                  </a:lnTo>
                  <a:lnTo>
                    <a:pt x="6009" y="269942"/>
                  </a:lnTo>
                  <a:lnTo>
                    <a:pt x="6022" y="270247"/>
                  </a:lnTo>
                  <a:lnTo>
                    <a:pt x="6034" y="270552"/>
                  </a:lnTo>
                  <a:lnTo>
                    <a:pt x="6047" y="270887"/>
                  </a:lnTo>
                  <a:lnTo>
                    <a:pt x="6057" y="271161"/>
                  </a:lnTo>
                  <a:lnTo>
                    <a:pt x="6067" y="271466"/>
                  </a:lnTo>
                  <a:lnTo>
                    <a:pt x="6072" y="271640"/>
                  </a:lnTo>
                  <a:lnTo>
                    <a:pt x="6076" y="271771"/>
                  </a:lnTo>
                  <a:lnTo>
                    <a:pt x="6085" y="272076"/>
                  </a:lnTo>
                  <a:lnTo>
                    <a:pt x="6093" y="272381"/>
                  </a:lnTo>
                  <a:lnTo>
                    <a:pt x="6100" y="272686"/>
                  </a:lnTo>
                  <a:lnTo>
                    <a:pt x="6106" y="272991"/>
                  </a:lnTo>
                  <a:lnTo>
                    <a:pt x="6111" y="273296"/>
                  </a:lnTo>
                  <a:lnTo>
                    <a:pt x="6116" y="273601"/>
                  </a:lnTo>
                  <a:lnTo>
                    <a:pt x="6121" y="273981"/>
                  </a:lnTo>
                  <a:lnTo>
                    <a:pt x="6123" y="274211"/>
                  </a:lnTo>
                  <a:lnTo>
                    <a:pt x="6126" y="274516"/>
                  </a:lnTo>
                  <a:lnTo>
                    <a:pt x="6127" y="274862"/>
                  </a:lnTo>
                  <a:lnTo>
                    <a:pt x="6128" y="275247"/>
                  </a:lnTo>
                  <a:lnTo>
                    <a:pt x="6129" y="275431"/>
                  </a:lnTo>
                  <a:lnTo>
                    <a:pt x="6128" y="275736"/>
                  </a:lnTo>
                  <a:lnTo>
                    <a:pt x="6127" y="276041"/>
                  </a:lnTo>
                  <a:lnTo>
                    <a:pt x="6124" y="276346"/>
                  </a:lnTo>
                  <a:lnTo>
                    <a:pt x="6122" y="276651"/>
                  </a:lnTo>
                  <a:lnTo>
                    <a:pt x="6118" y="276956"/>
                  </a:lnTo>
                  <a:lnTo>
                    <a:pt x="6114" y="277261"/>
                  </a:lnTo>
                  <a:lnTo>
                    <a:pt x="6108" y="277566"/>
                  </a:lnTo>
                  <a:lnTo>
                    <a:pt x="6102" y="277871"/>
                  </a:lnTo>
                  <a:lnTo>
                    <a:pt x="6096" y="278176"/>
                  </a:lnTo>
                  <a:lnTo>
                    <a:pt x="6080" y="278629"/>
                  </a:lnTo>
                  <a:lnTo>
                    <a:pt x="6065" y="279083"/>
                  </a:lnTo>
                  <a:lnTo>
                    <a:pt x="6051" y="279537"/>
                  </a:lnTo>
                  <a:lnTo>
                    <a:pt x="6037" y="279990"/>
                  </a:lnTo>
                  <a:lnTo>
                    <a:pt x="6032" y="280176"/>
                  </a:lnTo>
                  <a:lnTo>
                    <a:pt x="6025" y="280444"/>
                  </a:lnTo>
                  <a:lnTo>
                    <a:pt x="6013" y="280898"/>
                  </a:lnTo>
                  <a:lnTo>
                    <a:pt x="6001" y="281351"/>
                  </a:lnTo>
                  <a:lnTo>
                    <a:pt x="5991" y="281805"/>
                  </a:lnTo>
                  <a:lnTo>
                    <a:pt x="5981" y="282258"/>
                  </a:lnTo>
                  <a:lnTo>
                    <a:pt x="5972" y="282712"/>
                  </a:lnTo>
                  <a:lnTo>
                    <a:pt x="5964" y="283180"/>
                  </a:lnTo>
                  <a:lnTo>
                    <a:pt x="5957" y="283620"/>
                  </a:lnTo>
                  <a:lnTo>
                    <a:pt x="5950" y="284073"/>
                  </a:lnTo>
                  <a:lnTo>
                    <a:pt x="5945" y="284527"/>
                  </a:lnTo>
                  <a:lnTo>
                    <a:pt x="5940" y="284981"/>
                  </a:lnTo>
                  <a:lnTo>
                    <a:pt x="5935" y="285435"/>
                  </a:lnTo>
                  <a:lnTo>
                    <a:pt x="5932" y="285888"/>
                  </a:lnTo>
                  <a:lnTo>
                    <a:pt x="5929" y="286342"/>
                  </a:lnTo>
                  <a:lnTo>
                    <a:pt x="5927" y="286796"/>
                  </a:lnTo>
                  <a:lnTo>
                    <a:pt x="5926" y="287250"/>
                  </a:lnTo>
                  <a:lnTo>
                    <a:pt x="5925" y="287704"/>
                  </a:lnTo>
                  <a:lnTo>
                    <a:pt x="5926" y="288183"/>
                  </a:lnTo>
                  <a:lnTo>
                    <a:pt x="5927" y="288611"/>
                  </a:lnTo>
                  <a:lnTo>
                    <a:pt x="5929" y="289065"/>
                  </a:lnTo>
                  <a:lnTo>
                    <a:pt x="5931" y="289519"/>
                  </a:lnTo>
                  <a:lnTo>
                    <a:pt x="5935" y="289973"/>
                  </a:lnTo>
                  <a:lnTo>
                    <a:pt x="5939" y="290426"/>
                  </a:lnTo>
                  <a:lnTo>
                    <a:pt x="5944" y="290880"/>
                  </a:lnTo>
                  <a:lnTo>
                    <a:pt x="5950" y="291334"/>
                  </a:lnTo>
                  <a:lnTo>
                    <a:pt x="5956" y="291787"/>
                  </a:lnTo>
                  <a:lnTo>
                    <a:pt x="5963" y="292241"/>
                  </a:lnTo>
                  <a:lnTo>
                    <a:pt x="5971" y="292695"/>
                  </a:lnTo>
                  <a:lnTo>
                    <a:pt x="5980" y="293149"/>
                  </a:lnTo>
                  <a:lnTo>
                    <a:pt x="5985" y="293394"/>
                  </a:lnTo>
                  <a:lnTo>
                    <a:pt x="5990" y="293602"/>
                  </a:lnTo>
                  <a:lnTo>
                    <a:pt x="6000" y="294056"/>
                  </a:lnTo>
                  <a:lnTo>
                    <a:pt x="6003" y="294189"/>
                  </a:lnTo>
                  <a:lnTo>
                    <a:pt x="6011" y="294510"/>
                  </a:lnTo>
                  <a:lnTo>
                    <a:pt x="6023" y="294963"/>
                  </a:lnTo>
                  <a:lnTo>
                    <a:pt x="6035" y="295417"/>
                  </a:lnTo>
                  <a:lnTo>
                    <a:pt x="6049" y="295870"/>
                  </a:lnTo>
                  <a:lnTo>
                    <a:pt x="6063" y="296324"/>
                  </a:lnTo>
                  <a:lnTo>
                    <a:pt x="6078" y="296778"/>
                  </a:lnTo>
                  <a:lnTo>
                    <a:pt x="6083" y="296910"/>
                  </a:lnTo>
                  <a:lnTo>
                    <a:pt x="6094" y="297231"/>
                  </a:lnTo>
                  <a:lnTo>
                    <a:pt x="6110" y="297685"/>
                  </a:lnTo>
                  <a:lnTo>
                    <a:pt x="6129" y="298191"/>
                  </a:lnTo>
                  <a:lnTo>
                    <a:pt x="6145" y="298591"/>
                  </a:lnTo>
                  <a:lnTo>
                    <a:pt x="6164" y="299045"/>
                  </a:lnTo>
                  <a:lnTo>
                    <a:pt x="6183" y="299498"/>
                  </a:lnTo>
                  <a:lnTo>
                    <a:pt x="6204" y="299952"/>
                  </a:lnTo>
                  <a:lnTo>
                    <a:pt x="6225" y="300405"/>
                  </a:lnTo>
                  <a:lnTo>
                    <a:pt x="6247" y="300858"/>
                  </a:lnTo>
                  <a:lnTo>
                    <a:pt x="6269" y="301311"/>
                  </a:lnTo>
                  <a:lnTo>
                    <a:pt x="6293" y="301765"/>
                  </a:lnTo>
                  <a:lnTo>
                    <a:pt x="6317" y="302218"/>
                  </a:lnTo>
                  <a:lnTo>
                    <a:pt x="6342" y="302671"/>
                  </a:lnTo>
                  <a:lnTo>
                    <a:pt x="6367" y="303124"/>
                  </a:lnTo>
                  <a:lnTo>
                    <a:pt x="6394" y="303577"/>
                  </a:lnTo>
                  <a:lnTo>
                    <a:pt x="6421" y="304030"/>
                  </a:lnTo>
                  <a:lnTo>
                    <a:pt x="6449" y="304483"/>
                  </a:lnTo>
                  <a:lnTo>
                    <a:pt x="6477" y="304936"/>
                  </a:lnTo>
                  <a:lnTo>
                    <a:pt x="6507" y="305388"/>
                  </a:lnTo>
                  <a:lnTo>
                    <a:pt x="6537" y="305841"/>
                  </a:lnTo>
                  <a:lnTo>
                    <a:pt x="6568" y="306294"/>
                  </a:lnTo>
                  <a:lnTo>
                    <a:pt x="6600" y="306747"/>
                  </a:lnTo>
                  <a:lnTo>
                    <a:pt x="6632" y="307199"/>
                  </a:lnTo>
                  <a:lnTo>
                    <a:pt x="6648" y="307417"/>
                  </a:lnTo>
                  <a:lnTo>
                    <a:pt x="6665" y="307652"/>
                  </a:lnTo>
                  <a:lnTo>
                    <a:pt x="6700" y="308104"/>
                  </a:lnTo>
                  <a:lnTo>
                    <a:pt x="6734" y="308557"/>
                  </a:lnTo>
                  <a:lnTo>
                    <a:pt x="6770" y="309009"/>
                  </a:lnTo>
                  <a:lnTo>
                    <a:pt x="6806" y="309462"/>
                  </a:lnTo>
                  <a:lnTo>
                    <a:pt x="6844" y="309914"/>
                  </a:lnTo>
                  <a:lnTo>
                    <a:pt x="6866" y="310180"/>
                  </a:lnTo>
                  <a:lnTo>
                    <a:pt x="6881" y="310366"/>
                  </a:lnTo>
                  <a:lnTo>
                    <a:pt x="6920" y="310818"/>
                  </a:lnTo>
                  <a:lnTo>
                    <a:pt x="6959" y="311270"/>
                  </a:lnTo>
                  <a:lnTo>
                    <a:pt x="7000" y="311722"/>
                  </a:lnTo>
                  <a:lnTo>
                    <a:pt x="7040" y="312174"/>
                  </a:lnTo>
                  <a:lnTo>
                    <a:pt x="7078" y="312601"/>
                  </a:lnTo>
                  <a:lnTo>
                    <a:pt x="7116" y="313029"/>
                  </a:lnTo>
                  <a:lnTo>
                    <a:pt x="7154" y="313456"/>
                  </a:lnTo>
                  <a:lnTo>
                    <a:pt x="7194" y="313884"/>
                  </a:lnTo>
                  <a:lnTo>
                    <a:pt x="7234" y="314311"/>
                  </a:lnTo>
                  <a:lnTo>
                    <a:pt x="7275" y="314738"/>
                  </a:lnTo>
                  <a:lnTo>
                    <a:pt x="7317" y="315165"/>
                  </a:lnTo>
                  <a:lnTo>
                    <a:pt x="7360" y="315592"/>
                  </a:lnTo>
                  <a:lnTo>
                    <a:pt x="7403" y="316019"/>
                  </a:lnTo>
                  <a:lnTo>
                    <a:pt x="7447" y="316445"/>
                  </a:lnTo>
                  <a:lnTo>
                    <a:pt x="7492" y="316872"/>
                  </a:lnTo>
                  <a:lnTo>
                    <a:pt x="7537" y="317299"/>
                  </a:lnTo>
                  <a:lnTo>
                    <a:pt x="7584" y="317725"/>
                  </a:lnTo>
                  <a:lnTo>
                    <a:pt x="7631" y="318152"/>
                  </a:lnTo>
                  <a:lnTo>
                    <a:pt x="7679" y="318578"/>
                  </a:lnTo>
                  <a:lnTo>
                    <a:pt x="7707" y="318823"/>
                  </a:lnTo>
                  <a:lnTo>
                    <a:pt x="7728" y="319004"/>
                  </a:lnTo>
                  <a:lnTo>
                    <a:pt x="7777" y="319431"/>
                  </a:lnTo>
                  <a:lnTo>
                    <a:pt x="7827" y="319857"/>
                  </a:lnTo>
                  <a:lnTo>
                    <a:pt x="7878" y="320283"/>
                  </a:lnTo>
                  <a:lnTo>
                    <a:pt x="7930" y="320709"/>
                  </a:lnTo>
                  <a:lnTo>
                    <a:pt x="7982" y="321134"/>
                  </a:lnTo>
                  <a:lnTo>
                    <a:pt x="8049" y="321666"/>
                  </a:lnTo>
                  <a:lnTo>
                    <a:pt x="8090" y="321986"/>
                  </a:lnTo>
                  <a:lnTo>
                    <a:pt x="8144" y="322411"/>
                  </a:lnTo>
                  <a:lnTo>
                    <a:pt x="8170" y="322612"/>
                  </a:lnTo>
                  <a:lnTo>
                    <a:pt x="8200" y="322837"/>
                  </a:lnTo>
                  <a:lnTo>
                    <a:pt x="8256" y="323262"/>
                  </a:lnTo>
                  <a:lnTo>
                    <a:pt x="8296" y="323559"/>
                  </a:lnTo>
                  <a:lnTo>
                    <a:pt x="8313" y="323687"/>
                  </a:lnTo>
                  <a:lnTo>
                    <a:pt x="8371" y="324112"/>
                  </a:lnTo>
                  <a:lnTo>
                    <a:pt x="8430" y="324537"/>
                  </a:lnTo>
                  <a:lnTo>
                    <a:pt x="8489" y="324962"/>
                  </a:lnTo>
                  <a:lnTo>
                    <a:pt x="8549" y="325387"/>
                  </a:lnTo>
                  <a:lnTo>
                    <a:pt x="8610" y="325812"/>
                  </a:lnTo>
                  <a:lnTo>
                    <a:pt x="8671" y="326236"/>
                  </a:lnTo>
                  <a:lnTo>
                    <a:pt x="8734" y="326661"/>
                  </a:lnTo>
                  <a:lnTo>
                    <a:pt x="8797" y="327085"/>
                  </a:lnTo>
                  <a:lnTo>
                    <a:pt x="8860" y="327499"/>
                  </a:lnTo>
                  <a:lnTo>
                    <a:pt x="8925" y="327928"/>
                  </a:lnTo>
                  <a:lnTo>
                    <a:pt x="8991" y="328358"/>
                  </a:lnTo>
                  <a:lnTo>
                    <a:pt x="9043" y="328691"/>
                  </a:lnTo>
                  <a:lnTo>
                    <a:pt x="9119" y="329177"/>
                  </a:lnTo>
                  <a:lnTo>
                    <a:pt x="9166" y="329467"/>
                  </a:lnTo>
                  <a:lnTo>
                    <a:pt x="9197" y="329663"/>
                  </a:lnTo>
                  <a:lnTo>
                    <a:pt x="9279" y="330167"/>
                  </a:lnTo>
                  <a:lnTo>
                    <a:pt x="9336" y="330516"/>
                  </a:lnTo>
                  <a:lnTo>
                    <a:pt x="9406" y="330942"/>
                  </a:lnTo>
                  <a:lnTo>
                    <a:pt x="9477" y="331367"/>
                  </a:lnTo>
                  <a:lnTo>
                    <a:pt x="9549" y="331793"/>
                  </a:lnTo>
                  <a:lnTo>
                    <a:pt x="9622" y="332219"/>
                  </a:lnTo>
                  <a:lnTo>
                    <a:pt x="9694" y="332634"/>
                  </a:lnTo>
                  <a:lnTo>
                    <a:pt x="9766" y="333048"/>
                  </a:lnTo>
                  <a:lnTo>
                    <a:pt x="9839" y="333463"/>
                  </a:lnTo>
                  <a:lnTo>
                    <a:pt x="9913" y="333877"/>
                  </a:lnTo>
                  <a:lnTo>
                    <a:pt x="9988" y="334292"/>
                  </a:lnTo>
                  <a:lnTo>
                    <a:pt x="10063" y="334706"/>
                  </a:lnTo>
                  <a:lnTo>
                    <a:pt x="10139" y="335120"/>
                  </a:lnTo>
                  <a:lnTo>
                    <a:pt x="10216" y="335534"/>
                  </a:lnTo>
                  <a:lnTo>
                    <a:pt x="10268" y="335808"/>
                  </a:lnTo>
                  <a:lnTo>
                    <a:pt x="10294" y="335947"/>
                  </a:lnTo>
                  <a:lnTo>
                    <a:pt x="10372" y="336361"/>
                  </a:lnTo>
                  <a:lnTo>
                    <a:pt x="10451" y="336774"/>
                  </a:lnTo>
                  <a:lnTo>
                    <a:pt x="10531" y="337188"/>
                  </a:lnTo>
                  <a:lnTo>
                    <a:pt x="10611" y="337601"/>
                  </a:lnTo>
                  <a:lnTo>
                    <a:pt x="10692" y="338014"/>
                  </a:lnTo>
                  <a:lnTo>
                    <a:pt x="10774" y="338427"/>
                  </a:lnTo>
                  <a:lnTo>
                    <a:pt x="10856" y="338840"/>
                  </a:lnTo>
                  <a:lnTo>
                    <a:pt x="10940" y="339252"/>
                  </a:lnTo>
                  <a:lnTo>
                    <a:pt x="11024" y="339665"/>
                  </a:lnTo>
                  <a:lnTo>
                    <a:pt x="11109" y="340077"/>
                  </a:lnTo>
                  <a:lnTo>
                    <a:pt x="11194" y="340489"/>
                  </a:lnTo>
                  <a:lnTo>
                    <a:pt x="11229" y="340648"/>
                  </a:lnTo>
                  <a:lnTo>
                    <a:pt x="11265" y="340806"/>
                  </a:lnTo>
                  <a:lnTo>
                    <a:pt x="11301" y="340965"/>
                  </a:lnTo>
                  <a:lnTo>
                    <a:pt x="11338" y="341123"/>
                  </a:lnTo>
                  <a:lnTo>
                    <a:pt x="11376" y="341281"/>
                  </a:lnTo>
                  <a:lnTo>
                    <a:pt x="11415" y="341439"/>
                  </a:lnTo>
                  <a:lnTo>
                    <a:pt x="11454" y="341596"/>
                  </a:lnTo>
                  <a:lnTo>
                    <a:pt x="11535" y="341911"/>
                  </a:lnTo>
                  <a:lnTo>
                    <a:pt x="11577" y="342068"/>
                  </a:lnTo>
                  <a:lnTo>
                    <a:pt x="11619" y="342225"/>
                  </a:lnTo>
                  <a:lnTo>
                    <a:pt x="11662" y="342381"/>
                  </a:lnTo>
                  <a:lnTo>
                    <a:pt x="11706" y="342537"/>
                  </a:lnTo>
                  <a:lnTo>
                    <a:pt x="11751" y="342694"/>
                  </a:lnTo>
                  <a:lnTo>
                    <a:pt x="11796" y="342850"/>
                  </a:lnTo>
                  <a:lnTo>
                    <a:pt x="11842" y="343005"/>
                  </a:lnTo>
                  <a:lnTo>
                    <a:pt x="11895" y="343180"/>
                  </a:lnTo>
                  <a:lnTo>
                    <a:pt x="11936" y="343316"/>
                  </a:lnTo>
                  <a:lnTo>
                    <a:pt x="12034" y="343626"/>
                  </a:lnTo>
                  <a:lnTo>
                    <a:pt x="12083" y="343781"/>
                  </a:lnTo>
                  <a:lnTo>
                    <a:pt x="12133" y="343935"/>
                  </a:lnTo>
                  <a:lnTo>
                    <a:pt x="12185" y="344090"/>
                  </a:lnTo>
                  <a:lnTo>
                    <a:pt x="12236" y="344243"/>
                  </a:lnTo>
                  <a:lnTo>
                    <a:pt x="12289" y="344397"/>
                  </a:lnTo>
                  <a:lnTo>
                    <a:pt x="12396" y="344704"/>
                  </a:lnTo>
                  <a:lnTo>
                    <a:pt x="12451" y="344857"/>
                  </a:lnTo>
                  <a:lnTo>
                    <a:pt x="12507" y="345009"/>
                  </a:lnTo>
                  <a:lnTo>
                    <a:pt x="12620" y="345314"/>
                  </a:lnTo>
                  <a:lnTo>
                    <a:pt x="12677" y="345466"/>
                  </a:lnTo>
                  <a:lnTo>
                    <a:pt x="12736" y="345617"/>
                  </a:lnTo>
                  <a:lnTo>
                    <a:pt x="12795" y="345769"/>
                  </a:lnTo>
                  <a:lnTo>
                    <a:pt x="12855" y="345920"/>
                  </a:lnTo>
                  <a:lnTo>
                    <a:pt x="12915" y="346070"/>
                  </a:lnTo>
                  <a:lnTo>
                    <a:pt x="12976" y="346221"/>
                  </a:lnTo>
                  <a:lnTo>
                    <a:pt x="13164" y="346670"/>
                  </a:lnTo>
                  <a:lnTo>
                    <a:pt x="13228" y="346820"/>
                  </a:lnTo>
                  <a:lnTo>
                    <a:pt x="13293" y="346969"/>
                  </a:lnTo>
                  <a:lnTo>
                    <a:pt x="13359" y="347120"/>
                  </a:lnTo>
                  <a:lnTo>
                    <a:pt x="13424" y="347266"/>
                  </a:lnTo>
                  <a:lnTo>
                    <a:pt x="13498" y="347428"/>
                  </a:lnTo>
                  <a:lnTo>
                    <a:pt x="13559" y="347561"/>
                  </a:lnTo>
                  <a:lnTo>
                    <a:pt x="13627" y="347709"/>
                  </a:lnTo>
                  <a:lnTo>
                    <a:pt x="13695" y="347856"/>
                  </a:lnTo>
                  <a:lnTo>
                    <a:pt x="13835" y="348149"/>
                  </a:lnTo>
                  <a:lnTo>
                    <a:pt x="13906" y="348295"/>
                  </a:lnTo>
                  <a:lnTo>
                    <a:pt x="13978" y="348441"/>
                  </a:lnTo>
                  <a:lnTo>
                    <a:pt x="16911" y="353795"/>
                  </a:lnTo>
                  <a:lnTo>
                    <a:pt x="17203" y="354348"/>
                  </a:lnTo>
                  <a:lnTo>
                    <a:pt x="18483" y="356437"/>
                  </a:lnTo>
                  <a:lnTo>
                    <a:pt x="19847" y="358567"/>
                  </a:lnTo>
                  <a:lnTo>
                    <a:pt x="21154" y="360608"/>
                  </a:lnTo>
                  <a:lnTo>
                    <a:pt x="21275" y="360799"/>
                  </a:lnTo>
                  <a:lnTo>
                    <a:pt x="21396" y="360989"/>
                  </a:lnTo>
                  <a:lnTo>
                    <a:pt x="21518" y="361179"/>
                  </a:lnTo>
                  <a:lnTo>
                    <a:pt x="21641" y="361368"/>
                  </a:lnTo>
                  <a:lnTo>
                    <a:pt x="21764" y="361557"/>
                  </a:lnTo>
                  <a:lnTo>
                    <a:pt x="22012" y="361934"/>
                  </a:lnTo>
                  <a:lnTo>
                    <a:pt x="22138" y="362121"/>
                  </a:lnTo>
                  <a:lnTo>
                    <a:pt x="22263" y="362309"/>
                  </a:lnTo>
                  <a:lnTo>
                    <a:pt x="22390" y="362495"/>
                  </a:lnTo>
                  <a:lnTo>
                    <a:pt x="22517" y="362682"/>
                  </a:lnTo>
                  <a:lnTo>
                    <a:pt x="22645" y="362868"/>
                  </a:lnTo>
                  <a:lnTo>
                    <a:pt x="22773" y="363054"/>
                  </a:lnTo>
                  <a:lnTo>
                    <a:pt x="22902" y="363239"/>
                  </a:lnTo>
                  <a:lnTo>
                    <a:pt x="23063" y="363467"/>
                  </a:lnTo>
                  <a:lnTo>
                    <a:pt x="23162" y="363608"/>
                  </a:lnTo>
                  <a:lnTo>
                    <a:pt x="23293" y="363791"/>
                  </a:lnTo>
                  <a:lnTo>
                    <a:pt x="23424" y="363975"/>
                  </a:lnTo>
                  <a:lnTo>
                    <a:pt x="23689" y="364340"/>
                  </a:lnTo>
                  <a:lnTo>
                    <a:pt x="23822" y="364522"/>
                  </a:lnTo>
                  <a:lnTo>
                    <a:pt x="23956" y="364704"/>
                  </a:lnTo>
                  <a:lnTo>
                    <a:pt x="24091" y="364885"/>
                  </a:lnTo>
                  <a:lnTo>
                    <a:pt x="24362" y="365246"/>
                  </a:lnTo>
                  <a:lnTo>
                    <a:pt x="24498" y="365426"/>
                  </a:lnTo>
                  <a:lnTo>
                    <a:pt x="24635" y="365605"/>
                  </a:lnTo>
                  <a:lnTo>
                    <a:pt x="24772" y="365784"/>
                  </a:lnTo>
                  <a:lnTo>
                    <a:pt x="24910" y="365962"/>
                  </a:lnTo>
                  <a:lnTo>
                    <a:pt x="25189" y="366317"/>
                  </a:lnTo>
                  <a:lnTo>
                    <a:pt x="25328" y="366494"/>
                  </a:lnTo>
                  <a:lnTo>
                    <a:pt x="25469" y="366671"/>
                  </a:lnTo>
                  <a:lnTo>
                    <a:pt x="25610" y="366847"/>
                  </a:lnTo>
                  <a:lnTo>
                    <a:pt x="25752" y="367022"/>
                  </a:lnTo>
                  <a:lnTo>
                    <a:pt x="25930" y="367241"/>
                  </a:lnTo>
                  <a:lnTo>
                    <a:pt x="26037" y="367372"/>
                  </a:lnTo>
                  <a:lnTo>
                    <a:pt x="26181" y="367546"/>
                  </a:lnTo>
                  <a:lnTo>
                    <a:pt x="26325" y="367719"/>
                  </a:lnTo>
                  <a:lnTo>
                    <a:pt x="26615" y="368065"/>
                  </a:lnTo>
                  <a:lnTo>
                    <a:pt x="26760" y="368237"/>
                  </a:lnTo>
                  <a:lnTo>
                    <a:pt x="26907" y="368409"/>
                  </a:lnTo>
                  <a:lnTo>
                    <a:pt x="27054" y="368580"/>
                  </a:lnTo>
                  <a:lnTo>
                    <a:pt x="27201" y="368750"/>
                  </a:lnTo>
                  <a:lnTo>
                    <a:pt x="27349" y="368920"/>
                  </a:lnTo>
                  <a:lnTo>
                    <a:pt x="27498" y="369090"/>
                  </a:lnTo>
                  <a:lnTo>
                    <a:pt x="27647" y="369259"/>
                  </a:lnTo>
                  <a:lnTo>
                    <a:pt x="27797" y="369428"/>
                  </a:lnTo>
                  <a:lnTo>
                    <a:pt x="27948" y="369596"/>
                  </a:lnTo>
                  <a:lnTo>
                    <a:pt x="28250" y="369931"/>
                  </a:lnTo>
                  <a:lnTo>
                    <a:pt x="28402" y="370097"/>
                  </a:lnTo>
                  <a:lnTo>
                    <a:pt x="28708" y="370429"/>
                  </a:lnTo>
                  <a:lnTo>
                    <a:pt x="28862" y="370594"/>
                  </a:lnTo>
                  <a:lnTo>
                    <a:pt x="29016" y="370758"/>
                  </a:lnTo>
                  <a:lnTo>
                    <a:pt x="29326" y="371086"/>
                  </a:lnTo>
                  <a:lnTo>
                    <a:pt x="29482" y="371249"/>
                  </a:lnTo>
                  <a:lnTo>
                    <a:pt x="29639" y="371411"/>
                  </a:lnTo>
                  <a:lnTo>
                    <a:pt x="29796" y="371573"/>
                  </a:lnTo>
                  <a:lnTo>
                    <a:pt x="29954" y="371734"/>
                  </a:lnTo>
                  <a:lnTo>
                    <a:pt x="30111" y="371895"/>
                  </a:lnTo>
                  <a:lnTo>
                    <a:pt x="30270" y="372055"/>
                  </a:lnTo>
                  <a:lnTo>
                    <a:pt x="30429" y="372215"/>
                  </a:lnTo>
                  <a:lnTo>
                    <a:pt x="30589" y="372374"/>
                  </a:lnTo>
                  <a:lnTo>
                    <a:pt x="30749" y="372533"/>
                  </a:lnTo>
                  <a:lnTo>
                    <a:pt x="30910" y="372691"/>
                  </a:lnTo>
                  <a:lnTo>
                    <a:pt x="31072" y="372848"/>
                  </a:lnTo>
                  <a:lnTo>
                    <a:pt x="31234" y="373005"/>
                  </a:lnTo>
                  <a:lnTo>
                    <a:pt x="31396" y="373162"/>
                  </a:lnTo>
                  <a:lnTo>
                    <a:pt x="31559" y="373317"/>
                  </a:lnTo>
                  <a:lnTo>
                    <a:pt x="31722" y="373473"/>
                  </a:lnTo>
                  <a:lnTo>
                    <a:pt x="31642" y="373989"/>
                  </a:lnTo>
                  <a:lnTo>
                    <a:pt x="37202" y="378773"/>
                  </a:lnTo>
                  <a:lnTo>
                    <a:pt x="38134" y="379573"/>
                  </a:lnTo>
                  <a:lnTo>
                    <a:pt x="38304" y="379732"/>
                  </a:lnTo>
                  <a:lnTo>
                    <a:pt x="38473" y="379891"/>
                  </a:lnTo>
                  <a:lnTo>
                    <a:pt x="38641" y="380051"/>
                  </a:lnTo>
                  <a:lnTo>
                    <a:pt x="38809" y="380211"/>
                  </a:lnTo>
                  <a:lnTo>
                    <a:pt x="38976" y="380372"/>
                  </a:lnTo>
                  <a:lnTo>
                    <a:pt x="39143" y="380534"/>
                  </a:lnTo>
                  <a:lnTo>
                    <a:pt x="39309" y="380696"/>
                  </a:lnTo>
                  <a:lnTo>
                    <a:pt x="39475" y="380859"/>
                  </a:lnTo>
                  <a:lnTo>
                    <a:pt x="39640" y="381022"/>
                  </a:lnTo>
                  <a:lnTo>
                    <a:pt x="39804" y="381186"/>
                  </a:lnTo>
                  <a:lnTo>
                    <a:pt x="39969" y="381350"/>
                  </a:lnTo>
                  <a:lnTo>
                    <a:pt x="40132" y="381515"/>
                  </a:lnTo>
                  <a:lnTo>
                    <a:pt x="40295" y="381680"/>
                  </a:lnTo>
                  <a:lnTo>
                    <a:pt x="40457" y="381846"/>
                  </a:lnTo>
                  <a:lnTo>
                    <a:pt x="40619" y="382013"/>
                  </a:lnTo>
                  <a:lnTo>
                    <a:pt x="40781" y="382180"/>
                  </a:lnTo>
                  <a:lnTo>
                    <a:pt x="41101" y="382516"/>
                  </a:lnTo>
                  <a:lnTo>
                    <a:pt x="41261" y="382684"/>
                  </a:lnTo>
                  <a:lnTo>
                    <a:pt x="41420" y="382853"/>
                  </a:lnTo>
                  <a:lnTo>
                    <a:pt x="41894" y="383364"/>
                  </a:lnTo>
                  <a:lnTo>
                    <a:pt x="42051" y="383535"/>
                  </a:lnTo>
                  <a:lnTo>
                    <a:pt x="42207" y="383707"/>
                  </a:lnTo>
                  <a:lnTo>
                    <a:pt x="42363" y="383879"/>
                  </a:lnTo>
                  <a:lnTo>
                    <a:pt x="42518" y="384052"/>
                  </a:lnTo>
                  <a:lnTo>
                    <a:pt x="42692" y="384248"/>
                  </a:lnTo>
                  <a:lnTo>
                    <a:pt x="42826" y="384400"/>
                  </a:lnTo>
                  <a:lnTo>
                    <a:pt x="42980" y="384574"/>
                  </a:lnTo>
                  <a:lnTo>
                    <a:pt x="43133" y="384749"/>
                  </a:lnTo>
                  <a:lnTo>
                    <a:pt x="43285" y="384924"/>
                  </a:lnTo>
                  <a:lnTo>
                    <a:pt x="43436" y="385100"/>
                  </a:lnTo>
                  <a:lnTo>
                    <a:pt x="43587" y="385277"/>
                  </a:lnTo>
                  <a:lnTo>
                    <a:pt x="43738" y="385454"/>
                  </a:lnTo>
                  <a:lnTo>
                    <a:pt x="43888" y="385631"/>
                  </a:lnTo>
                  <a:lnTo>
                    <a:pt x="44037" y="385809"/>
                  </a:lnTo>
                  <a:lnTo>
                    <a:pt x="44186" y="385987"/>
                  </a:lnTo>
                  <a:lnTo>
                    <a:pt x="44334" y="386166"/>
                  </a:lnTo>
                  <a:lnTo>
                    <a:pt x="44481" y="386346"/>
                  </a:lnTo>
                  <a:lnTo>
                    <a:pt x="44628" y="386526"/>
                  </a:lnTo>
                  <a:lnTo>
                    <a:pt x="44774" y="386706"/>
                  </a:lnTo>
                  <a:lnTo>
                    <a:pt x="45264" y="387273"/>
                  </a:lnTo>
                  <a:lnTo>
                    <a:pt x="45567" y="387623"/>
                  </a:lnTo>
                  <a:lnTo>
                    <a:pt x="47888" y="390310"/>
                  </a:lnTo>
                  <a:lnTo>
                    <a:pt x="55141" y="398831"/>
                  </a:lnTo>
                  <a:lnTo>
                    <a:pt x="56076" y="399821"/>
                  </a:lnTo>
                  <a:lnTo>
                    <a:pt x="58479" y="402366"/>
                  </a:lnTo>
                  <a:lnTo>
                    <a:pt x="59199" y="403129"/>
                  </a:lnTo>
                  <a:lnTo>
                    <a:pt x="70007" y="415597"/>
                  </a:lnTo>
                  <a:lnTo>
                    <a:pt x="70674" y="416408"/>
                  </a:lnTo>
                  <a:lnTo>
                    <a:pt x="73391" y="419497"/>
                  </a:lnTo>
                  <a:lnTo>
                    <a:pt x="80506" y="428133"/>
                  </a:lnTo>
                  <a:lnTo>
                    <a:pt x="80649" y="428320"/>
                  </a:lnTo>
                  <a:lnTo>
                    <a:pt x="80790" y="428507"/>
                  </a:lnTo>
                  <a:lnTo>
                    <a:pt x="80931" y="428694"/>
                  </a:lnTo>
                  <a:lnTo>
                    <a:pt x="81071" y="428882"/>
                  </a:lnTo>
                  <a:lnTo>
                    <a:pt x="81195" y="429050"/>
                  </a:lnTo>
                  <a:lnTo>
                    <a:pt x="81319" y="429218"/>
                  </a:lnTo>
                  <a:lnTo>
                    <a:pt x="81442" y="429387"/>
                  </a:lnTo>
                  <a:lnTo>
                    <a:pt x="81564" y="429556"/>
                  </a:lnTo>
                  <a:lnTo>
                    <a:pt x="81685" y="429726"/>
                  </a:lnTo>
                  <a:lnTo>
                    <a:pt x="81806" y="429896"/>
                  </a:lnTo>
                  <a:lnTo>
                    <a:pt x="81927" y="430067"/>
                  </a:lnTo>
                  <a:lnTo>
                    <a:pt x="82047" y="430238"/>
                  </a:lnTo>
                  <a:lnTo>
                    <a:pt x="82166" y="430409"/>
                  </a:lnTo>
                  <a:lnTo>
                    <a:pt x="82284" y="430581"/>
                  </a:lnTo>
                  <a:lnTo>
                    <a:pt x="82402" y="430753"/>
                  </a:lnTo>
                  <a:lnTo>
                    <a:pt x="82520" y="430926"/>
                  </a:lnTo>
                  <a:lnTo>
                    <a:pt x="82636" y="431099"/>
                  </a:lnTo>
                  <a:lnTo>
                    <a:pt x="82752" y="431273"/>
                  </a:lnTo>
                  <a:lnTo>
                    <a:pt x="82868" y="431447"/>
                  </a:lnTo>
                  <a:lnTo>
                    <a:pt x="82982" y="431621"/>
                  </a:lnTo>
                  <a:lnTo>
                    <a:pt x="83096" y="431796"/>
                  </a:lnTo>
                  <a:lnTo>
                    <a:pt x="83210" y="431971"/>
                  </a:lnTo>
                  <a:lnTo>
                    <a:pt x="83323" y="432147"/>
                  </a:lnTo>
                  <a:lnTo>
                    <a:pt x="83435" y="432323"/>
                  </a:lnTo>
                  <a:lnTo>
                    <a:pt x="83547" y="432500"/>
                  </a:lnTo>
                  <a:lnTo>
                    <a:pt x="83658" y="432677"/>
                  </a:lnTo>
                  <a:lnTo>
                    <a:pt x="83768" y="432854"/>
                  </a:lnTo>
                  <a:lnTo>
                    <a:pt x="83877" y="433032"/>
                  </a:lnTo>
                  <a:lnTo>
                    <a:pt x="83986" y="433210"/>
                  </a:lnTo>
                  <a:lnTo>
                    <a:pt x="84095" y="433388"/>
                  </a:lnTo>
                  <a:lnTo>
                    <a:pt x="84203" y="433567"/>
                  </a:lnTo>
                  <a:lnTo>
                    <a:pt x="84310" y="433747"/>
                  </a:lnTo>
                  <a:lnTo>
                    <a:pt x="84416" y="433926"/>
                  </a:lnTo>
                  <a:lnTo>
                    <a:pt x="84522" y="434106"/>
                  </a:lnTo>
                  <a:lnTo>
                    <a:pt x="84627" y="434287"/>
                  </a:lnTo>
                  <a:lnTo>
                    <a:pt x="84731" y="434468"/>
                  </a:lnTo>
                  <a:lnTo>
                    <a:pt x="84835" y="434649"/>
                  </a:lnTo>
                  <a:lnTo>
                    <a:pt x="84938" y="434831"/>
                  </a:lnTo>
                  <a:lnTo>
                    <a:pt x="85041" y="435013"/>
                  </a:lnTo>
                  <a:lnTo>
                    <a:pt x="85142" y="435195"/>
                  </a:lnTo>
                  <a:lnTo>
                    <a:pt x="85244" y="435378"/>
                  </a:lnTo>
                  <a:lnTo>
                    <a:pt x="85344" y="435561"/>
                  </a:lnTo>
                  <a:lnTo>
                    <a:pt x="85444" y="435744"/>
                  </a:lnTo>
                  <a:lnTo>
                    <a:pt x="85543" y="435928"/>
                  </a:lnTo>
                  <a:lnTo>
                    <a:pt x="85641" y="436112"/>
                  </a:lnTo>
                  <a:lnTo>
                    <a:pt x="85739" y="436297"/>
                  </a:lnTo>
                  <a:lnTo>
                    <a:pt x="85933" y="436667"/>
                  </a:lnTo>
                  <a:lnTo>
                    <a:pt x="86029" y="436853"/>
                  </a:lnTo>
                  <a:lnTo>
                    <a:pt x="86124" y="437038"/>
                  </a:lnTo>
                  <a:lnTo>
                    <a:pt x="86218" y="437225"/>
                  </a:lnTo>
                  <a:lnTo>
                    <a:pt x="86312" y="437411"/>
                  </a:lnTo>
                  <a:lnTo>
                    <a:pt x="86405" y="437598"/>
                  </a:lnTo>
                  <a:lnTo>
                    <a:pt x="86497" y="437786"/>
                  </a:lnTo>
                  <a:lnTo>
                    <a:pt x="86589" y="437973"/>
                  </a:lnTo>
                  <a:lnTo>
                    <a:pt x="86680" y="438161"/>
                  </a:lnTo>
                  <a:lnTo>
                    <a:pt x="86770" y="438350"/>
                  </a:lnTo>
                  <a:lnTo>
                    <a:pt x="86860" y="438538"/>
                  </a:lnTo>
                  <a:lnTo>
                    <a:pt x="86949" y="438727"/>
                  </a:lnTo>
                  <a:lnTo>
                    <a:pt x="87037" y="438917"/>
                  </a:lnTo>
                  <a:lnTo>
                    <a:pt x="87125" y="439106"/>
                  </a:lnTo>
                  <a:lnTo>
                    <a:pt x="87212" y="439296"/>
                  </a:lnTo>
                  <a:lnTo>
                    <a:pt x="87298" y="439487"/>
                  </a:lnTo>
                  <a:lnTo>
                    <a:pt x="88516" y="442140"/>
                  </a:lnTo>
                  <a:lnTo>
                    <a:pt x="89061" y="443328"/>
                  </a:lnTo>
                  <a:lnTo>
                    <a:pt x="95259" y="456836"/>
                  </a:lnTo>
                  <a:lnTo>
                    <a:pt x="97914" y="462623"/>
                  </a:lnTo>
                  <a:lnTo>
                    <a:pt x="104511" y="477000"/>
                  </a:lnTo>
                  <a:lnTo>
                    <a:pt x="104600" y="477199"/>
                  </a:lnTo>
                  <a:lnTo>
                    <a:pt x="104689" y="477397"/>
                  </a:lnTo>
                  <a:lnTo>
                    <a:pt x="104779" y="477596"/>
                  </a:lnTo>
                  <a:lnTo>
                    <a:pt x="104870" y="477794"/>
                  </a:lnTo>
                  <a:lnTo>
                    <a:pt x="104962" y="477992"/>
                  </a:lnTo>
                  <a:lnTo>
                    <a:pt x="105054" y="478189"/>
                  </a:lnTo>
                  <a:lnTo>
                    <a:pt x="105147" y="478386"/>
                  </a:lnTo>
                  <a:lnTo>
                    <a:pt x="105241" y="478583"/>
                  </a:lnTo>
                  <a:lnTo>
                    <a:pt x="105335" y="478780"/>
                  </a:lnTo>
                  <a:lnTo>
                    <a:pt x="105430" y="478976"/>
                  </a:lnTo>
                  <a:lnTo>
                    <a:pt x="105526" y="479172"/>
                  </a:lnTo>
                  <a:lnTo>
                    <a:pt x="105622" y="479367"/>
                  </a:lnTo>
                  <a:lnTo>
                    <a:pt x="105719" y="479563"/>
                  </a:lnTo>
                  <a:lnTo>
                    <a:pt x="105817" y="479757"/>
                  </a:lnTo>
                  <a:lnTo>
                    <a:pt x="105915" y="479952"/>
                  </a:lnTo>
                  <a:lnTo>
                    <a:pt x="106015" y="480146"/>
                  </a:lnTo>
                  <a:lnTo>
                    <a:pt x="106114" y="480340"/>
                  </a:lnTo>
                  <a:lnTo>
                    <a:pt x="106215" y="480533"/>
                  </a:lnTo>
                  <a:lnTo>
                    <a:pt x="106316" y="480726"/>
                  </a:lnTo>
                  <a:lnTo>
                    <a:pt x="106418" y="480919"/>
                  </a:lnTo>
                  <a:lnTo>
                    <a:pt x="106520" y="481111"/>
                  </a:lnTo>
                  <a:lnTo>
                    <a:pt x="106624" y="481303"/>
                  </a:lnTo>
                  <a:lnTo>
                    <a:pt x="106727" y="481495"/>
                  </a:lnTo>
                  <a:lnTo>
                    <a:pt x="106832" y="481686"/>
                  </a:lnTo>
                  <a:lnTo>
                    <a:pt x="106937" y="481877"/>
                  </a:lnTo>
                  <a:lnTo>
                    <a:pt x="107043" y="482068"/>
                  </a:lnTo>
                  <a:lnTo>
                    <a:pt x="107149" y="482258"/>
                  </a:lnTo>
                  <a:lnTo>
                    <a:pt x="107257" y="482448"/>
                  </a:lnTo>
                  <a:lnTo>
                    <a:pt x="107364" y="482637"/>
                  </a:lnTo>
                  <a:lnTo>
                    <a:pt x="107473" y="482826"/>
                  </a:lnTo>
                  <a:lnTo>
                    <a:pt x="107582" y="483015"/>
                  </a:lnTo>
                  <a:lnTo>
                    <a:pt x="107692" y="483203"/>
                  </a:lnTo>
                  <a:lnTo>
                    <a:pt x="107802" y="483391"/>
                  </a:lnTo>
                  <a:lnTo>
                    <a:pt x="107914" y="483578"/>
                  </a:lnTo>
                  <a:lnTo>
                    <a:pt x="108025" y="483765"/>
                  </a:lnTo>
                  <a:lnTo>
                    <a:pt x="108138" y="483952"/>
                  </a:lnTo>
                  <a:lnTo>
                    <a:pt x="108251" y="484138"/>
                  </a:lnTo>
                  <a:lnTo>
                    <a:pt x="108365" y="484324"/>
                  </a:lnTo>
                  <a:lnTo>
                    <a:pt x="108479" y="484510"/>
                  </a:lnTo>
                  <a:lnTo>
                    <a:pt x="108594" y="484695"/>
                  </a:lnTo>
                  <a:lnTo>
                    <a:pt x="108710" y="484879"/>
                  </a:lnTo>
                  <a:lnTo>
                    <a:pt x="108826" y="485064"/>
                  </a:lnTo>
                  <a:lnTo>
                    <a:pt x="108943" y="485248"/>
                  </a:lnTo>
                  <a:lnTo>
                    <a:pt x="109061" y="485431"/>
                  </a:lnTo>
                  <a:lnTo>
                    <a:pt x="109179" y="485614"/>
                  </a:lnTo>
                  <a:lnTo>
                    <a:pt x="109298" y="485797"/>
                  </a:lnTo>
                  <a:lnTo>
                    <a:pt x="109418" y="485979"/>
                  </a:lnTo>
                  <a:lnTo>
                    <a:pt x="109538" y="486161"/>
                  </a:lnTo>
                  <a:lnTo>
                    <a:pt x="109659" y="486342"/>
                  </a:lnTo>
                  <a:lnTo>
                    <a:pt x="109780" y="486523"/>
                  </a:lnTo>
                  <a:lnTo>
                    <a:pt x="109902" y="486703"/>
                  </a:lnTo>
                  <a:lnTo>
                    <a:pt x="110025" y="486883"/>
                  </a:lnTo>
                  <a:lnTo>
                    <a:pt x="110148" y="487063"/>
                  </a:lnTo>
                  <a:lnTo>
                    <a:pt x="110272" y="487242"/>
                  </a:lnTo>
                  <a:lnTo>
                    <a:pt x="110397" y="487421"/>
                  </a:lnTo>
                  <a:lnTo>
                    <a:pt x="110522" y="487599"/>
                  </a:lnTo>
                  <a:lnTo>
                    <a:pt x="110648" y="487777"/>
                  </a:lnTo>
                  <a:lnTo>
                    <a:pt x="110774" y="487954"/>
                  </a:lnTo>
                  <a:lnTo>
                    <a:pt x="110902" y="488131"/>
                  </a:lnTo>
                  <a:lnTo>
                    <a:pt x="111029" y="488308"/>
                  </a:lnTo>
                  <a:lnTo>
                    <a:pt x="111158" y="488484"/>
                  </a:lnTo>
                  <a:lnTo>
                    <a:pt x="111287" y="488660"/>
                  </a:lnTo>
                  <a:lnTo>
                    <a:pt x="111416" y="488835"/>
                  </a:lnTo>
                  <a:lnTo>
                    <a:pt x="111546" y="489010"/>
                  </a:lnTo>
                  <a:lnTo>
                    <a:pt x="111677" y="489184"/>
                  </a:lnTo>
                  <a:lnTo>
                    <a:pt x="111805" y="489352"/>
                  </a:lnTo>
                  <a:lnTo>
                    <a:pt x="111933" y="489521"/>
                  </a:lnTo>
                  <a:lnTo>
                    <a:pt x="112061" y="489689"/>
                  </a:lnTo>
                  <a:lnTo>
                    <a:pt x="112190" y="489856"/>
                  </a:lnTo>
                  <a:lnTo>
                    <a:pt x="112320" y="490023"/>
                  </a:lnTo>
                  <a:lnTo>
                    <a:pt x="112451" y="490189"/>
                  </a:lnTo>
                  <a:lnTo>
                    <a:pt x="112582" y="490355"/>
                  </a:lnTo>
                  <a:lnTo>
                    <a:pt x="112713" y="490521"/>
                  </a:lnTo>
                  <a:lnTo>
                    <a:pt x="112845" y="490686"/>
                  </a:lnTo>
                  <a:lnTo>
                    <a:pt x="112978" y="490851"/>
                  </a:lnTo>
                  <a:lnTo>
                    <a:pt x="113111" y="491015"/>
                  </a:lnTo>
                  <a:lnTo>
                    <a:pt x="113248" y="491183"/>
                  </a:lnTo>
                  <a:lnTo>
                    <a:pt x="113386" y="491351"/>
                  </a:lnTo>
                  <a:lnTo>
                    <a:pt x="113524" y="491518"/>
                  </a:lnTo>
                  <a:lnTo>
                    <a:pt x="113663" y="491684"/>
                  </a:lnTo>
                  <a:lnTo>
                    <a:pt x="113803" y="491850"/>
                  </a:lnTo>
                  <a:lnTo>
                    <a:pt x="113943" y="492016"/>
                  </a:lnTo>
                  <a:lnTo>
                    <a:pt x="114083" y="492181"/>
                  </a:lnTo>
                  <a:lnTo>
                    <a:pt x="114225" y="492346"/>
                  </a:lnTo>
                  <a:lnTo>
                    <a:pt x="114367" y="492510"/>
                  </a:lnTo>
                  <a:lnTo>
                    <a:pt x="114509" y="492673"/>
                  </a:lnTo>
                  <a:lnTo>
                    <a:pt x="114652" y="492836"/>
                  </a:lnTo>
                  <a:lnTo>
                    <a:pt x="114795" y="492999"/>
                  </a:lnTo>
                  <a:lnTo>
                    <a:pt x="114940" y="493161"/>
                  </a:lnTo>
                  <a:lnTo>
                    <a:pt x="115084" y="493323"/>
                  </a:lnTo>
                  <a:lnTo>
                    <a:pt x="115229" y="493484"/>
                  </a:lnTo>
                  <a:lnTo>
                    <a:pt x="115375" y="493644"/>
                  </a:lnTo>
                  <a:lnTo>
                    <a:pt x="115522" y="493804"/>
                  </a:lnTo>
                  <a:lnTo>
                    <a:pt x="115669" y="493964"/>
                  </a:lnTo>
                  <a:lnTo>
                    <a:pt x="115816" y="494123"/>
                  </a:lnTo>
                  <a:lnTo>
                    <a:pt x="115964" y="494282"/>
                  </a:lnTo>
                  <a:lnTo>
                    <a:pt x="116113" y="494440"/>
                  </a:lnTo>
                  <a:lnTo>
                    <a:pt x="116262" y="494597"/>
                  </a:lnTo>
                  <a:lnTo>
                    <a:pt x="116411" y="494754"/>
                  </a:lnTo>
                  <a:lnTo>
                    <a:pt x="116562" y="494910"/>
                  </a:lnTo>
                  <a:lnTo>
                    <a:pt x="116712" y="495066"/>
                  </a:lnTo>
                  <a:lnTo>
                    <a:pt x="116864" y="495222"/>
                  </a:lnTo>
                  <a:lnTo>
                    <a:pt x="117015" y="495376"/>
                  </a:lnTo>
                  <a:lnTo>
                    <a:pt x="117168" y="495531"/>
                  </a:lnTo>
                  <a:lnTo>
                    <a:pt x="117321" y="495684"/>
                  </a:lnTo>
                  <a:lnTo>
                    <a:pt x="117474" y="495838"/>
                  </a:lnTo>
                  <a:lnTo>
                    <a:pt x="117628" y="495990"/>
                  </a:lnTo>
                  <a:lnTo>
                    <a:pt x="117783" y="496143"/>
                  </a:lnTo>
                  <a:lnTo>
                    <a:pt x="117938" y="496294"/>
                  </a:lnTo>
                  <a:lnTo>
                    <a:pt x="118093" y="496445"/>
                  </a:lnTo>
                  <a:lnTo>
                    <a:pt x="118249" y="496596"/>
                  </a:lnTo>
                  <a:lnTo>
                    <a:pt x="118406" y="496746"/>
                  </a:lnTo>
                  <a:lnTo>
                    <a:pt x="118563" y="496895"/>
                  </a:lnTo>
                  <a:lnTo>
                    <a:pt x="118721" y="497044"/>
                  </a:lnTo>
                  <a:lnTo>
                    <a:pt x="118879" y="497192"/>
                  </a:lnTo>
                  <a:lnTo>
                    <a:pt x="119038" y="497340"/>
                  </a:lnTo>
                  <a:lnTo>
                    <a:pt x="119197" y="497487"/>
                  </a:lnTo>
                  <a:lnTo>
                    <a:pt x="119357" y="497634"/>
                  </a:lnTo>
                  <a:lnTo>
                    <a:pt x="119517" y="497780"/>
                  </a:lnTo>
                  <a:lnTo>
                    <a:pt x="119685" y="497932"/>
                  </a:lnTo>
                  <a:lnTo>
                    <a:pt x="119854" y="498084"/>
                  </a:lnTo>
                  <a:lnTo>
                    <a:pt x="120023" y="498235"/>
                  </a:lnTo>
                  <a:lnTo>
                    <a:pt x="120205" y="498404"/>
                  </a:lnTo>
                  <a:lnTo>
                    <a:pt x="120387" y="498573"/>
                  </a:lnTo>
                  <a:lnTo>
                    <a:pt x="120570" y="498741"/>
                  </a:lnTo>
                  <a:lnTo>
                    <a:pt x="120754" y="498908"/>
                  </a:lnTo>
                  <a:lnTo>
                    <a:pt x="120938" y="499075"/>
                  </a:lnTo>
                  <a:lnTo>
                    <a:pt x="121122" y="499242"/>
                  </a:lnTo>
                  <a:lnTo>
                    <a:pt x="121307" y="499407"/>
                  </a:lnTo>
                  <a:lnTo>
                    <a:pt x="121492" y="499573"/>
                  </a:lnTo>
                  <a:lnTo>
                    <a:pt x="121678" y="499738"/>
                  </a:lnTo>
                  <a:lnTo>
                    <a:pt x="121864" y="499902"/>
                  </a:lnTo>
                  <a:lnTo>
                    <a:pt x="122051" y="500066"/>
                  </a:lnTo>
                  <a:lnTo>
                    <a:pt x="122238" y="500229"/>
                  </a:lnTo>
                  <a:lnTo>
                    <a:pt x="122476" y="500435"/>
                  </a:lnTo>
                  <a:lnTo>
                    <a:pt x="122715" y="500640"/>
                  </a:lnTo>
                  <a:lnTo>
                    <a:pt x="122901" y="500799"/>
                  </a:lnTo>
                  <a:lnTo>
                    <a:pt x="123118" y="500983"/>
                  </a:lnTo>
                  <a:lnTo>
                    <a:pt x="123336" y="501166"/>
                  </a:lnTo>
                  <a:lnTo>
                    <a:pt x="123514" y="501315"/>
                  </a:lnTo>
                  <a:lnTo>
                    <a:pt x="123756" y="501516"/>
                  </a:lnTo>
                  <a:lnTo>
                    <a:pt x="123998" y="501716"/>
                  </a:lnTo>
                  <a:lnTo>
                    <a:pt x="124195" y="501878"/>
                  </a:lnTo>
                  <a:lnTo>
                    <a:pt x="124393" y="502039"/>
                  </a:lnTo>
                  <a:lnTo>
                    <a:pt x="124592" y="502200"/>
                  </a:lnTo>
                  <a:lnTo>
                    <a:pt x="124791" y="502360"/>
                  </a:lnTo>
                  <a:lnTo>
                    <a:pt x="124990" y="502519"/>
                  </a:lnTo>
                  <a:lnTo>
                    <a:pt x="125190" y="502678"/>
                  </a:lnTo>
                  <a:lnTo>
                    <a:pt x="125391" y="502836"/>
                  </a:lnTo>
                  <a:lnTo>
                    <a:pt x="125591" y="502994"/>
                  </a:lnTo>
                  <a:lnTo>
                    <a:pt x="125793" y="503151"/>
                  </a:lnTo>
                  <a:lnTo>
                    <a:pt x="125995" y="503307"/>
                  </a:lnTo>
                  <a:lnTo>
                    <a:pt x="126197" y="503463"/>
                  </a:lnTo>
                  <a:lnTo>
                    <a:pt x="126400" y="503618"/>
                  </a:lnTo>
                  <a:lnTo>
                    <a:pt x="126603" y="503773"/>
                  </a:lnTo>
                  <a:lnTo>
                    <a:pt x="126806" y="503927"/>
                  </a:lnTo>
                  <a:lnTo>
                    <a:pt x="127011" y="504080"/>
                  </a:lnTo>
                  <a:lnTo>
                    <a:pt x="127215" y="504233"/>
                  </a:lnTo>
                  <a:lnTo>
                    <a:pt x="127420" y="504385"/>
                  </a:lnTo>
                  <a:lnTo>
                    <a:pt x="127626" y="504537"/>
                  </a:lnTo>
                  <a:lnTo>
                    <a:pt x="127832" y="504687"/>
                  </a:lnTo>
                  <a:lnTo>
                    <a:pt x="128038" y="504838"/>
                  </a:lnTo>
                  <a:lnTo>
                    <a:pt x="128245" y="504987"/>
                  </a:lnTo>
                  <a:lnTo>
                    <a:pt x="128452" y="505136"/>
                  </a:lnTo>
                  <a:lnTo>
                    <a:pt x="128660" y="505285"/>
                  </a:lnTo>
                  <a:lnTo>
                    <a:pt x="128868" y="505432"/>
                  </a:lnTo>
                  <a:lnTo>
                    <a:pt x="129077" y="505579"/>
                  </a:lnTo>
                  <a:lnTo>
                    <a:pt x="129286" y="505726"/>
                  </a:lnTo>
                  <a:lnTo>
                    <a:pt x="129495" y="505872"/>
                  </a:lnTo>
                  <a:lnTo>
                    <a:pt x="129705" y="506017"/>
                  </a:lnTo>
                  <a:lnTo>
                    <a:pt x="129916" y="506162"/>
                  </a:lnTo>
                  <a:lnTo>
                    <a:pt x="130127" y="506305"/>
                  </a:lnTo>
                  <a:lnTo>
                    <a:pt x="130338" y="506449"/>
                  </a:lnTo>
                  <a:lnTo>
                    <a:pt x="130549" y="506591"/>
                  </a:lnTo>
                  <a:lnTo>
                    <a:pt x="130762" y="506733"/>
                  </a:lnTo>
                  <a:lnTo>
                    <a:pt x="130974" y="506875"/>
                  </a:lnTo>
                  <a:lnTo>
                    <a:pt x="131187" y="507015"/>
                  </a:lnTo>
                  <a:lnTo>
                    <a:pt x="131401" y="507156"/>
                  </a:lnTo>
                  <a:lnTo>
                    <a:pt x="131655" y="507321"/>
                  </a:lnTo>
                  <a:lnTo>
                    <a:pt x="131829" y="507434"/>
                  </a:lnTo>
                  <a:lnTo>
                    <a:pt x="132043" y="507572"/>
                  </a:lnTo>
                  <a:lnTo>
                    <a:pt x="132258" y="507709"/>
                  </a:lnTo>
                  <a:lnTo>
                    <a:pt x="132474" y="507846"/>
                  </a:lnTo>
                  <a:lnTo>
                    <a:pt x="132690" y="507982"/>
                  </a:lnTo>
                  <a:lnTo>
                    <a:pt x="132906" y="508118"/>
                  </a:lnTo>
                  <a:lnTo>
                    <a:pt x="133123" y="508253"/>
                  </a:lnTo>
                  <a:lnTo>
                    <a:pt x="133340" y="508387"/>
                  </a:lnTo>
                  <a:lnTo>
                    <a:pt x="133557" y="508521"/>
                  </a:lnTo>
                  <a:lnTo>
                    <a:pt x="133775" y="508654"/>
                  </a:lnTo>
                  <a:lnTo>
                    <a:pt x="133993" y="508786"/>
                  </a:lnTo>
                  <a:lnTo>
                    <a:pt x="134212" y="508917"/>
                  </a:lnTo>
                  <a:lnTo>
                    <a:pt x="134431" y="509048"/>
                  </a:lnTo>
                  <a:lnTo>
                    <a:pt x="134651" y="509179"/>
                  </a:lnTo>
                  <a:lnTo>
                    <a:pt x="134871" y="509308"/>
                  </a:lnTo>
                  <a:lnTo>
                    <a:pt x="135091" y="509437"/>
                  </a:lnTo>
                  <a:lnTo>
                    <a:pt x="135311" y="509565"/>
                  </a:lnTo>
                  <a:lnTo>
                    <a:pt x="135532" y="509693"/>
                  </a:lnTo>
                  <a:lnTo>
                    <a:pt x="135754" y="509820"/>
                  </a:lnTo>
                  <a:lnTo>
                    <a:pt x="135976" y="509946"/>
                  </a:lnTo>
                  <a:lnTo>
                    <a:pt x="136198" y="510072"/>
                  </a:lnTo>
                  <a:lnTo>
                    <a:pt x="136420" y="510197"/>
                  </a:lnTo>
                  <a:lnTo>
                    <a:pt x="136643" y="510321"/>
                  </a:lnTo>
                  <a:lnTo>
                    <a:pt x="136867" y="510444"/>
                  </a:lnTo>
                  <a:lnTo>
                    <a:pt x="137090" y="510567"/>
                  </a:lnTo>
                  <a:lnTo>
                    <a:pt x="137314" y="510690"/>
                  </a:lnTo>
                  <a:lnTo>
                    <a:pt x="137539" y="510811"/>
                  </a:lnTo>
                  <a:lnTo>
                    <a:pt x="137763" y="510932"/>
                  </a:lnTo>
                  <a:lnTo>
                    <a:pt x="137989" y="511052"/>
                  </a:lnTo>
                  <a:lnTo>
                    <a:pt x="138214" y="511172"/>
                  </a:lnTo>
                  <a:lnTo>
                    <a:pt x="138440" y="511290"/>
                  </a:lnTo>
                  <a:lnTo>
                    <a:pt x="138666" y="511408"/>
                  </a:lnTo>
                  <a:lnTo>
                    <a:pt x="138893" y="511526"/>
                  </a:lnTo>
                  <a:lnTo>
                    <a:pt x="139120" y="511643"/>
                  </a:lnTo>
                  <a:lnTo>
                    <a:pt x="139347" y="511759"/>
                  </a:lnTo>
                  <a:lnTo>
                    <a:pt x="139575" y="511874"/>
                  </a:lnTo>
                  <a:lnTo>
                    <a:pt x="139802" y="511989"/>
                  </a:lnTo>
                  <a:lnTo>
                    <a:pt x="140031" y="512103"/>
                  </a:lnTo>
                  <a:lnTo>
                    <a:pt x="140259" y="512216"/>
                  </a:lnTo>
                  <a:lnTo>
                    <a:pt x="140488" y="512329"/>
                  </a:lnTo>
                  <a:lnTo>
                    <a:pt x="140718" y="512441"/>
                  </a:lnTo>
                  <a:lnTo>
                    <a:pt x="140947" y="512552"/>
                  </a:lnTo>
                  <a:lnTo>
                    <a:pt x="141177" y="512662"/>
                  </a:lnTo>
                  <a:lnTo>
                    <a:pt x="141408" y="512772"/>
                  </a:lnTo>
                  <a:lnTo>
                    <a:pt x="141638" y="512881"/>
                  </a:lnTo>
                  <a:lnTo>
                    <a:pt x="141869" y="512990"/>
                  </a:lnTo>
                  <a:lnTo>
                    <a:pt x="142101" y="513098"/>
                  </a:lnTo>
                  <a:lnTo>
                    <a:pt x="142332" y="513205"/>
                  </a:lnTo>
                  <a:lnTo>
                    <a:pt x="142564" y="513311"/>
                  </a:lnTo>
                  <a:lnTo>
                    <a:pt x="142796" y="513417"/>
                  </a:lnTo>
                  <a:lnTo>
                    <a:pt x="143025" y="513520"/>
                  </a:lnTo>
                  <a:lnTo>
                    <a:pt x="143255" y="513623"/>
                  </a:lnTo>
                  <a:lnTo>
                    <a:pt x="143484" y="513725"/>
                  </a:lnTo>
                  <a:lnTo>
                    <a:pt x="143714" y="513826"/>
                  </a:lnTo>
                  <a:lnTo>
                    <a:pt x="143944" y="513926"/>
                  </a:lnTo>
                  <a:lnTo>
                    <a:pt x="144175" y="514026"/>
                  </a:lnTo>
                  <a:lnTo>
                    <a:pt x="144405" y="514125"/>
                  </a:lnTo>
                  <a:lnTo>
                    <a:pt x="144637" y="514224"/>
                  </a:lnTo>
                  <a:lnTo>
                    <a:pt x="144868" y="514322"/>
                  </a:lnTo>
                  <a:lnTo>
                    <a:pt x="145100" y="514419"/>
                  </a:lnTo>
                  <a:lnTo>
                    <a:pt x="145331" y="514515"/>
                  </a:lnTo>
                  <a:lnTo>
                    <a:pt x="145564" y="514611"/>
                  </a:lnTo>
                  <a:lnTo>
                    <a:pt x="145796" y="514706"/>
                  </a:lnTo>
                  <a:lnTo>
                    <a:pt x="146029" y="514801"/>
                  </a:lnTo>
                  <a:lnTo>
                    <a:pt x="146262" y="514894"/>
                  </a:lnTo>
                  <a:lnTo>
                    <a:pt x="146495" y="514987"/>
                  </a:lnTo>
                  <a:lnTo>
                    <a:pt x="146729" y="515080"/>
                  </a:lnTo>
                  <a:lnTo>
                    <a:pt x="146963" y="515171"/>
                  </a:lnTo>
                  <a:lnTo>
                    <a:pt x="147197" y="515262"/>
                  </a:lnTo>
                  <a:lnTo>
                    <a:pt x="147431" y="515352"/>
                  </a:lnTo>
                  <a:lnTo>
                    <a:pt x="147666" y="515442"/>
                  </a:lnTo>
                  <a:lnTo>
                    <a:pt x="147901" y="515531"/>
                  </a:lnTo>
                  <a:lnTo>
                    <a:pt x="148136" y="515619"/>
                  </a:lnTo>
                  <a:lnTo>
                    <a:pt x="148372" y="515706"/>
                  </a:lnTo>
                  <a:lnTo>
                    <a:pt x="148607" y="515793"/>
                  </a:lnTo>
                  <a:lnTo>
                    <a:pt x="148843" y="515879"/>
                  </a:lnTo>
                  <a:lnTo>
                    <a:pt x="149080" y="515964"/>
                  </a:lnTo>
                  <a:lnTo>
                    <a:pt x="149316" y="516049"/>
                  </a:lnTo>
                  <a:lnTo>
                    <a:pt x="149553" y="516133"/>
                  </a:lnTo>
                  <a:lnTo>
                    <a:pt x="149790" y="516216"/>
                  </a:lnTo>
                  <a:lnTo>
                    <a:pt x="150027" y="516298"/>
                  </a:lnTo>
                  <a:lnTo>
                    <a:pt x="150264" y="516380"/>
                  </a:lnTo>
                  <a:lnTo>
                    <a:pt x="150502" y="516461"/>
                  </a:lnTo>
                  <a:lnTo>
                    <a:pt x="150740" y="516542"/>
                  </a:lnTo>
                  <a:lnTo>
                    <a:pt x="150978" y="516621"/>
                  </a:lnTo>
                  <a:lnTo>
                    <a:pt x="151217" y="516700"/>
                  </a:lnTo>
                  <a:lnTo>
                    <a:pt x="151455" y="516778"/>
                  </a:lnTo>
                  <a:lnTo>
                    <a:pt x="151694" y="516856"/>
                  </a:lnTo>
                  <a:lnTo>
                    <a:pt x="151933" y="516933"/>
                  </a:lnTo>
                  <a:lnTo>
                    <a:pt x="152173" y="517009"/>
                  </a:lnTo>
                  <a:lnTo>
                    <a:pt x="152412" y="517084"/>
                  </a:lnTo>
                  <a:lnTo>
                    <a:pt x="152652" y="517159"/>
                  </a:lnTo>
                  <a:lnTo>
                    <a:pt x="152892" y="517233"/>
                  </a:lnTo>
                  <a:lnTo>
                    <a:pt x="153132" y="517306"/>
                  </a:lnTo>
                  <a:lnTo>
                    <a:pt x="153464" y="517412"/>
                  </a:lnTo>
                  <a:lnTo>
                    <a:pt x="153796" y="517518"/>
                  </a:lnTo>
                  <a:lnTo>
                    <a:pt x="154128" y="517623"/>
                  </a:lnTo>
                  <a:lnTo>
                    <a:pt x="154461" y="517727"/>
                  </a:lnTo>
                  <a:lnTo>
                    <a:pt x="154794" y="517830"/>
                  </a:lnTo>
                  <a:lnTo>
                    <a:pt x="155127" y="517933"/>
                  </a:lnTo>
                  <a:lnTo>
                    <a:pt x="155460" y="518035"/>
                  </a:lnTo>
                  <a:lnTo>
                    <a:pt x="155793" y="518136"/>
                  </a:lnTo>
                  <a:lnTo>
                    <a:pt x="156127" y="518236"/>
                  </a:lnTo>
                  <a:lnTo>
                    <a:pt x="156461" y="518336"/>
                  </a:lnTo>
                  <a:lnTo>
                    <a:pt x="156795" y="518435"/>
                  </a:lnTo>
                  <a:lnTo>
                    <a:pt x="157130" y="518533"/>
                  </a:lnTo>
                  <a:lnTo>
                    <a:pt x="157464" y="518630"/>
                  </a:lnTo>
                  <a:lnTo>
                    <a:pt x="157799" y="518726"/>
                  </a:lnTo>
                  <a:lnTo>
                    <a:pt x="158134" y="518822"/>
                  </a:lnTo>
                  <a:lnTo>
                    <a:pt x="158469" y="518917"/>
                  </a:lnTo>
                  <a:lnTo>
                    <a:pt x="158805" y="519011"/>
                  </a:lnTo>
                  <a:lnTo>
                    <a:pt x="159131" y="519102"/>
                  </a:lnTo>
                  <a:lnTo>
                    <a:pt x="159457" y="519192"/>
                  </a:lnTo>
                  <a:lnTo>
                    <a:pt x="159783" y="519281"/>
                  </a:lnTo>
                  <a:lnTo>
                    <a:pt x="160110" y="519370"/>
                  </a:lnTo>
                  <a:lnTo>
                    <a:pt x="160436" y="519457"/>
                  </a:lnTo>
                  <a:lnTo>
                    <a:pt x="160763" y="519544"/>
                  </a:lnTo>
                  <a:lnTo>
                    <a:pt x="161090" y="519631"/>
                  </a:lnTo>
                  <a:lnTo>
                    <a:pt x="161417" y="519716"/>
                  </a:lnTo>
                  <a:lnTo>
                    <a:pt x="161745" y="519801"/>
                  </a:lnTo>
                  <a:lnTo>
                    <a:pt x="162073" y="519885"/>
                  </a:lnTo>
                  <a:lnTo>
                    <a:pt x="162400" y="519969"/>
                  </a:lnTo>
                  <a:lnTo>
                    <a:pt x="162735" y="520053"/>
                  </a:lnTo>
                  <a:lnTo>
                    <a:pt x="163069" y="520137"/>
                  </a:lnTo>
                  <a:lnTo>
                    <a:pt x="163404" y="520219"/>
                  </a:lnTo>
                  <a:lnTo>
                    <a:pt x="163739" y="520301"/>
                  </a:lnTo>
                  <a:lnTo>
                    <a:pt x="164069" y="520381"/>
                  </a:lnTo>
                  <a:lnTo>
                    <a:pt x="164400" y="520461"/>
                  </a:lnTo>
                  <a:lnTo>
                    <a:pt x="164731" y="520539"/>
                  </a:lnTo>
                  <a:lnTo>
                    <a:pt x="165061" y="520617"/>
                  </a:lnTo>
                  <a:lnTo>
                    <a:pt x="165392" y="520694"/>
                  </a:lnTo>
                  <a:lnTo>
                    <a:pt x="165724" y="520771"/>
                  </a:lnTo>
                  <a:lnTo>
                    <a:pt x="166055" y="520846"/>
                  </a:lnTo>
                  <a:lnTo>
                    <a:pt x="166387" y="520921"/>
                  </a:lnTo>
                  <a:lnTo>
                    <a:pt x="166718" y="520996"/>
                  </a:lnTo>
                  <a:lnTo>
                    <a:pt x="167050" y="521069"/>
                  </a:lnTo>
                  <a:lnTo>
                    <a:pt x="167382" y="521142"/>
                  </a:lnTo>
                  <a:lnTo>
                    <a:pt x="167714" y="521214"/>
                  </a:lnTo>
                  <a:lnTo>
                    <a:pt x="168047" y="521285"/>
                  </a:lnTo>
                  <a:lnTo>
                    <a:pt x="168379" y="521355"/>
                  </a:lnTo>
                  <a:lnTo>
                    <a:pt x="168712" y="521425"/>
                  </a:lnTo>
                  <a:lnTo>
                    <a:pt x="169045" y="521494"/>
                  </a:lnTo>
                  <a:lnTo>
                    <a:pt x="169378" y="521562"/>
                  </a:lnTo>
                  <a:lnTo>
                    <a:pt x="169711" y="521630"/>
                  </a:lnTo>
                  <a:lnTo>
                    <a:pt x="170044" y="521696"/>
                  </a:lnTo>
                  <a:lnTo>
                    <a:pt x="170378" y="521762"/>
                  </a:lnTo>
                  <a:lnTo>
                    <a:pt x="170711" y="521828"/>
                  </a:lnTo>
                  <a:lnTo>
                    <a:pt x="171045" y="521892"/>
                  </a:lnTo>
                  <a:lnTo>
                    <a:pt x="171379" y="521956"/>
                  </a:lnTo>
                  <a:lnTo>
                    <a:pt x="171713" y="522019"/>
                  </a:lnTo>
                  <a:lnTo>
                    <a:pt x="172047" y="522081"/>
                  </a:lnTo>
                  <a:lnTo>
                    <a:pt x="172381" y="522143"/>
                  </a:lnTo>
                  <a:lnTo>
                    <a:pt x="172716" y="522203"/>
                  </a:lnTo>
                  <a:lnTo>
                    <a:pt x="173050" y="522263"/>
                  </a:lnTo>
                  <a:lnTo>
                    <a:pt x="173385" y="522323"/>
                  </a:lnTo>
                  <a:lnTo>
                    <a:pt x="173720" y="522381"/>
                  </a:lnTo>
                  <a:lnTo>
                    <a:pt x="174054" y="522439"/>
                  </a:lnTo>
                  <a:lnTo>
                    <a:pt x="174390" y="522496"/>
                  </a:lnTo>
                  <a:lnTo>
                    <a:pt x="174725" y="522552"/>
                  </a:lnTo>
                  <a:lnTo>
                    <a:pt x="175060" y="522608"/>
                  </a:lnTo>
                  <a:lnTo>
                    <a:pt x="175396" y="522662"/>
                  </a:lnTo>
                  <a:lnTo>
                    <a:pt x="175731" y="522716"/>
                  </a:lnTo>
                  <a:lnTo>
                    <a:pt x="176067" y="522770"/>
                  </a:lnTo>
                  <a:lnTo>
                    <a:pt x="176403" y="522822"/>
                  </a:lnTo>
                  <a:lnTo>
                    <a:pt x="176738" y="522874"/>
                  </a:lnTo>
                  <a:lnTo>
                    <a:pt x="177074" y="522925"/>
                  </a:lnTo>
                  <a:lnTo>
                    <a:pt x="177411" y="522975"/>
                  </a:lnTo>
                  <a:lnTo>
                    <a:pt x="177747" y="523025"/>
                  </a:lnTo>
                  <a:lnTo>
                    <a:pt x="178083" y="523074"/>
                  </a:lnTo>
                  <a:lnTo>
                    <a:pt x="178420" y="523122"/>
                  </a:lnTo>
                  <a:lnTo>
                    <a:pt x="178756" y="523169"/>
                  </a:lnTo>
                  <a:lnTo>
                    <a:pt x="179093" y="523215"/>
                  </a:lnTo>
                  <a:lnTo>
                    <a:pt x="179430" y="523261"/>
                  </a:lnTo>
                  <a:lnTo>
                    <a:pt x="179767" y="523306"/>
                  </a:lnTo>
                  <a:lnTo>
                    <a:pt x="180104" y="523350"/>
                  </a:lnTo>
                  <a:lnTo>
                    <a:pt x="180441" y="523394"/>
                  </a:lnTo>
                  <a:lnTo>
                    <a:pt x="180778" y="523436"/>
                  </a:lnTo>
                  <a:lnTo>
                    <a:pt x="181115" y="523478"/>
                  </a:lnTo>
                  <a:lnTo>
                    <a:pt x="181452" y="523520"/>
                  </a:lnTo>
                  <a:lnTo>
                    <a:pt x="181790" y="523560"/>
                  </a:lnTo>
                  <a:lnTo>
                    <a:pt x="182127" y="523600"/>
                  </a:lnTo>
                  <a:lnTo>
                    <a:pt x="182465" y="523639"/>
                  </a:lnTo>
                  <a:lnTo>
                    <a:pt x="182803" y="523677"/>
                  </a:lnTo>
                  <a:lnTo>
                    <a:pt x="183141" y="523714"/>
                  </a:lnTo>
                  <a:lnTo>
                    <a:pt x="183478" y="523751"/>
                  </a:lnTo>
                  <a:lnTo>
                    <a:pt x="183816" y="523787"/>
                  </a:lnTo>
                  <a:lnTo>
                    <a:pt x="184154" y="523822"/>
                  </a:lnTo>
                  <a:lnTo>
                    <a:pt x="184493" y="523857"/>
                  </a:lnTo>
                  <a:lnTo>
                    <a:pt x="184831" y="523890"/>
                  </a:lnTo>
                  <a:lnTo>
                    <a:pt x="185169" y="523923"/>
                  </a:lnTo>
                  <a:lnTo>
                    <a:pt x="185507" y="523955"/>
                  </a:lnTo>
                  <a:lnTo>
                    <a:pt x="185846" y="523987"/>
                  </a:lnTo>
                  <a:lnTo>
                    <a:pt x="186184" y="524017"/>
                  </a:lnTo>
                  <a:lnTo>
                    <a:pt x="186523" y="524047"/>
                  </a:lnTo>
                  <a:lnTo>
                    <a:pt x="186861" y="524076"/>
                  </a:lnTo>
                  <a:lnTo>
                    <a:pt x="187200" y="524105"/>
                  </a:lnTo>
                  <a:lnTo>
                    <a:pt x="187539" y="524132"/>
                  </a:lnTo>
                  <a:lnTo>
                    <a:pt x="187878" y="524159"/>
                  </a:lnTo>
                  <a:lnTo>
                    <a:pt x="188216" y="524185"/>
                  </a:lnTo>
                  <a:lnTo>
                    <a:pt x="188555" y="524211"/>
                  </a:lnTo>
                  <a:lnTo>
                    <a:pt x="188894" y="524235"/>
                  </a:lnTo>
                  <a:lnTo>
                    <a:pt x="189233" y="524259"/>
                  </a:lnTo>
                  <a:lnTo>
                    <a:pt x="189572" y="524282"/>
                  </a:lnTo>
                  <a:lnTo>
                    <a:pt x="189912" y="524304"/>
                  </a:lnTo>
                  <a:lnTo>
                    <a:pt x="190251" y="524326"/>
                  </a:lnTo>
                  <a:lnTo>
                    <a:pt x="190590" y="524347"/>
                  </a:lnTo>
                  <a:lnTo>
                    <a:pt x="190929" y="524367"/>
                  </a:lnTo>
                  <a:lnTo>
                    <a:pt x="191268" y="524386"/>
                  </a:lnTo>
                  <a:lnTo>
                    <a:pt x="191608" y="524405"/>
                  </a:lnTo>
                  <a:lnTo>
                    <a:pt x="191947" y="524422"/>
                  </a:lnTo>
                  <a:lnTo>
                    <a:pt x="192287" y="524439"/>
                  </a:lnTo>
                  <a:lnTo>
                    <a:pt x="192626" y="524455"/>
                  </a:lnTo>
                  <a:lnTo>
                    <a:pt x="192966" y="524471"/>
                  </a:lnTo>
                  <a:lnTo>
                    <a:pt x="193305" y="524486"/>
                  </a:lnTo>
                  <a:lnTo>
                    <a:pt x="193645" y="524500"/>
                  </a:lnTo>
                  <a:lnTo>
                    <a:pt x="193984" y="524513"/>
                  </a:lnTo>
                  <a:lnTo>
                    <a:pt x="194324" y="524525"/>
                  </a:lnTo>
                  <a:lnTo>
                    <a:pt x="194664" y="524537"/>
                  </a:lnTo>
                  <a:lnTo>
                    <a:pt x="195003" y="524548"/>
                  </a:lnTo>
                  <a:lnTo>
                    <a:pt x="195343" y="524558"/>
                  </a:lnTo>
                  <a:lnTo>
                    <a:pt x="195683" y="524567"/>
                  </a:lnTo>
                  <a:lnTo>
                    <a:pt x="196022" y="524576"/>
                  </a:lnTo>
                  <a:lnTo>
                    <a:pt x="196362" y="524584"/>
                  </a:lnTo>
                  <a:lnTo>
                    <a:pt x="196702" y="524591"/>
                  </a:lnTo>
                  <a:lnTo>
                    <a:pt x="197042" y="524597"/>
                  </a:lnTo>
                  <a:lnTo>
                    <a:pt x="197382" y="524603"/>
                  </a:lnTo>
                  <a:lnTo>
                    <a:pt x="197721" y="524608"/>
                  </a:lnTo>
                  <a:lnTo>
                    <a:pt x="198061" y="524612"/>
                  </a:lnTo>
                  <a:lnTo>
                    <a:pt x="198401" y="524615"/>
                  </a:lnTo>
                  <a:lnTo>
                    <a:pt x="198741" y="524618"/>
                  </a:lnTo>
                  <a:lnTo>
                    <a:pt x="199081" y="524619"/>
                  </a:lnTo>
                  <a:lnTo>
                    <a:pt x="199421" y="524620"/>
                  </a:lnTo>
                  <a:lnTo>
                    <a:pt x="199760" y="524621"/>
                  </a:lnTo>
                  <a:lnTo>
                    <a:pt x="200100" y="524620"/>
                  </a:lnTo>
                  <a:lnTo>
                    <a:pt x="200440" y="524619"/>
                  </a:lnTo>
                  <a:lnTo>
                    <a:pt x="200780" y="524617"/>
                  </a:lnTo>
                  <a:lnTo>
                    <a:pt x="201120" y="524614"/>
                  </a:lnTo>
                  <a:lnTo>
                    <a:pt x="201460" y="524611"/>
                  </a:lnTo>
                  <a:lnTo>
                    <a:pt x="201799" y="524606"/>
                  </a:lnTo>
                  <a:lnTo>
                    <a:pt x="202139" y="524601"/>
                  </a:lnTo>
                  <a:lnTo>
                    <a:pt x="202479" y="524596"/>
                  </a:lnTo>
                  <a:lnTo>
                    <a:pt x="202819" y="524589"/>
                  </a:lnTo>
                  <a:lnTo>
                    <a:pt x="203159" y="524582"/>
                  </a:lnTo>
                  <a:lnTo>
                    <a:pt x="203498" y="524574"/>
                  </a:lnTo>
                  <a:lnTo>
                    <a:pt x="203838" y="524565"/>
                  </a:lnTo>
                  <a:lnTo>
                    <a:pt x="204178" y="524555"/>
                  </a:lnTo>
                  <a:lnTo>
                    <a:pt x="204518" y="524545"/>
                  </a:lnTo>
                  <a:lnTo>
                    <a:pt x="204857" y="524534"/>
                  </a:lnTo>
                  <a:lnTo>
                    <a:pt x="205197" y="524522"/>
                  </a:lnTo>
                  <a:lnTo>
                    <a:pt x="205574" y="524508"/>
                  </a:lnTo>
                  <a:lnTo>
                    <a:pt x="205876" y="524496"/>
                  </a:lnTo>
                  <a:lnTo>
                    <a:pt x="206216" y="524481"/>
                  </a:lnTo>
                  <a:lnTo>
                    <a:pt x="206555" y="524467"/>
                  </a:lnTo>
                  <a:lnTo>
                    <a:pt x="206895" y="524451"/>
                  </a:lnTo>
                  <a:lnTo>
                    <a:pt x="207234" y="524434"/>
                  </a:lnTo>
                  <a:lnTo>
                    <a:pt x="207573" y="524417"/>
                  </a:lnTo>
                  <a:lnTo>
                    <a:pt x="207913" y="524399"/>
                  </a:lnTo>
                  <a:lnTo>
                    <a:pt x="208252" y="524381"/>
                  </a:lnTo>
                  <a:lnTo>
                    <a:pt x="208591" y="524361"/>
                  </a:lnTo>
                  <a:lnTo>
                    <a:pt x="208931" y="524341"/>
                  </a:lnTo>
                  <a:lnTo>
                    <a:pt x="209270" y="524320"/>
                  </a:lnTo>
                  <a:lnTo>
                    <a:pt x="209609" y="524298"/>
                  </a:lnTo>
                  <a:lnTo>
                    <a:pt x="209948" y="524276"/>
                  </a:lnTo>
                  <a:lnTo>
                    <a:pt x="210287" y="524252"/>
                  </a:lnTo>
                  <a:lnTo>
                    <a:pt x="210626" y="524228"/>
                  </a:lnTo>
                  <a:lnTo>
                    <a:pt x="210965" y="524203"/>
                  </a:lnTo>
                  <a:lnTo>
                    <a:pt x="211304" y="524178"/>
                  </a:lnTo>
                  <a:lnTo>
                    <a:pt x="211643" y="524152"/>
                  </a:lnTo>
                  <a:lnTo>
                    <a:pt x="211982" y="524124"/>
                  </a:lnTo>
                  <a:lnTo>
                    <a:pt x="212320" y="524097"/>
                  </a:lnTo>
                  <a:lnTo>
                    <a:pt x="212659" y="524068"/>
                  </a:lnTo>
                  <a:lnTo>
                    <a:pt x="212998" y="524039"/>
                  </a:lnTo>
                  <a:lnTo>
                    <a:pt x="213336" y="524009"/>
                  </a:lnTo>
                  <a:lnTo>
                    <a:pt x="213675" y="523978"/>
                  </a:lnTo>
                  <a:lnTo>
                    <a:pt x="214013" y="523946"/>
                  </a:lnTo>
                  <a:lnTo>
                    <a:pt x="214351" y="523914"/>
                  </a:lnTo>
                  <a:lnTo>
                    <a:pt x="214711" y="523879"/>
                  </a:lnTo>
                  <a:lnTo>
                    <a:pt x="215070" y="523842"/>
                  </a:lnTo>
                  <a:lnTo>
                    <a:pt x="215430" y="523805"/>
                  </a:lnTo>
                  <a:lnTo>
                    <a:pt x="215789" y="523768"/>
                  </a:lnTo>
                  <a:lnTo>
                    <a:pt x="216148" y="523729"/>
                  </a:lnTo>
                  <a:lnTo>
                    <a:pt x="216508" y="523690"/>
                  </a:lnTo>
                  <a:lnTo>
                    <a:pt x="216867" y="523649"/>
                  </a:lnTo>
                  <a:lnTo>
                    <a:pt x="217226" y="523608"/>
                  </a:lnTo>
                  <a:lnTo>
                    <a:pt x="217572" y="523567"/>
                  </a:lnTo>
                  <a:lnTo>
                    <a:pt x="217918" y="523526"/>
                  </a:lnTo>
                  <a:lnTo>
                    <a:pt x="218264" y="523484"/>
                  </a:lnTo>
                  <a:lnTo>
                    <a:pt x="218610" y="523441"/>
                  </a:lnTo>
                  <a:lnTo>
                    <a:pt x="218956" y="523397"/>
                  </a:lnTo>
                  <a:lnTo>
                    <a:pt x="219302" y="523352"/>
                  </a:lnTo>
                  <a:lnTo>
                    <a:pt x="219647" y="523307"/>
                  </a:lnTo>
                  <a:lnTo>
                    <a:pt x="219993" y="523261"/>
                  </a:lnTo>
                  <a:lnTo>
                    <a:pt x="220338" y="523214"/>
                  </a:lnTo>
                  <a:lnTo>
                    <a:pt x="220683" y="523166"/>
                  </a:lnTo>
                  <a:lnTo>
                    <a:pt x="221029" y="523118"/>
                  </a:lnTo>
                  <a:lnTo>
                    <a:pt x="221374" y="523069"/>
                  </a:lnTo>
                  <a:lnTo>
                    <a:pt x="221719" y="523018"/>
                  </a:lnTo>
                  <a:lnTo>
                    <a:pt x="222064" y="522968"/>
                  </a:lnTo>
                  <a:lnTo>
                    <a:pt x="222408" y="522916"/>
                  </a:lnTo>
                  <a:lnTo>
                    <a:pt x="222753" y="522863"/>
                  </a:lnTo>
                  <a:lnTo>
                    <a:pt x="223097" y="522810"/>
                  </a:lnTo>
                  <a:lnTo>
                    <a:pt x="223442" y="522756"/>
                  </a:lnTo>
                  <a:lnTo>
                    <a:pt x="241291" y="530054"/>
                  </a:lnTo>
                  <a:lnTo>
                    <a:pt x="241170" y="530593"/>
                  </a:lnTo>
                  <a:lnTo>
                    <a:pt x="247063" y="531375"/>
                  </a:lnTo>
                  <a:lnTo>
                    <a:pt x="248465" y="527385"/>
                  </a:lnTo>
                  <a:lnTo>
                    <a:pt x="252657" y="517388"/>
                  </a:lnTo>
                  <a:lnTo>
                    <a:pt x="260476" y="512927"/>
                  </a:lnTo>
                  <a:lnTo>
                    <a:pt x="269550" y="507751"/>
                  </a:lnTo>
                  <a:lnTo>
                    <a:pt x="272855" y="503321"/>
                  </a:lnTo>
                  <a:lnTo>
                    <a:pt x="273052" y="503198"/>
                  </a:lnTo>
                  <a:lnTo>
                    <a:pt x="273251" y="503075"/>
                  </a:lnTo>
                  <a:lnTo>
                    <a:pt x="273459" y="502947"/>
                  </a:lnTo>
                  <a:lnTo>
                    <a:pt x="273649" y="502831"/>
                  </a:lnTo>
                  <a:lnTo>
                    <a:pt x="273848" y="502710"/>
                  </a:lnTo>
                  <a:lnTo>
                    <a:pt x="274048" y="502590"/>
                  </a:lnTo>
                  <a:lnTo>
                    <a:pt x="274249" y="502470"/>
                  </a:lnTo>
                  <a:lnTo>
                    <a:pt x="274449" y="502351"/>
                  </a:lnTo>
                  <a:lnTo>
                    <a:pt x="274650" y="502233"/>
                  </a:lnTo>
                  <a:lnTo>
                    <a:pt x="274852" y="502115"/>
                  </a:lnTo>
                  <a:lnTo>
                    <a:pt x="275054" y="501998"/>
                  </a:lnTo>
                  <a:lnTo>
                    <a:pt x="275256" y="501882"/>
                  </a:lnTo>
                  <a:lnTo>
                    <a:pt x="275459" y="501766"/>
                  </a:lnTo>
                  <a:lnTo>
                    <a:pt x="275662" y="501651"/>
                  </a:lnTo>
                  <a:lnTo>
                    <a:pt x="275865" y="501537"/>
                  </a:lnTo>
                  <a:lnTo>
                    <a:pt x="276069" y="501424"/>
                  </a:lnTo>
                  <a:lnTo>
                    <a:pt x="276273" y="501311"/>
                  </a:lnTo>
                  <a:lnTo>
                    <a:pt x="276478" y="501198"/>
                  </a:lnTo>
                  <a:lnTo>
                    <a:pt x="276683" y="501087"/>
                  </a:lnTo>
                  <a:lnTo>
                    <a:pt x="276888" y="500976"/>
                  </a:lnTo>
                  <a:lnTo>
                    <a:pt x="277094" y="500866"/>
                  </a:lnTo>
                  <a:lnTo>
                    <a:pt x="277300" y="500756"/>
                  </a:lnTo>
                  <a:lnTo>
                    <a:pt x="277506" y="500647"/>
                  </a:lnTo>
                  <a:lnTo>
                    <a:pt x="277713" y="500539"/>
                  </a:lnTo>
                  <a:lnTo>
                    <a:pt x="277920" y="500432"/>
                  </a:lnTo>
                  <a:lnTo>
                    <a:pt x="278127" y="500325"/>
                  </a:lnTo>
                  <a:lnTo>
                    <a:pt x="278335" y="500219"/>
                  </a:lnTo>
                  <a:lnTo>
                    <a:pt x="278543" y="500113"/>
                  </a:lnTo>
                  <a:lnTo>
                    <a:pt x="278752" y="500009"/>
                  </a:lnTo>
                  <a:lnTo>
                    <a:pt x="278960" y="499905"/>
                  </a:lnTo>
                  <a:lnTo>
                    <a:pt x="279169" y="499801"/>
                  </a:lnTo>
                  <a:lnTo>
                    <a:pt x="279379" y="499699"/>
                  </a:lnTo>
                  <a:lnTo>
                    <a:pt x="279589" y="499597"/>
                  </a:lnTo>
                  <a:lnTo>
                    <a:pt x="279799" y="499495"/>
                  </a:lnTo>
                  <a:lnTo>
                    <a:pt x="280009" y="499395"/>
                  </a:lnTo>
                  <a:lnTo>
                    <a:pt x="280220" y="499295"/>
                  </a:lnTo>
                  <a:lnTo>
                    <a:pt x="280431" y="499196"/>
                  </a:lnTo>
                  <a:lnTo>
                    <a:pt x="280643" y="499097"/>
                  </a:lnTo>
                  <a:lnTo>
                    <a:pt x="280855" y="498999"/>
                  </a:lnTo>
                  <a:lnTo>
                    <a:pt x="281067" y="498902"/>
                  </a:lnTo>
                  <a:lnTo>
                    <a:pt x="281279" y="498806"/>
                  </a:lnTo>
                  <a:lnTo>
                    <a:pt x="281492" y="498710"/>
                  </a:lnTo>
                  <a:lnTo>
                    <a:pt x="281705" y="498615"/>
                  </a:lnTo>
                  <a:lnTo>
                    <a:pt x="281918" y="498521"/>
                  </a:lnTo>
                  <a:lnTo>
                    <a:pt x="282132" y="498428"/>
                  </a:lnTo>
                  <a:lnTo>
                    <a:pt x="282346" y="498335"/>
                  </a:lnTo>
                  <a:lnTo>
                    <a:pt x="282560" y="498243"/>
                  </a:lnTo>
                  <a:lnTo>
                    <a:pt x="282775" y="498151"/>
                  </a:lnTo>
                  <a:lnTo>
                    <a:pt x="282990" y="498060"/>
                  </a:lnTo>
                  <a:lnTo>
                    <a:pt x="283205" y="497970"/>
                  </a:lnTo>
                  <a:lnTo>
                    <a:pt x="283420" y="497881"/>
                  </a:lnTo>
                  <a:lnTo>
                    <a:pt x="283636" y="497793"/>
                  </a:lnTo>
                  <a:lnTo>
                    <a:pt x="283852" y="497705"/>
                  </a:lnTo>
                  <a:lnTo>
                    <a:pt x="284069" y="497617"/>
                  </a:lnTo>
                  <a:lnTo>
                    <a:pt x="284285" y="497531"/>
                  </a:lnTo>
                  <a:lnTo>
                    <a:pt x="284502" y="497445"/>
                  </a:lnTo>
                  <a:lnTo>
                    <a:pt x="284719" y="497360"/>
                  </a:lnTo>
                  <a:lnTo>
                    <a:pt x="284937" y="497276"/>
                  </a:lnTo>
                  <a:lnTo>
                    <a:pt x="285155" y="497192"/>
                  </a:lnTo>
                  <a:lnTo>
                    <a:pt x="285373" y="497110"/>
                  </a:lnTo>
                  <a:lnTo>
                    <a:pt x="285591" y="497027"/>
                  </a:lnTo>
                  <a:lnTo>
                    <a:pt x="285810" y="496946"/>
                  </a:lnTo>
                  <a:lnTo>
                    <a:pt x="286028" y="496865"/>
                  </a:lnTo>
                  <a:lnTo>
                    <a:pt x="286247" y="496785"/>
                  </a:lnTo>
                  <a:lnTo>
                    <a:pt x="286467" y="496706"/>
                  </a:lnTo>
                  <a:lnTo>
                    <a:pt x="286686" y="496628"/>
                  </a:lnTo>
                  <a:lnTo>
                    <a:pt x="286906" y="496550"/>
                  </a:lnTo>
                  <a:lnTo>
                    <a:pt x="287126" y="496473"/>
                  </a:lnTo>
                  <a:lnTo>
                    <a:pt x="287347" y="496397"/>
                  </a:lnTo>
                  <a:lnTo>
                    <a:pt x="287567" y="496321"/>
                  </a:lnTo>
                  <a:lnTo>
                    <a:pt x="287788" y="496246"/>
                  </a:lnTo>
                  <a:lnTo>
                    <a:pt x="288009" y="496172"/>
                  </a:lnTo>
                  <a:lnTo>
                    <a:pt x="288231" y="496099"/>
                  </a:lnTo>
                  <a:lnTo>
                    <a:pt x="288452" y="496026"/>
                  </a:lnTo>
                  <a:lnTo>
                    <a:pt x="288674" y="495954"/>
                  </a:lnTo>
                  <a:lnTo>
                    <a:pt x="288890" y="495885"/>
                  </a:lnTo>
                  <a:lnTo>
                    <a:pt x="289106" y="495816"/>
                  </a:lnTo>
                  <a:lnTo>
                    <a:pt x="289322" y="495748"/>
                  </a:lnTo>
                  <a:lnTo>
                    <a:pt x="289539" y="495681"/>
                  </a:lnTo>
                  <a:lnTo>
                    <a:pt x="289756" y="495615"/>
                  </a:lnTo>
                  <a:lnTo>
                    <a:pt x="289973" y="495549"/>
                  </a:lnTo>
                  <a:lnTo>
                    <a:pt x="290190" y="495484"/>
                  </a:lnTo>
                  <a:lnTo>
                    <a:pt x="290407" y="495420"/>
                  </a:lnTo>
                  <a:lnTo>
                    <a:pt x="290625" y="495356"/>
                  </a:lnTo>
                  <a:lnTo>
                    <a:pt x="290842" y="495293"/>
                  </a:lnTo>
                  <a:lnTo>
                    <a:pt x="291060" y="495231"/>
                  </a:lnTo>
                  <a:lnTo>
                    <a:pt x="291278" y="495169"/>
                  </a:lnTo>
                  <a:lnTo>
                    <a:pt x="291497" y="495109"/>
                  </a:lnTo>
                  <a:lnTo>
                    <a:pt x="291715" y="495048"/>
                  </a:lnTo>
                  <a:lnTo>
                    <a:pt x="291934" y="494989"/>
                  </a:lnTo>
                  <a:lnTo>
                    <a:pt x="292153" y="494930"/>
                  </a:lnTo>
                  <a:lnTo>
                    <a:pt x="292372" y="494872"/>
                  </a:lnTo>
                  <a:lnTo>
                    <a:pt x="292591" y="494815"/>
                  </a:lnTo>
                  <a:lnTo>
                    <a:pt x="292811" y="494758"/>
                  </a:lnTo>
                  <a:lnTo>
                    <a:pt x="293036" y="494701"/>
                  </a:lnTo>
                  <a:lnTo>
                    <a:pt x="293262" y="494644"/>
                  </a:lnTo>
                  <a:lnTo>
                    <a:pt x="293488" y="494588"/>
                  </a:lnTo>
                  <a:lnTo>
                    <a:pt x="293714" y="494533"/>
                  </a:lnTo>
                  <a:lnTo>
                    <a:pt x="293940" y="494479"/>
                  </a:lnTo>
                  <a:lnTo>
                    <a:pt x="294166" y="494425"/>
                  </a:lnTo>
                  <a:lnTo>
                    <a:pt x="294393" y="494372"/>
                  </a:lnTo>
                  <a:lnTo>
                    <a:pt x="294620" y="494320"/>
                  </a:lnTo>
                  <a:lnTo>
                    <a:pt x="294847" y="494269"/>
                  </a:lnTo>
                  <a:lnTo>
                    <a:pt x="295074" y="494218"/>
                  </a:lnTo>
                  <a:lnTo>
                    <a:pt x="295301" y="494168"/>
                  </a:lnTo>
                  <a:lnTo>
                    <a:pt x="295528" y="494119"/>
                  </a:lnTo>
                  <a:lnTo>
                    <a:pt x="295756" y="494071"/>
                  </a:lnTo>
                  <a:lnTo>
                    <a:pt x="295983" y="494023"/>
                  </a:lnTo>
                  <a:lnTo>
                    <a:pt x="296439" y="493930"/>
                  </a:lnTo>
                  <a:lnTo>
                    <a:pt x="296667" y="493885"/>
                  </a:lnTo>
                  <a:lnTo>
                    <a:pt x="296896" y="493840"/>
                  </a:lnTo>
                  <a:lnTo>
                    <a:pt x="297124" y="493796"/>
                  </a:lnTo>
                  <a:lnTo>
                    <a:pt x="297353" y="493753"/>
                  </a:lnTo>
                  <a:lnTo>
                    <a:pt x="297582" y="493711"/>
                  </a:lnTo>
                  <a:lnTo>
                    <a:pt x="297810" y="493669"/>
                  </a:lnTo>
                  <a:lnTo>
                    <a:pt x="298039" y="493628"/>
                  </a:lnTo>
                  <a:lnTo>
                    <a:pt x="298269" y="493588"/>
                  </a:lnTo>
                  <a:lnTo>
                    <a:pt x="298498" y="493549"/>
                  </a:lnTo>
                  <a:lnTo>
                    <a:pt x="298727" y="493510"/>
                  </a:lnTo>
                  <a:lnTo>
                    <a:pt x="298957" y="493472"/>
                  </a:lnTo>
                  <a:lnTo>
                    <a:pt x="299186" y="493435"/>
                  </a:lnTo>
                  <a:lnTo>
                    <a:pt x="299416" y="493399"/>
                  </a:lnTo>
                  <a:lnTo>
                    <a:pt x="299646" y="493363"/>
                  </a:lnTo>
                  <a:lnTo>
                    <a:pt x="299876" y="493328"/>
                  </a:lnTo>
                  <a:lnTo>
                    <a:pt x="300106" y="493294"/>
                  </a:lnTo>
                  <a:lnTo>
                    <a:pt x="300336" y="493261"/>
                  </a:lnTo>
                  <a:lnTo>
                    <a:pt x="300567" y="493228"/>
                  </a:lnTo>
                  <a:lnTo>
                    <a:pt x="300797" y="493197"/>
                  </a:lnTo>
                  <a:lnTo>
                    <a:pt x="301028" y="493166"/>
                  </a:lnTo>
                  <a:lnTo>
                    <a:pt x="301258" y="493135"/>
                  </a:lnTo>
                  <a:lnTo>
                    <a:pt x="301489" y="493106"/>
                  </a:lnTo>
                  <a:lnTo>
                    <a:pt x="301720" y="493077"/>
                  </a:lnTo>
                  <a:lnTo>
                    <a:pt x="301951" y="493049"/>
                  </a:lnTo>
                  <a:lnTo>
                    <a:pt x="302182" y="493022"/>
                  </a:lnTo>
                  <a:lnTo>
                    <a:pt x="302413" y="492996"/>
                  </a:lnTo>
                  <a:lnTo>
                    <a:pt x="302644" y="492970"/>
                  </a:lnTo>
                  <a:lnTo>
                    <a:pt x="302875" y="492945"/>
                  </a:lnTo>
                  <a:lnTo>
                    <a:pt x="303107" y="492921"/>
                  </a:lnTo>
                  <a:lnTo>
                    <a:pt x="303338" y="492897"/>
                  </a:lnTo>
                  <a:lnTo>
                    <a:pt x="303570" y="492875"/>
                  </a:lnTo>
                  <a:lnTo>
                    <a:pt x="303801" y="492853"/>
                  </a:lnTo>
                  <a:lnTo>
                    <a:pt x="304033" y="492832"/>
                  </a:lnTo>
                  <a:lnTo>
                    <a:pt x="304265" y="492811"/>
                  </a:lnTo>
                  <a:lnTo>
                    <a:pt x="304496" y="492792"/>
                  </a:lnTo>
                  <a:lnTo>
                    <a:pt x="304728" y="492773"/>
                  </a:lnTo>
                  <a:lnTo>
                    <a:pt x="304960" y="492755"/>
                  </a:lnTo>
                  <a:lnTo>
                    <a:pt x="305192" y="492738"/>
                  </a:lnTo>
                  <a:lnTo>
                    <a:pt x="305424" y="492721"/>
                  </a:lnTo>
                  <a:lnTo>
                    <a:pt x="305656" y="492706"/>
                  </a:lnTo>
                  <a:lnTo>
                    <a:pt x="305888" y="492691"/>
                  </a:lnTo>
                  <a:lnTo>
                    <a:pt x="306121" y="492676"/>
                  </a:lnTo>
                  <a:lnTo>
                    <a:pt x="306353" y="492663"/>
                  </a:lnTo>
                  <a:lnTo>
                    <a:pt x="306585" y="492650"/>
                  </a:lnTo>
                  <a:lnTo>
                    <a:pt x="306817" y="492638"/>
                  </a:lnTo>
                  <a:lnTo>
                    <a:pt x="307050" y="492627"/>
                  </a:lnTo>
                  <a:lnTo>
                    <a:pt x="307282" y="492617"/>
                  </a:lnTo>
                  <a:lnTo>
                    <a:pt x="307514" y="492607"/>
                  </a:lnTo>
                  <a:lnTo>
                    <a:pt x="307747" y="492598"/>
                  </a:lnTo>
                  <a:lnTo>
                    <a:pt x="307979" y="492590"/>
                  </a:lnTo>
                  <a:lnTo>
                    <a:pt x="308212" y="492583"/>
                  </a:lnTo>
                  <a:lnTo>
                    <a:pt x="308444" y="492576"/>
                  </a:lnTo>
                  <a:lnTo>
                    <a:pt x="308677" y="492571"/>
                  </a:lnTo>
                  <a:lnTo>
                    <a:pt x="308909" y="492566"/>
                  </a:lnTo>
                  <a:lnTo>
                    <a:pt x="309142" y="492561"/>
                  </a:lnTo>
                  <a:lnTo>
                    <a:pt x="309375" y="492558"/>
                  </a:lnTo>
                  <a:lnTo>
                    <a:pt x="309607" y="492555"/>
                  </a:lnTo>
                  <a:lnTo>
                    <a:pt x="309840" y="492553"/>
                  </a:lnTo>
                  <a:lnTo>
                    <a:pt x="310072" y="492552"/>
                  </a:lnTo>
                  <a:lnTo>
                    <a:pt x="310305" y="492552"/>
                  </a:lnTo>
                  <a:lnTo>
                    <a:pt x="310538" y="492552"/>
                  </a:lnTo>
                  <a:lnTo>
                    <a:pt x="310770" y="492553"/>
                  </a:lnTo>
                  <a:lnTo>
                    <a:pt x="311003" y="492555"/>
                  </a:lnTo>
                  <a:lnTo>
                    <a:pt x="311235" y="492558"/>
                  </a:lnTo>
                  <a:lnTo>
                    <a:pt x="311468" y="492561"/>
                  </a:lnTo>
                  <a:lnTo>
                    <a:pt x="311700" y="492565"/>
                  </a:lnTo>
                  <a:lnTo>
                    <a:pt x="311933" y="492570"/>
                  </a:lnTo>
                  <a:lnTo>
                    <a:pt x="312166" y="492576"/>
                  </a:lnTo>
                  <a:lnTo>
                    <a:pt x="312398" y="492583"/>
                  </a:lnTo>
                  <a:lnTo>
                    <a:pt x="312631" y="492590"/>
                  </a:lnTo>
                  <a:lnTo>
                    <a:pt x="312863" y="492598"/>
                  </a:lnTo>
                  <a:lnTo>
                    <a:pt x="313095" y="492607"/>
                  </a:lnTo>
                  <a:lnTo>
                    <a:pt x="313328" y="492616"/>
                  </a:lnTo>
                  <a:lnTo>
                    <a:pt x="313560" y="492627"/>
                  </a:lnTo>
                  <a:lnTo>
                    <a:pt x="313793" y="492638"/>
                  </a:lnTo>
                  <a:lnTo>
                    <a:pt x="314025" y="492650"/>
                  </a:lnTo>
                  <a:lnTo>
                    <a:pt x="314257" y="492662"/>
                  </a:lnTo>
                  <a:lnTo>
                    <a:pt x="314489" y="492676"/>
                  </a:lnTo>
                  <a:lnTo>
                    <a:pt x="314722" y="492690"/>
                  </a:lnTo>
                  <a:lnTo>
                    <a:pt x="314954" y="492705"/>
                  </a:lnTo>
                  <a:lnTo>
                    <a:pt x="315186" y="492720"/>
                  </a:lnTo>
                  <a:lnTo>
                    <a:pt x="315418" y="492737"/>
                  </a:lnTo>
                  <a:lnTo>
                    <a:pt x="315650" y="492754"/>
                  </a:lnTo>
                  <a:lnTo>
                    <a:pt x="315882" y="492772"/>
                  </a:lnTo>
                  <a:lnTo>
                    <a:pt x="316113" y="492791"/>
                  </a:lnTo>
                  <a:lnTo>
                    <a:pt x="316345" y="492810"/>
                  </a:lnTo>
                  <a:lnTo>
                    <a:pt x="316577" y="492831"/>
                  </a:lnTo>
                  <a:lnTo>
                    <a:pt x="316809" y="492852"/>
                  </a:lnTo>
                  <a:lnTo>
                    <a:pt x="317040" y="492874"/>
                  </a:lnTo>
                  <a:lnTo>
                    <a:pt x="317272" y="492896"/>
                  </a:lnTo>
                  <a:lnTo>
                    <a:pt x="317503" y="492920"/>
                  </a:lnTo>
                  <a:lnTo>
                    <a:pt x="317735" y="492944"/>
                  </a:lnTo>
                  <a:lnTo>
                    <a:pt x="317966" y="492969"/>
                  </a:lnTo>
                  <a:lnTo>
                    <a:pt x="318197" y="492994"/>
                  </a:lnTo>
                  <a:lnTo>
                    <a:pt x="318428" y="493021"/>
                  </a:lnTo>
                  <a:lnTo>
                    <a:pt x="318659" y="493048"/>
                  </a:lnTo>
                  <a:lnTo>
                    <a:pt x="318890" y="493076"/>
                  </a:lnTo>
                  <a:lnTo>
                    <a:pt x="319121" y="493104"/>
                  </a:lnTo>
                  <a:lnTo>
                    <a:pt x="319352" y="493134"/>
                  </a:lnTo>
                  <a:lnTo>
                    <a:pt x="319582" y="493164"/>
                  </a:lnTo>
                  <a:lnTo>
                    <a:pt x="319813" y="493195"/>
                  </a:lnTo>
                  <a:lnTo>
                    <a:pt x="320043" y="493227"/>
                  </a:lnTo>
                  <a:lnTo>
                    <a:pt x="320274" y="493259"/>
                  </a:lnTo>
                  <a:lnTo>
                    <a:pt x="320504" y="493292"/>
                  </a:lnTo>
                  <a:lnTo>
                    <a:pt x="320734" y="493327"/>
                  </a:lnTo>
                  <a:lnTo>
                    <a:pt x="320964" y="493361"/>
                  </a:lnTo>
                  <a:lnTo>
                    <a:pt x="321194" y="493397"/>
                  </a:lnTo>
                  <a:lnTo>
                    <a:pt x="321424" y="493433"/>
                  </a:lnTo>
                  <a:lnTo>
                    <a:pt x="321653" y="493470"/>
                  </a:lnTo>
                  <a:lnTo>
                    <a:pt x="321883" y="493508"/>
                  </a:lnTo>
                  <a:lnTo>
                    <a:pt x="322112" y="493547"/>
                  </a:lnTo>
                  <a:lnTo>
                    <a:pt x="322341" y="493586"/>
                  </a:lnTo>
                  <a:lnTo>
                    <a:pt x="322571" y="493626"/>
                  </a:lnTo>
                  <a:lnTo>
                    <a:pt x="322800" y="493667"/>
                  </a:lnTo>
                  <a:lnTo>
                    <a:pt x="323028" y="493708"/>
                  </a:lnTo>
                  <a:lnTo>
                    <a:pt x="323260" y="493751"/>
                  </a:lnTo>
                  <a:lnTo>
                    <a:pt x="323492" y="493795"/>
                  </a:lnTo>
                  <a:lnTo>
                    <a:pt x="323724" y="493839"/>
                  </a:lnTo>
                  <a:lnTo>
                    <a:pt x="323956" y="493885"/>
                  </a:lnTo>
                  <a:lnTo>
                    <a:pt x="324187" y="493931"/>
                  </a:lnTo>
                  <a:lnTo>
                    <a:pt x="324418" y="493978"/>
                  </a:lnTo>
                  <a:lnTo>
                    <a:pt x="324649" y="494025"/>
                  </a:lnTo>
                  <a:lnTo>
                    <a:pt x="324880" y="494074"/>
                  </a:lnTo>
                  <a:lnTo>
                    <a:pt x="325111" y="494123"/>
                  </a:lnTo>
                  <a:lnTo>
                    <a:pt x="325342" y="494173"/>
                  </a:lnTo>
                  <a:lnTo>
                    <a:pt x="325572" y="494223"/>
                  </a:lnTo>
                  <a:lnTo>
                    <a:pt x="325802" y="494275"/>
                  </a:lnTo>
                  <a:lnTo>
                    <a:pt x="326032" y="494327"/>
                  </a:lnTo>
                  <a:lnTo>
                    <a:pt x="326262" y="494380"/>
                  </a:lnTo>
                  <a:lnTo>
                    <a:pt x="326492" y="494434"/>
                  </a:lnTo>
                  <a:lnTo>
                    <a:pt x="326721" y="494488"/>
                  </a:lnTo>
                  <a:lnTo>
                    <a:pt x="326951" y="494544"/>
                  </a:lnTo>
                  <a:lnTo>
                    <a:pt x="327180" y="494600"/>
                  </a:lnTo>
                  <a:lnTo>
                    <a:pt x="327410" y="494657"/>
                  </a:lnTo>
                  <a:lnTo>
                    <a:pt x="327639" y="494714"/>
                  </a:lnTo>
                  <a:lnTo>
                    <a:pt x="327868" y="494773"/>
                  </a:lnTo>
                  <a:lnTo>
                    <a:pt x="328097" y="494832"/>
                  </a:lnTo>
                  <a:lnTo>
                    <a:pt x="328326" y="494892"/>
                  </a:lnTo>
                  <a:lnTo>
                    <a:pt x="328555" y="494953"/>
                  </a:lnTo>
                  <a:lnTo>
                    <a:pt x="328783" y="495015"/>
                  </a:lnTo>
                  <a:lnTo>
                    <a:pt x="329011" y="495077"/>
                  </a:lnTo>
                  <a:lnTo>
                    <a:pt x="329239" y="495140"/>
                  </a:lnTo>
                  <a:lnTo>
                    <a:pt x="329467" y="495204"/>
                  </a:lnTo>
                  <a:lnTo>
                    <a:pt x="329694" y="495269"/>
                  </a:lnTo>
                  <a:lnTo>
                    <a:pt x="329922" y="495334"/>
                  </a:lnTo>
                  <a:lnTo>
                    <a:pt x="330149" y="495400"/>
                  </a:lnTo>
                  <a:lnTo>
                    <a:pt x="330376" y="495467"/>
                  </a:lnTo>
                  <a:lnTo>
                    <a:pt x="330602" y="495535"/>
                  </a:lnTo>
                  <a:lnTo>
                    <a:pt x="330829" y="495603"/>
                  </a:lnTo>
                  <a:lnTo>
                    <a:pt x="331055" y="495673"/>
                  </a:lnTo>
                  <a:lnTo>
                    <a:pt x="331281" y="495743"/>
                  </a:lnTo>
                  <a:lnTo>
                    <a:pt x="331507" y="495813"/>
                  </a:lnTo>
                  <a:lnTo>
                    <a:pt x="331732" y="495885"/>
                  </a:lnTo>
                  <a:lnTo>
                    <a:pt x="331957" y="495957"/>
                  </a:lnTo>
                  <a:lnTo>
                    <a:pt x="332182" y="496030"/>
                  </a:lnTo>
                  <a:lnTo>
                    <a:pt x="332407" y="496104"/>
                  </a:lnTo>
                  <a:lnTo>
                    <a:pt x="332632" y="496178"/>
                  </a:lnTo>
                  <a:lnTo>
                    <a:pt x="332856" y="496254"/>
                  </a:lnTo>
                  <a:lnTo>
                    <a:pt x="333496" y="496443"/>
                  </a:lnTo>
                  <a:lnTo>
                    <a:pt x="340071" y="498391"/>
                  </a:lnTo>
                  <a:lnTo>
                    <a:pt x="342472" y="499188"/>
                  </a:lnTo>
                  <a:lnTo>
                    <a:pt x="344722" y="499994"/>
                  </a:lnTo>
                  <a:lnTo>
                    <a:pt x="346424" y="500655"/>
                  </a:lnTo>
                  <a:lnTo>
                    <a:pt x="347327" y="501021"/>
                  </a:lnTo>
                  <a:lnTo>
                    <a:pt x="352152" y="503042"/>
                  </a:lnTo>
                  <a:lnTo>
                    <a:pt x="352352" y="503126"/>
                  </a:lnTo>
                  <a:lnTo>
                    <a:pt x="353727" y="503902"/>
                  </a:lnTo>
                  <a:lnTo>
                    <a:pt x="359264" y="507022"/>
                  </a:lnTo>
                  <a:lnTo>
                    <a:pt x="364669" y="510332"/>
                  </a:lnTo>
                  <a:lnTo>
                    <a:pt x="366481" y="511691"/>
                  </a:lnTo>
                  <a:lnTo>
                    <a:pt x="366660" y="511828"/>
                  </a:lnTo>
                  <a:lnTo>
                    <a:pt x="367018" y="512105"/>
                  </a:lnTo>
                  <a:lnTo>
                    <a:pt x="367196" y="512244"/>
                  </a:lnTo>
                  <a:lnTo>
                    <a:pt x="367374" y="512384"/>
                  </a:lnTo>
                  <a:lnTo>
                    <a:pt x="367551" y="512525"/>
                  </a:lnTo>
                  <a:lnTo>
                    <a:pt x="367728" y="512666"/>
                  </a:lnTo>
                  <a:lnTo>
                    <a:pt x="367905" y="512807"/>
                  </a:lnTo>
                  <a:lnTo>
                    <a:pt x="368080" y="512950"/>
                  </a:lnTo>
                  <a:lnTo>
                    <a:pt x="368431" y="513236"/>
                  </a:lnTo>
                  <a:lnTo>
                    <a:pt x="368605" y="513380"/>
                  </a:lnTo>
                  <a:lnTo>
                    <a:pt x="368779" y="513524"/>
                  </a:lnTo>
                  <a:lnTo>
                    <a:pt x="368952" y="513670"/>
                  </a:lnTo>
                  <a:lnTo>
                    <a:pt x="369125" y="513815"/>
                  </a:lnTo>
                  <a:lnTo>
                    <a:pt x="369298" y="513962"/>
                  </a:lnTo>
                  <a:lnTo>
                    <a:pt x="369470" y="514109"/>
                  </a:lnTo>
                  <a:lnTo>
                    <a:pt x="369641" y="514256"/>
                  </a:lnTo>
                  <a:lnTo>
                    <a:pt x="369812" y="514404"/>
                  </a:lnTo>
                  <a:lnTo>
                    <a:pt x="369982" y="514553"/>
                  </a:lnTo>
                  <a:lnTo>
                    <a:pt x="370153" y="514702"/>
                  </a:lnTo>
                  <a:lnTo>
                    <a:pt x="370322" y="514852"/>
                  </a:lnTo>
                  <a:lnTo>
                    <a:pt x="370491" y="515002"/>
                  </a:lnTo>
                  <a:lnTo>
                    <a:pt x="370659" y="515153"/>
                  </a:lnTo>
                  <a:lnTo>
                    <a:pt x="370827" y="515305"/>
                  </a:lnTo>
                  <a:lnTo>
                    <a:pt x="370995" y="515457"/>
                  </a:lnTo>
                  <a:lnTo>
                    <a:pt x="371161" y="515610"/>
                  </a:lnTo>
                  <a:lnTo>
                    <a:pt x="371328" y="515763"/>
                  </a:lnTo>
                  <a:lnTo>
                    <a:pt x="371494" y="515917"/>
                  </a:lnTo>
                  <a:lnTo>
                    <a:pt x="371659" y="516071"/>
                  </a:lnTo>
                  <a:lnTo>
                    <a:pt x="371824" y="516226"/>
                  </a:lnTo>
                  <a:lnTo>
                    <a:pt x="371988" y="516382"/>
                  </a:lnTo>
                  <a:lnTo>
                    <a:pt x="372152" y="516538"/>
                  </a:lnTo>
                  <a:lnTo>
                    <a:pt x="372315" y="516695"/>
                  </a:lnTo>
                  <a:lnTo>
                    <a:pt x="372478" y="516852"/>
                  </a:lnTo>
                  <a:lnTo>
                    <a:pt x="372640" y="517010"/>
                  </a:lnTo>
                  <a:lnTo>
                    <a:pt x="372802" y="517168"/>
                  </a:lnTo>
                  <a:lnTo>
                    <a:pt x="372963" y="517327"/>
                  </a:lnTo>
                  <a:lnTo>
                    <a:pt x="373123" y="517486"/>
                  </a:lnTo>
                  <a:lnTo>
                    <a:pt x="373283" y="517646"/>
                  </a:lnTo>
                  <a:lnTo>
                    <a:pt x="373443" y="517806"/>
                  </a:lnTo>
                  <a:lnTo>
                    <a:pt x="373602" y="517967"/>
                  </a:lnTo>
                  <a:lnTo>
                    <a:pt x="373760" y="518129"/>
                  </a:lnTo>
                  <a:lnTo>
                    <a:pt x="373918" y="518291"/>
                  </a:lnTo>
                  <a:lnTo>
                    <a:pt x="374075" y="518454"/>
                  </a:lnTo>
                  <a:lnTo>
                    <a:pt x="374232" y="518617"/>
                  </a:lnTo>
                  <a:lnTo>
                    <a:pt x="374388" y="518780"/>
                  </a:lnTo>
                  <a:lnTo>
                    <a:pt x="374544" y="518945"/>
                  </a:lnTo>
                  <a:lnTo>
                    <a:pt x="374699" y="519110"/>
                  </a:lnTo>
                  <a:lnTo>
                    <a:pt x="374853" y="519275"/>
                  </a:lnTo>
                  <a:lnTo>
                    <a:pt x="375007" y="519441"/>
                  </a:lnTo>
                  <a:lnTo>
                    <a:pt x="375161" y="519607"/>
                  </a:lnTo>
                  <a:lnTo>
                    <a:pt x="375314" y="519774"/>
                  </a:lnTo>
                  <a:lnTo>
                    <a:pt x="375466" y="519941"/>
                  </a:lnTo>
                  <a:lnTo>
                    <a:pt x="375618" y="520109"/>
                  </a:lnTo>
                  <a:lnTo>
                    <a:pt x="375769" y="520277"/>
                  </a:lnTo>
                  <a:lnTo>
                    <a:pt x="375920" y="520447"/>
                  </a:lnTo>
                  <a:lnTo>
                    <a:pt x="376070" y="520616"/>
                  </a:lnTo>
                  <a:lnTo>
                    <a:pt x="376220" y="520786"/>
                  </a:lnTo>
                  <a:lnTo>
                    <a:pt x="376369" y="520957"/>
                  </a:lnTo>
                  <a:lnTo>
                    <a:pt x="376517" y="521128"/>
                  </a:lnTo>
                  <a:lnTo>
                    <a:pt x="376665" y="521300"/>
                  </a:lnTo>
                  <a:lnTo>
                    <a:pt x="376812" y="521472"/>
                  </a:lnTo>
                  <a:lnTo>
                    <a:pt x="376959" y="521645"/>
                  </a:lnTo>
                  <a:lnTo>
                    <a:pt x="377105" y="521818"/>
                  </a:lnTo>
                  <a:lnTo>
                    <a:pt x="377251" y="521992"/>
                  </a:lnTo>
                  <a:lnTo>
                    <a:pt x="377396" y="522166"/>
                  </a:lnTo>
                  <a:lnTo>
                    <a:pt x="377540" y="522341"/>
                  </a:lnTo>
                  <a:lnTo>
                    <a:pt x="377684" y="522516"/>
                  </a:lnTo>
                  <a:lnTo>
                    <a:pt x="377827" y="522691"/>
                  </a:lnTo>
                  <a:lnTo>
                    <a:pt x="377970" y="522868"/>
                  </a:lnTo>
                  <a:lnTo>
                    <a:pt x="378112" y="523044"/>
                  </a:lnTo>
                  <a:lnTo>
                    <a:pt x="378253" y="523221"/>
                  </a:lnTo>
                  <a:lnTo>
                    <a:pt x="378394" y="523399"/>
                  </a:lnTo>
                  <a:lnTo>
                    <a:pt x="378534" y="523577"/>
                  </a:lnTo>
                  <a:lnTo>
                    <a:pt x="378674" y="523755"/>
                  </a:lnTo>
                  <a:lnTo>
                    <a:pt x="378813" y="523934"/>
                  </a:lnTo>
                  <a:lnTo>
                    <a:pt x="378951" y="524114"/>
                  </a:lnTo>
                  <a:lnTo>
                    <a:pt x="379089" y="524294"/>
                  </a:lnTo>
                  <a:lnTo>
                    <a:pt x="379226" y="524474"/>
                  </a:lnTo>
                  <a:lnTo>
                    <a:pt x="379363" y="524655"/>
                  </a:lnTo>
                  <a:lnTo>
                    <a:pt x="379499" y="524836"/>
                  </a:lnTo>
                  <a:lnTo>
                    <a:pt x="379634" y="525018"/>
                  </a:lnTo>
                  <a:lnTo>
                    <a:pt x="379769" y="525201"/>
                  </a:lnTo>
                  <a:lnTo>
                    <a:pt x="379903" y="525383"/>
                  </a:lnTo>
                  <a:lnTo>
                    <a:pt x="380037" y="525567"/>
                  </a:lnTo>
                  <a:lnTo>
                    <a:pt x="380170" y="525750"/>
                  </a:lnTo>
                  <a:lnTo>
                    <a:pt x="380302" y="525934"/>
                  </a:lnTo>
                  <a:lnTo>
                    <a:pt x="380434" y="526119"/>
                  </a:lnTo>
                  <a:lnTo>
                    <a:pt x="380565" y="526304"/>
                  </a:lnTo>
                  <a:lnTo>
                    <a:pt x="380695" y="526489"/>
                  </a:lnTo>
                  <a:lnTo>
                    <a:pt x="380825" y="526675"/>
                  </a:lnTo>
                  <a:lnTo>
                    <a:pt x="380954" y="526861"/>
                  </a:lnTo>
                  <a:lnTo>
                    <a:pt x="381082" y="527048"/>
                  </a:lnTo>
                  <a:lnTo>
                    <a:pt x="381210" y="527235"/>
                  </a:lnTo>
                  <a:lnTo>
                    <a:pt x="381337" y="527423"/>
                  </a:lnTo>
                  <a:lnTo>
                    <a:pt x="381464" y="527611"/>
                  </a:lnTo>
                  <a:lnTo>
                    <a:pt x="381590" y="527799"/>
                  </a:lnTo>
                  <a:lnTo>
                    <a:pt x="381715" y="527988"/>
                  </a:lnTo>
                  <a:lnTo>
                    <a:pt x="381840" y="528178"/>
                  </a:lnTo>
                  <a:lnTo>
                    <a:pt x="381964" y="528367"/>
                  </a:lnTo>
                  <a:lnTo>
                    <a:pt x="382087" y="528558"/>
                  </a:lnTo>
                  <a:lnTo>
                    <a:pt x="382210" y="528748"/>
                  </a:lnTo>
                  <a:lnTo>
                    <a:pt x="382333" y="528939"/>
                  </a:lnTo>
                  <a:lnTo>
                    <a:pt x="382454" y="529130"/>
                  </a:lnTo>
                  <a:lnTo>
                    <a:pt x="382575" y="529322"/>
                  </a:lnTo>
                  <a:lnTo>
                    <a:pt x="382695" y="529515"/>
                  </a:lnTo>
                  <a:lnTo>
                    <a:pt x="382814" y="529707"/>
                  </a:lnTo>
                  <a:lnTo>
                    <a:pt x="382933" y="529900"/>
                  </a:lnTo>
                  <a:lnTo>
                    <a:pt x="383052" y="530094"/>
                  </a:lnTo>
                  <a:lnTo>
                    <a:pt x="383169" y="530288"/>
                  </a:lnTo>
                  <a:lnTo>
                    <a:pt x="383286" y="530482"/>
                  </a:lnTo>
                  <a:lnTo>
                    <a:pt x="383402" y="530676"/>
                  </a:lnTo>
                  <a:lnTo>
                    <a:pt x="383518" y="530872"/>
                  </a:lnTo>
                  <a:lnTo>
                    <a:pt x="383633" y="531067"/>
                  </a:lnTo>
                  <a:lnTo>
                    <a:pt x="383747" y="531263"/>
                  </a:lnTo>
                  <a:lnTo>
                    <a:pt x="383861" y="531459"/>
                  </a:lnTo>
                  <a:lnTo>
                    <a:pt x="383974" y="531656"/>
                  </a:lnTo>
                  <a:lnTo>
                    <a:pt x="384086" y="531853"/>
                  </a:lnTo>
                  <a:lnTo>
                    <a:pt x="384197" y="532050"/>
                  </a:lnTo>
                  <a:lnTo>
                    <a:pt x="384308" y="532248"/>
                  </a:lnTo>
                  <a:lnTo>
                    <a:pt x="384419" y="532446"/>
                  </a:lnTo>
                  <a:lnTo>
                    <a:pt x="384528" y="532644"/>
                  </a:lnTo>
                  <a:lnTo>
                    <a:pt x="384637" y="532843"/>
                  </a:lnTo>
                  <a:lnTo>
                    <a:pt x="384745" y="533043"/>
                  </a:lnTo>
                  <a:lnTo>
                    <a:pt x="384853" y="533242"/>
                  </a:lnTo>
                  <a:lnTo>
                    <a:pt x="384960" y="533442"/>
                  </a:lnTo>
                  <a:lnTo>
                    <a:pt x="385066" y="533642"/>
                  </a:lnTo>
                  <a:lnTo>
                    <a:pt x="385172" y="533843"/>
                  </a:lnTo>
                  <a:lnTo>
                    <a:pt x="385277" y="534044"/>
                  </a:lnTo>
                  <a:lnTo>
                    <a:pt x="385381" y="534246"/>
                  </a:lnTo>
                  <a:lnTo>
                    <a:pt x="385484" y="534447"/>
                  </a:lnTo>
                  <a:lnTo>
                    <a:pt x="385587" y="534649"/>
                  </a:lnTo>
                  <a:lnTo>
                    <a:pt x="385689" y="534852"/>
                  </a:lnTo>
                  <a:lnTo>
                    <a:pt x="385791" y="535055"/>
                  </a:lnTo>
                  <a:lnTo>
                    <a:pt x="385892" y="535258"/>
                  </a:lnTo>
                  <a:lnTo>
                    <a:pt x="385992" y="535461"/>
                  </a:lnTo>
                  <a:lnTo>
                    <a:pt x="386091" y="535665"/>
                  </a:lnTo>
                  <a:lnTo>
                    <a:pt x="386190" y="535869"/>
                  </a:lnTo>
                  <a:lnTo>
                    <a:pt x="386288" y="536074"/>
                  </a:lnTo>
                  <a:lnTo>
                    <a:pt x="386385" y="536279"/>
                  </a:lnTo>
                  <a:lnTo>
                    <a:pt x="386482" y="536484"/>
                  </a:lnTo>
                  <a:lnTo>
                    <a:pt x="386578" y="536689"/>
                  </a:lnTo>
                  <a:lnTo>
                    <a:pt x="386673" y="536895"/>
                  </a:lnTo>
                  <a:lnTo>
                    <a:pt x="386768" y="537101"/>
                  </a:lnTo>
                  <a:lnTo>
                    <a:pt x="386861" y="537308"/>
                  </a:lnTo>
                  <a:lnTo>
                    <a:pt x="386955" y="537515"/>
                  </a:lnTo>
                  <a:lnTo>
                    <a:pt x="387047" y="537722"/>
                  </a:lnTo>
                  <a:lnTo>
                    <a:pt x="387163" y="537984"/>
                  </a:lnTo>
                  <a:lnTo>
                    <a:pt x="387230" y="538137"/>
                  </a:lnTo>
                  <a:lnTo>
                    <a:pt x="387320" y="538345"/>
                  </a:lnTo>
                  <a:lnTo>
                    <a:pt x="387410" y="538553"/>
                  </a:lnTo>
                  <a:lnTo>
                    <a:pt x="387499" y="538762"/>
                  </a:lnTo>
                  <a:lnTo>
                    <a:pt x="387587" y="538971"/>
                  </a:lnTo>
                  <a:lnTo>
                    <a:pt x="387675" y="539180"/>
                  </a:lnTo>
                  <a:lnTo>
                    <a:pt x="387761" y="539390"/>
                  </a:lnTo>
                  <a:lnTo>
                    <a:pt x="399114" y="565524"/>
                  </a:lnTo>
                  <a:lnTo>
                    <a:pt x="399266" y="565882"/>
                  </a:lnTo>
                  <a:lnTo>
                    <a:pt x="399418" y="566240"/>
                  </a:lnTo>
                  <a:lnTo>
                    <a:pt x="399569" y="566598"/>
                  </a:lnTo>
                  <a:lnTo>
                    <a:pt x="399719" y="566957"/>
                  </a:lnTo>
                  <a:lnTo>
                    <a:pt x="399868" y="567316"/>
                  </a:lnTo>
                  <a:lnTo>
                    <a:pt x="400017" y="567675"/>
                  </a:lnTo>
                  <a:lnTo>
                    <a:pt x="400165" y="568035"/>
                  </a:lnTo>
                  <a:lnTo>
                    <a:pt x="400335" y="568450"/>
                  </a:lnTo>
                  <a:lnTo>
                    <a:pt x="400459" y="568755"/>
                  </a:lnTo>
                  <a:lnTo>
                    <a:pt x="400605" y="569115"/>
                  </a:lnTo>
                  <a:lnTo>
                    <a:pt x="400750" y="569476"/>
                  </a:lnTo>
                  <a:lnTo>
                    <a:pt x="400895" y="569837"/>
                  </a:lnTo>
                  <a:lnTo>
                    <a:pt x="401039" y="570198"/>
                  </a:lnTo>
                  <a:lnTo>
                    <a:pt x="401182" y="570560"/>
                  </a:lnTo>
                  <a:lnTo>
                    <a:pt x="401324" y="570922"/>
                  </a:lnTo>
                  <a:lnTo>
                    <a:pt x="401466" y="571284"/>
                  </a:lnTo>
                  <a:lnTo>
                    <a:pt x="401541" y="571477"/>
                  </a:lnTo>
                  <a:lnTo>
                    <a:pt x="401654" y="571768"/>
                  </a:lnTo>
                  <a:lnTo>
                    <a:pt x="401747" y="572009"/>
                  </a:lnTo>
                  <a:lnTo>
                    <a:pt x="401887" y="572372"/>
                  </a:lnTo>
                  <a:lnTo>
                    <a:pt x="402025" y="572735"/>
                  </a:lnTo>
                  <a:lnTo>
                    <a:pt x="402164" y="573098"/>
                  </a:lnTo>
                  <a:lnTo>
                    <a:pt x="402301" y="573462"/>
                  </a:lnTo>
                  <a:lnTo>
                    <a:pt x="402438" y="573826"/>
                  </a:lnTo>
                  <a:lnTo>
                    <a:pt x="402574" y="574190"/>
                  </a:lnTo>
                  <a:lnTo>
                    <a:pt x="402709" y="574555"/>
                  </a:lnTo>
                  <a:lnTo>
                    <a:pt x="402785" y="574761"/>
                  </a:lnTo>
                  <a:lnTo>
                    <a:pt x="402861" y="574966"/>
                  </a:lnTo>
                  <a:lnTo>
                    <a:pt x="402978" y="575285"/>
                  </a:lnTo>
                  <a:lnTo>
                    <a:pt x="403111" y="575650"/>
                  </a:lnTo>
                  <a:lnTo>
                    <a:pt x="403243" y="576016"/>
                  </a:lnTo>
                  <a:lnTo>
                    <a:pt x="403375" y="576382"/>
                  </a:lnTo>
                  <a:lnTo>
                    <a:pt x="403506" y="576748"/>
                  </a:lnTo>
                  <a:lnTo>
                    <a:pt x="403637" y="577114"/>
                  </a:lnTo>
                  <a:lnTo>
                    <a:pt x="403766" y="577481"/>
                  </a:lnTo>
                  <a:lnTo>
                    <a:pt x="403895" y="577848"/>
                  </a:lnTo>
                  <a:lnTo>
                    <a:pt x="403967" y="578053"/>
                  </a:lnTo>
                  <a:lnTo>
                    <a:pt x="404023" y="578215"/>
                  </a:lnTo>
                  <a:lnTo>
                    <a:pt x="404151" y="578582"/>
                  </a:lnTo>
                  <a:lnTo>
                    <a:pt x="404277" y="578950"/>
                  </a:lnTo>
                  <a:lnTo>
                    <a:pt x="404403" y="579318"/>
                  </a:lnTo>
                  <a:lnTo>
                    <a:pt x="404529" y="579686"/>
                  </a:lnTo>
                  <a:lnTo>
                    <a:pt x="404653" y="580054"/>
                  </a:lnTo>
                  <a:lnTo>
                    <a:pt x="404777" y="580423"/>
                  </a:lnTo>
                  <a:lnTo>
                    <a:pt x="404900" y="580792"/>
                  </a:lnTo>
                  <a:lnTo>
                    <a:pt x="405023" y="581161"/>
                  </a:lnTo>
                  <a:lnTo>
                    <a:pt x="405067" y="581296"/>
                  </a:lnTo>
                  <a:lnTo>
                    <a:pt x="405145" y="581530"/>
                  </a:lnTo>
                  <a:lnTo>
                    <a:pt x="405266" y="581900"/>
                  </a:lnTo>
                  <a:lnTo>
                    <a:pt x="405386" y="582270"/>
                  </a:lnTo>
                  <a:lnTo>
                    <a:pt x="405505" y="582640"/>
                  </a:lnTo>
                  <a:lnTo>
                    <a:pt x="405624" y="583010"/>
                  </a:lnTo>
                  <a:lnTo>
                    <a:pt x="405742" y="583380"/>
                  </a:lnTo>
                  <a:lnTo>
                    <a:pt x="405860" y="583751"/>
                  </a:lnTo>
                  <a:lnTo>
                    <a:pt x="405976" y="584122"/>
                  </a:lnTo>
                  <a:lnTo>
                    <a:pt x="406092" y="584493"/>
                  </a:lnTo>
                  <a:lnTo>
                    <a:pt x="406208" y="584865"/>
                  </a:lnTo>
                  <a:lnTo>
                    <a:pt x="406322" y="585237"/>
                  </a:lnTo>
                  <a:lnTo>
                    <a:pt x="406436" y="585608"/>
                  </a:lnTo>
                  <a:lnTo>
                    <a:pt x="406549" y="585981"/>
                  </a:lnTo>
                  <a:lnTo>
                    <a:pt x="406661" y="586353"/>
                  </a:lnTo>
                  <a:lnTo>
                    <a:pt x="406773" y="586725"/>
                  </a:lnTo>
                  <a:lnTo>
                    <a:pt x="406884" y="587098"/>
                  </a:lnTo>
                  <a:lnTo>
                    <a:pt x="406994" y="587471"/>
                  </a:lnTo>
                  <a:lnTo>
                    <a:pt x="407103" y="587844"/>
                  </a:lnTo>
                  <a:lnTo>
                    <a:pt x="407212" y="588218"/>
                  </a:lnTo>
                  <a:lnTo>
                    <a:pt x="407320" y="588591"/>
                  </a:lnTo>
                  <a:lnTo>
                    <a:pt x="407427" y="588965"/>
                  </a:lnTo>
                  <a:lnTo>
                    <a:pt x="407534" y="589339"/>
                  </a:lnTo>
                  <a:lnTo>
                    <a:pt x="407639" y="589714"/>
                  </a:lnTo>
                  <a:lnTo>
                    <a:pt x="407744" y="590088"/>
                  </a:lnTo>
                  <a:lnTo>
                    <a:pt x="407849" y="590463"/>
                  </a:lnTo>
                  <a:lnTo>
                    <a:pt x="407952" y="590838"/>
                  </a:lnTo>
                  <a:lnTo>
                    <a:pt x="408084" y="591320"/>
                  </a:lnTo>
                  <a:lnTo>
                    <a:pt x="408121" y="591456"/>
                  </a:lnTo>
                  <a:lnTo>
                    <a:pt x="408157" y="591588"/>
                  </a:lnTo>
                  <a:lnTo>
                    <a:pt x="408259" y="591963"/>
                  </a:lnTo>
                  <a:lnTo>
                    <a:pt x="408359" y="592339"/>
                  </a:lnTo>
                  <a:lnTo>
                    <a:pt x="408459" y="592715"/>
                  </a:lnTo>
                  <a:lnTo>
                    <a:pt x="408558" y="593091"/>
                  </a:lnTo>
                  <a:lnTo>
                    <a:pt x="408657" y="593467"/>
                  </a:lnTo>
                  <a:lnTo>
                    <a:pt x="408755" y="593844"/>
                  </a:lnTo>
                  <a:lnTo>
                    <a:pt x="408852" y="594220"/>
                  </a:lnTo>
                  <a:lnTo>
                    <a:pt x="408948" y="594597"/>
                  </a:lnTo>
                  <a:lnTo>
                    <a:pt x="408985" y="594744"/>
                  </a:lnTo>
                  <a:lnTo>
                    <a:pt x="409043" y="594974"/>
                  </a:lnTo>
                  <a:lnTo>
                    <a:pt x="409138" y="595351"/>
                  </a:lnTo>
                  <a:lnTo>
                    <a:pt x="409232" y="595729"/>
                  </a:lnTo>
                  <a:lnTo>
                    <a:pt x="409325" y="596106"/>
                  </a:lnTo>
                  <a:lnTo>
                    <a:pt x="409418" y="596484"/>
                  </a:lnTo>
                  <a:lnTo>
                    <a:pt x="409510" y="596862"/>
                  </a:lnTo>
                  <a:lnTo>
                    <a:pt x="409601" y="597240"/>
                  </a:lnTo>
                  <a:lnTo>
                    <a:pt x="409691" y="597619"/>
                  </a:lnTo>
                  <a:lnTo>
                    <a:pt x="409786" y="598018"/>
                  </a:lnTo>
                  <a:lnTo>
                    <a:pt x="409833" y="598220"/>
                  </a:lnTo>
                  <a:lnTo>
                    <a:pt x="409870" y="598376"/>
                  </a:lnTo>
                  <a:lnTo>
                    <a:pt x="409958" y="598755"/>
                  </a:lnTo>
                  <a:lnTo>
                    <a:pt x="410045" y="599134"/>
                  </a:lnTo>
                  <a:lnTo>
                    <a:pt x="410132" y="599513"/>
                  </a:lnTo>
                  <a:lnTo>
                    <a:pt x="410218" y="599892"/>
                  </a:lnTo>
                  <a:lnTo>
                    <a:pt x="410303" y="600272"/>
                  </a:lnTo>
                  <a:lnTo>
                    <a:pt x="410387" y="600651"/>
                  </a:lnTo>
                  <a:lnTo>
                    <a:pt x="410471" y="601031"/>
                  </a:lnTo>
                  <a:lnTo>
                    <a:pt x="410554" y="601411"/>
                  </a:lnTo>
                  <a:lnTo>
                    <a:pt x="410636" y="601791"/>
                  </a:lnTo>
                  <a:lnTo>
                    <a:pt x="410718" y="602172"/>
                  </a:lnTo>
                  <a:lnTo>
                    <a:pt x="410799" y="602552"/>
                  </a:lnTo>
                  <a:lnTo>
                    <a:pt x="410879" y="602933"/>
                  </a:lnTo>
                  <a:lnTo>
                    <a:pt x="410958" y="603313"/>
                  </a:lnTo>
                  <a:lnTo>
                    <a:pt x="411036" y="603694"/>
                  </a:lnTo>
                  <a:lnTo>
                    <a:pt x="411114" y="604075"/>
                  </a:lnTo>
                  <a:lnTo>
                    <a:pt x="411191" y="604457"/>
                  </a:lnTo>
                  <a:lnTo>
                    <a:pt x="411290" y="604954"/>
                  </a:lnTo>
                  <a:lnTo>
                    <a:pt x="411343" y="605220"/>
                  </a:lnTo>
                  <a:lnTo>
                    <a:pt x="411418" y="605601"/>
                  </a:lnTo>
                  <a:lnTo>
                    <a:pt x="411492" y="605983"/>
                  </a:lnTo>
                  <a:lnTo>
                    <a:pt x="411565" y="606365"/>
                  </a:lnTo>
                  <a:lnTo>
                    <a:pt x="411638" y="606747"/>
                  </a:lnTo>
                  <a:lnTo>
                    <a:pt x="411709" y="607130"/>
                  </a:lnTo>
                  <a:lnTo>
                    <a:pt x="411780" y="607512"/>
                  </a:lnTo>
                  <a:lnTo>
                    <a:pt x="411851" y="607895"/>
                  </a:lnTo>
                  <a:lnTo>
                    <a:pt x="411920" y="608277"/>
                  </a:lnTo>
                  <a:lnTo>
                    <a:pt x="411948" y="608434"/>
                  </a:lnTo>
                  <a:lnTo>
                    <a:pt x="411989" y="608660"/>
                  </a:lnTo>
                  <a:lnTo>
                    <a:pt x="412057" y="609043"/>
                  </a:lnTo>
                  <a:lnTo>
                    <a:pt x="412125" y="609426"/>
                  </a:lnTo>
                  <a:lnTo>
                    <a:pt x="412191" y="609809"/>
                  </a:lnTo>
                  <a:lnTo>
                    <a:pt x="412257" y="610193"/>
                  </a:lnTo>
                  <a:lnTo>
                    <a:pt x="412322" y="610576"/>
                  </a:lnTo>
                  <a:lnTo>
                    <a:pt x="412386" y="610960"/>
                  </a:lnTo>
                  <a:lnTo>
                    <a:pt x="412450" y="611344"/>
                  </a:lnTo>
                  <a:lnTo>
                    <a:pt x="412513" y="611728"/>
                  </a:lnTo>
                  <a:lnTo>
                    <a:pt x="413025" y="615739"/>
                  </a:lnTo>
                  <a:lnTo>
                    <a:pt x="415275" y="633376"/>
                  </a:lnTo>
                  <a:lnTo>
                    <a:pt x="416907" y="644165"/>
                  </a:lnTo>
                  <a:lnTo>
                    <a:pt x="418058" y="653412"/>
                  </a:lnTo>
                  <a:lnTo>
                    <a:pt x="419155" y="662224"/>
                  </a:lnTo>
                  <a:lnTo>
                    <a:pt x="419198" y="662463"/>
                  </a:lnTo>
                  <a:lnTo>
                    <a:pt x="419242" y="662703"/>
                  </a:lnTo>
                  <a:lnTo>
                    <a:pt x="419287" y="662942"/>
                  </a:lnTo>
                  <a:lnTo>
                    <a:pt x="419333" y="663182"/>
                  </a:lnTo>
                  <a:lnTo>
                    <a:pt x="419388" y="663466"/>
                  </a:lnTo>
                  <a:lnTo>
                    <a:pt x="419426" y="663660"/>
                  </a:lnTo>
                  <a:lnTo>
                    <a:pt x="419474" y="663898"/>
                  </a:lnTo>
                  <a:lnTo>
                    <a:pt x="419522" y="664137"/>
                  </a:lnTo>
                  <a:lnTo>
                    <a:pt x="419571" y="664375"/>
                  </a:lnTo>
                  <a:lnTo>
                    <a:pt x="419621" y="664614"/>
                  </a:lnTo>
                  <a:lnTo>
                    <a:pt x="419672" y="664852"/>
                  </a:lnTo>
                  <a:lnTo>
                    <a:pt x="419723" y="665090"/>
                  </a:lnTo>
                  <a:lnTo>
                    <a:pt x="419776" y="665328"/>
                  </a:lnTo>
                  <a:lnTo>
                    <a:pt x="419829" y="665565"/>
                  </a:lnTo>
                  <a:lnTo>
                    <a:pt x="419882" y="665803"/>
                  </a:lnTo>
                  <a:lnTo>
                    <a:pt x="419950" y="666095"/>
                  </a:lnTo>
                  <a:lnTo>
                    <a:pt x="419992" y="666277"/>
                  </a:lnTo>
                  <a:lnTo>
                    <a:pt x="420048" y="666514"/>
                  </a:lnTo>
                  <a:lnTo>
                    <a:pt x="420105" y="666751"/>
                  </a:lnTo>
                  <a:lnTo>
                    <a:pt x="420162" y="666988"/>
                  </a:lnTo>
                  <a:lnTo>
                    <a:pt x="420220" y="667224"/>
                  </a:lnTo>
                  <a:lnTo>
                    <a:pt x="420290" y="667504"/>
                  </a:lnTo>
                  <a:lnTo>
                    <a:pt x="420339" y="667696"/>
                  </a:lnTo>
                  <a:lnTo>
                    <a:pt x="420399" y="667932"/>
                  </a:lnTo>
                  <a:lnTo>
                    <a:pt x="420461" y="668168"/>
                  </a:lnTo>
                  <a:lnTo>
                    <a:pt x="420522" y="668404"/>
                  </a:lnTo>
                  <a:lnTo>
                    <a:pt x="420611" y="668735"/>
                  </a:lnTo>
                  <a:lnTo>
                    <a:pt x="420648" y="668874"/>
                  </a:lnTo>
                  <a:lnTo>
                    <a:pt x="420713" y="669109"/>
                  </a:lnTo>
                  <a:lnTo>
                    <a:pt x="420777" y="669344"/>
                  </a:lnTo>
                  <a:lnTo>
                    <a:pt x="420843" y="669578"/>
                  </a:lnTo>
                  <a:lnTo>
                    <a:pt x="420909" y="669812"/>
                  </a:lnTo>
                  <a:lnTo>
                    <a:pt x="420976" y="670046"/>
                  </a:lnTo>
                  <a:lnTo>
                    <a:pt x="421044" y="670280"/>
                  </a:lnTo>
                  <a:lnTo>
                    <a:pt x="421112" y="670514"/>
                  </a:lnTo>
                  <a:lnTo>
                    <a:pt x="421182" y="670747"/>
                  </a:lnTo>
                  <a:lnTo>
                    <a:pt x="421252" y="670981"/>
                  </a:lnTo>
                  <a:lnTo>
                    <a:pt x="421322" y="671213"/>
                  </a:lnTo>
                  <a:lnTo>
                    <a:pt x="421394" y="671446"/>
                  </a:lnTo>
                  <a:lnTo>
                    <a:pt x="421466" y="671679"/>
                  </a:lnTo>
                  <a:lnTo>
                    <a:pt x="421539" y="671911"/>
                  </a:lnTo>
                  <a:lnTo>
                    <a:pt x="421613" y="672143"/>
                  </a:lnTo>
                  <a:lnTo>
                    <a:pt x="421718" y="672472"/>
                  </a:lnTo>
                  <a:lnTo>
                    <a:pt x="421762" y="672607"/>
                  </a:lnTo>
                  <a:lnTo>
                    <a:pt x="421869" y="672931"/>
                  </a:lnTo>
                  <a:lnTo>
                    <a:pt x="421914" y="673069"/>
                  </a:lnTo>
                  <a:lnTo>
                    <a:pt x="421991" y="673300"/>
                  </a:lnTo>
                  <a:lnTo>
                    <a:pt x="422069" y="673531"/>
                  </a:lnTo>
                  <a:lnTo>
                    <a:pt x="422164" y="673806"/>
                  </a:lnTo>
                  <a:lnTo>
                    <a:pt x="422227" y="673991"/>
                  </a:lnTo>
                  <a:lnTo>
                    <a:pt x="422308" y="674221"/>
                  </a:lnTo>
                  <a:lnTo>
                    <a:pt x="422388" y="674451"/>
                  </a:lnTo>
                  <a:lnTo>
                    <a:pt x="422470" y="674680"/>
                  </a:lnTo>
                  <a:lnTo>
                    <a:pt x="422635" y="675138"/>
                  </a:lnTo>
                  <a:lnTo>
                    <a:pt x="422754" y="675462"/>
                  </a:lnTo>
                  <a:lnTo>
                    <a:pt x="422803" y="675595"/>
                  </a:lnTo>
                  <a:lnTo>
                    <a:pt x="422889" y="675823"/>
                  </a:lnTo>
                  <a:lnTo>
                    <a:pt x="422975" y="676051"/>
                  </a:lnTo>
                  <a:lnTo>
                    <a:pt x="423061" y="676278"/>
                  </a:lnTo>
                  <a:lnTo>
                    <a:pt x="423148" y="676506"/>
                  </a:lnTo>
                  <a:lnTo>
                    <a:pt x="423236" y="676733"/>
                  </a:lnTo>
                  <a:lnTo>
                    <a:pt x="423325" y="676959"/>
                  </a:lnTo>
                  <a:lnTo>
                    <a:pt x="423414" y="677186"/>
                  </a:lnTo>
                  <a:lnTo>
                    <a:pt x="423505" y="677412"/>
                  </a:lnTo>
                  <a:lnTo>
                    <a:pt x="423687" y="677863"/>
                  </a:lnTo>
                  <a:lnTo>
                    <a:pt x="423779" y="678088"/>
                  </a:lnTo>
                  <a:lnTo>
                    <a:pt x="423872" y="678313"/>
                  </a:lnTo>
                  <a:lnTo>
                    <a:pt x="423966" y="678538"/>
                  </a:lnTo>
                  <a:lnTo>
                    <a:pt x="424075" y="678796"/>
                  </a:lnTo>
                  <a:lnTo>
                    <a:pt x="424155" y="678986"/>
                  </a:lnTo>
                  <a:lnTo>
                    <a:pt x="424270" y="679254"/>
                  </a:lnTo>
                  <a:lnTo>
                    <a:pt x="424348" y="679434"/>
                  </a:lnTo>
                  <a:lnTo>
                    <a:pt x="424445" y="679657"/>
                  </a:lnTo>
                  <a:lnTo>
                    <a:pt x="424543" y="679880"/>
                  </a:lnTo>
                  <a:lnTo>
                    <a:pt x="424641" y="680102"/>
                  </a:lnTo>
                  <a:lnTo>
                    <a:pt x="424776" y="680403"/>
                  </a:lnTo>
                  <a:lnTo>
                    <a:pt x="424841" y="680546"/>
                  </a:lnTo>
                  <a:lnTo>
                    <a:pt x="424941" y="680768"/>
                  </a:lnTo>
                  <a:lnTo>
                    <a:pt x="425043" y="680989"/>
                  </a:lnTo>
                  <a:lnTo>
                    <a:pt x="425145" y="681210"/>
                  </a:lnTo>
                  <a:lnTo>
                    <a:pt x="425351" y="681651"/>
                  </a:lnTo>
                  <a:lnTo>
                    <a:pt x="425455" y="681871"/>
                  </a:lnTo>
                  <a:lnTo>
                    <a:pt x="425560" y="682091"/>
                  </a:lnTo>
                  <a:lnTo>
                    <a:pt x="425665" y="682310"/>
                  </a:lnTo>
                  <a:lnTo>
                    <a:pt x="425771" y="682529"/>
                  </a:lnTo>
                  <a:lnTo>
                    <a:pt x="425878" y="682748"/>
                  </a:lnTo>
                  <a:lnTo>
                    <a:pt x="425986" y="682966"/>
                  </a:lnTo>
                  <a:lnTo>
                    <a:pt x="426094" y="683184"/>
                  </a:lnTo>
                  <a:lnTo>
                    <a:pt x="426203" y="683402"/>
                  </a:lnTo>
                  <a:lnTo>
                    <a:pt x="426313" y="683619"/>
                  </a:lnTo>
                  <a:lnTo>
                    <a:pt x="426423" y="683836"/>
                  </a:lnTo>
                  <a:lnTo>
                    <a:pt x="426534" y="684053"/>
                  </a:lnTo>
                  <a:lnTo>
                    <a:pt x="426646" y="684269"/>
                  </a:lnTo>
                  <a:lnTo>
                    <a:pt x="426758" y="684485"/>
                  </a:lnTo>
                  <a:lnTo>
                    <a:pt x="426871" y="684700"/>
                  </a:lnTo>
                  <a:lnTo>
                    <a:pt x="427002" y="684950"/>
                  </a:lnTo>
                  <a:lnTo>
                    <a:pt x="427214" y="685345"/>
                  </a:lnTo>
                  <a:lnTo>
                    <a:pt x="427329" y="685559"/>
                  </a:lnTo>
                  <a:lnTo>
                    <a:pt x="427446" y="685773"/>
                  </a:lnTo>
                  <a:lnTo>
                    <a:pt x="427563" y="685986"/>
                  </a:lnTo>
                  <a:lnTo>
                    <a:pt x="427799" y="686412"/>
                  </a:lnTo>
                  <a:lnTo>
                    <a:pt x="427918" y="686624"/>
                  </a:lnTo>
                  <a:lnTo>
                    <a:pt x="428038" y="686836"/>
                  </a:lnTo>
                  <a:lnTo>
                    <a:pt x="428158" y="687047"/>
                  </a:lnTo>
                  <a:lnTo>
                    <a:pt x="428279" y="687258"/>
                  </a:lnTo>
                  <a:lnTo>
                    <a:pt x="428401" y="687469"/>
                  </a:lnTo>
                  <a:lnTo>
                    <a:pt x="428523" y="687680"/>
                  </a:lnTo>
                  <a:lnTo>
                    <a:pt x="428646" y="687889"/>
                  </a:lnTo>
                  <a:lnTo>
                    <a:pt x="428770" y="688099"/>
                  </a:lnTo>
                  <a:lnTo>
                    <a:pt x="429019" y="688517"/>
                  </a:lnTo>
                  <a:lnTo>
                    <a:pt x="429271" y="688933"/>
                  </a:lnTo>
                  <a:lnTo>
                    <a:pt x="429398" y="689141"/>
                  </a:lnTo>
                  <a:lnTo>
                    <a:pt x="429525" y="689348"/>
                  </a:lnTo>
                  <a:lnTo>
                    <a:pt x="429912" y="689967"/>
                  </a:lnTo>
                  <a:lnTo>
                    <a:pt x="430042" y="690173"/>
                  </a:lnTo>
                  <a:lnTo>
                    <a:pt x="430173" y="690378"/>
                  </a:lnTo>
                  <a:lnTo>
                    <a:pt x="430304" y="690583"/>
                  </a:lnTo>
                  <a:lnTo>
                    <a:pt x="430569" y="690991"/>
                  </a:lnTo>
                  <a:lnTo>
                    <a:pt x="430703" y="691194"/>
                  </a:lnTo>
                  <a:lnTo>
                    <a:pt x="430837" y="691397"/>
                  </a:lnTo>
                  <a:lnTo>
                    <a:pt x="430971" y="691600"/>
                  </a:lnTo>
                  <a:lnTo>
                    <a:pt x="431107" y="691802"/>
                  </a:lnTo>
                  <a:lnTo>
                    <a:pt x="431379" y="692205"/>
                  </a:lnTo>
                  <a:lnTo>
                    <a:pt x="431516" y="692406"/>
                  </a:lnTo>
                  <a:lnTo>
                    <a:pt x="431793" y="692807"/>
                  </a:lnTo>
                  <a:lnTo>
                    <a:pt x="431931" y="693007"/>
                  </a:lnTo>
                  <a:lnTo>
                    <a:pt x="432071" y="693206"/>
                  </a:lnTo>
                  <a:lnTo>
                    <a:pt x="432211" y="693404"/>
                  </a:lnTo>
                  <a:lnTo>
                    <a:pt x="432352" y="693603"/>
                  </a:lnTo>
                  <a:lnTo>
                    <a:pt x="432494" y="693801"/>
                  </a:lnTo>
                  <a:lnTo>
                    <a:pt x="432641" y="694005"/>
                  </a:lnTo>
                  <a:lnTo>
                    <a:pt x="432779" y="694195"/>
                  </a:lnTo>
                  <a:lnTo>
                    <a:pt x="432922" y="694391"/>
                  </a:lnTo>
                  <a:lnTo>
                    <a:pt x="433066" y="694587"/>
                  </a:lnTo>
                  <a:lnTo>
                    <a:pt x="433211" y="694783"/>
                  </a:lnTo>
                  <a:lnTo>
                    <a:pt x="433502" y="695173"/>
                  </a:lnTo>
                  <a:lnTo>
                    <a:pt x="433649" y="695367"/>
                  </a:lnTo>
                  <a:lnTo>
                    <a:pt x="433796" y="695561"/>
                  </a:lnTo>
                  <a:lnTo>
                    <a:pt x="433943" y="695754"/>
                  </a:lnTo>
                  <a:lnTo>
                    <a:pt x="434092" y="695947"/>
                  </a:lnTo>
                  <a:lnTo>
                    <a:pt x="434240" y="696139"/>
                  </a:lnTo>
                  <a:lnTo>
                    <a:pt x="434390" y="696331"/>
                  </a:lnTo>
                  <a:lnTo>
                    <a:pt x="434540" y="696522"/>
                  </a:lnTo>
                  <a:lnTo>
                    <a:pt x="434691" y="696713"/>
                  </a:lnTo>
                  <a:lnTo>
                    <a:pt x="434842" y="696904"/>
                  </a:lnTo>
                  <a:lnTo>
                    <a:pt x="434994" y="697094"/>
                  </a:lnTo>
                  <a:lnTo>
                    <a:pt x="435146" y="697283"/>
                  </a:lnTo>
                  <a:lnTo>
                    <a:pt x="435299" y="697472"/>
                  </a:lnTo>
                  <a:lnTo>
                    <a:pt x="435453" y="697661"/>
                  </a:lnTo>
                  <a:lnTo>
                    <a:pt x="435607" y="697849"/>
                  </a:lnTo>
                  <a:lnTo>
                    <a:pt x="435762" y="698036"/>
                  </a:lnTo>
                  <a:lnTo>
                    <a:pt x="436074" y="698410"/>
                  </a:lnTo>
                  <a:lnTo>
                    <a:pt x="436230" y="698596"/>
                  </a:lnTo>
                  <a:lnTo>
                    <a:pt x="436387" y="698782"/>
                  </a:lnTo>
                  <a:lnTo>
                    <a:pt x="436545" y="698967"/>
                  </a:lnTo>
                  <a:lnTo>
                    <a:pt x="436704" y="699151"/>
                  </a:lnTo>
                  <a:lnTo>
                    <a:pt x="436862" y="699336"/>
                  </a:lnTo>
                  <a:lnTo>
                    <a:pt x="437022" y="699519"/>
                  </a:lnTo>
                  <a:lnTo>
                    <a:pt x="437156" y="699691"/>
                  </a:lnTo>
                  <a:lnTo>
                    <a:pt x="437291" y="699862"/>
                  </a:lnTo>
                  <a:lnTo>
                    <a:pt x="437427" y="700033"/>
                  </a:lnTo>
                  <a:lnTo>
                    <a:pt x="437563" y="700204"/>
                  </a:lnTo>
                  <a:lnTo>
                    <a:pt x="437700" y="700374"/>
                  </a:lnTo>
                  <a:lnTo>
                    <a:pt x="437837" y="700543"/>
                  </a:lnTo>
                  <a:lnTo>
                    <a:pt x="437975" y="700712"/>
                  </a:lnTo>
                  <a:lnTo>
                    <a:pt x="438114" y="700881"/>
                  </a:lnTo>
                  <a:lnTo>
                    <a:pt x="438253" y="701049"/>
                  </a:lnTo>
                  <a:lnTo>
                    <a:pt x="438393" y="701216"/>
                  </a:lnTo>
                  <a:lnTo>
                    <a:pt x="438533" y="701383"/>
                  </a:lnTo>
                  <a:lnTo>
                    <a:pt x="438674" y="701550"/>
                  </a:lnTo>
                  <a:lnTo>
                    <a:pt x="438815" y="701716"/>
                  </a:lnTo>
                  <a:lnTo>
                    <a:pt x="438957" y="701882"/>
                  </a:lnTo>
                  <a:lnTo>
                    <a:pt x="439100" y="702047"/>
                  </a:lnTo>
                  <a:lnTo>
                    <a:pt x="439243" y="702211"/>
                  </a:lnTo>
                  <a:lnTo>
                    <a:pt x="439387" y="702375"/>
                  </a:lnTo>
                  <a:lnTo>
                    <a:pt x="439531" y="702539"/>
                  </a:lnTo>
                  <a:lnTo>
                    <a:pt x="439676" y="702702"/>
                  </a:lnTo>
                  <a:lnTo>
                    <a:pt x="439821" y="702865"/>
                  </a:lnTo>
                  <a:lnTo>
                    <a:pt x="439967" y="703027"/>
                  </a:lnTo>
                  <a:lnTo>
                    <a:pt x="440114" y="703189"/>
                  </a:lnTo>
                  <a:lnTo>
                    <a:pt x="440261" y="703350"/>
                  </a:lnTo>
                  <a:lnTo>
                    <a:pt x="440408" y="703510"/>
                  </a:lnTo>
                  <a:lnTo>
                    <a:pt x="440557" y="703670"/>
                  </a:lnTo>
                  <a:lnTo>
                    <a:pt x="440705" y="703830"/>
                  </a:lnTo>
                  <a:lnTo>
                    <a:pt x="440855" y="703989"/>
                  </a:lnTo>
                  <a:lnTo>
                    <a:pt x="441004" y="704147"/>
                  </a:lnTo>
                  <a:lnTo>
                    <a:pt x="441155" y="704305"/>
                  </a:lnTo>
                  <a:lnTo>
                    <a:pt x="441306" y="704463"/>
                  </a:lnTo>
                  <a:lnTo>
                    <a:pt x="441457" y="704620"/>
                  </a:lnTo>
                  <a:lnTo>
                    <a:pt x="441609" y="704776"/>
                  </a:lnTo>
                  <a:lnTo>
                    <a:pt x="441762" y="704932"/>
                  </a:lnTo>
                  <a:lnTo>
                    <a:pt x="441915" y="705087"/>
                  </a:lnTo>
                  <a:lnTo>
                    <a:pt x="442068" y="705242"/>
                  </a:lnTo>
                  <a:lnTo>
                    <a:pt x="442223" y="705396"/>
                  </a:lnTo>
                  <a:lnTo>
                    <a:pt x="442377" y="705550"/>
                  </a:lnTo>
                  <a:lnTo>
                    <a:pt x="442533" y="705703"/>
                  </a:lnTo>
                  <a:lnTo>
                    <a:pt x="442688" y="705856"/>
                  </a:lnTo>
                  <a:lnTo>
                    <a:pt x="442845" y="706008"/>
                  </a:lnTo>
                  <a:lnTo>
                    <a:pt x="443001" y="706160"/>
                  </a:lnTo>
                  <a:lnTo>
                    <a:pt x="443159" y="706311"/>
                  </a:lnTo>
                  <a:lnTo>
                    <a:pt x="443316" y="706461"/>
                  </a:lnTo>
                  <a:lnTo>
                    <a:pt x="443475" y="706611"/>
                  </a:lnTo>
                  <a:lnTo>
                    <a:pt x="443634" y="706761"/>
                  </a:lnTo>
                  <a:lnTo>
                    <a:pt x="443793" y="706910"/>
                  </a:lnTo>
                  <a:lnTo>
                    <a:pt x="443953" y="707058"/>
                  </a:lnTo>
                  <a:lnTo>
                    <a:pt x="444113" y="707206"/>
                  </a:lnTo>
                  <a:lnTo>
                    <a:pt x="444274" y="707353"/>
                  </a:lnTo>
                  <a:lnTo>
                    <a:pt x="444436" y="707499"/>
                  </a:lnTo>
                  <a:lnTo>
                    <a:pt x="444598" y="707645"/>
                  </a:lnTo>
                  <a:lnTo>
                    <a:pt x="444760" y="707791"/>
                  </a:lnTo>
                  <a:lnTo>
                    <a:pt x="444923" y="707936"/>
                  </a:lnTo>
                  <a:lnTo>
                    <a:pt x="445086" y="708080"/>
                  </a:lnTo>
                  <a:lnTo>
                    <a:pt x="445250" y="708224"/>
                  </a:lnTo>
                  <a:lnTo>
                    <a:pt x="445415" y="708367"/>
                  </a:lnTo>
                  <a:lnTo>
                    <a:pt x="445580" y="708510"/>
                  </a:lnTo>
                  <a:lnTo>
                    <a:pt x="445745" y="708652"/>
                  </a:lnTo>
                  <a:lnTo>
                    <a:pt x="445911" y="708793"/>
                  </a:lnTo>
                  <a:lnTo>
                    <a:pt x="446077" y="708934"/>
                  </a:lnTo>
                  <a:lnTo>
                    <a:pt x="446244" y="709075"/>
                  </a:lnTo>
                  <a:lnTo>
                    <a:pt x="446412" y="709214"/>
                  </a:lnTo>
                  <a:lnTo>
                    <a:pt x="446579" y="709354"/>
                  </a:lnTo>
                  <a:lnTo>
                    <a:pt x="446748" y="709492"/>
                  </a:lnTo>
                  <a:lnTo>
                    <a:pt x="446916" y="709630"/>
                  </a:lnTo>
                  <a:lnTo>
                    <a:pt x="447086" y="709768"/>
                  </a:lnTo>
                  <a:lnTo>
                    <a:pt x="447256" y="709904"/>
                  </a:lnTo>
                  <a:lnTo>
                    <a:pt x="447426" y="710041"/>
                  </a:lnTo>
                  <a:lnTo>
                    <a:pt x="447596" y="710176"/>
                  </a:lnTo>
                  <a:lnTo>
                    <a:pt x="447768" y="710311"/>
                  </a:lnTo>
                  <a:lnTo>
                    <a:pt x="447939" y="710446"/>
                  </a:lnTo>
                  <a:lnTo>
                    <a:pt x="448111" y="710580"/>
                  </a:lnTo>
                  <a:lnTo>
                    <a:pt x="448284" y="710713"/>
                  </a:lnTo>
                  <a:lnTo>
                    <a:pt x="448457" y="710846"/>
                  </a:lnTo>
                  <a:lnTo>
                    <a:pt x="448630" y="710978"/>
                  </a:lnTo>
                  <a:lnTo>
                    <a:pt x="448804" y="711109"/>
                  </a:lnTo>
                  <a:lnTo>
                    <a:pt x="448978" y="711240"/>
                  </a:lnTo>
                  <a:lnTo>
                    <a:pt x="449153" y="711370"/>
                  </a:lnTo>
                  <a:lnTo>
                    <a:pt x="449332" y="711503"/>
                  </a:lnTo>
                  <a:lnTo>
                    <a:pt x="449512" y="711634"/>
                  </a:lnTo>
                  <a:lnTo>
                    <a:pt x="449692" y="711766"/>
                  </a:lnTo>
                  <a:lnTo>
                    <a:pt x="449872" y="711896"/>
                  </a:lnTo>
                  <a:lnTo>
                    <a:pt x="450053" y="712026"/>
                  </a:lnTo>
                  <a:lnTo>
                    <a:pt x="450235" y="712155"/>
                  </a:lnTo>
                  <a:lnTo>
                    <a:pt x="450417" y="712284"/>
                  </a:lnTo>
                  <a:lnTo>
                    <a:pt x="450599" y="712412"/>
                  </a:lnTo>
                  <a:lnTo>
                    <a:pt x="450782" y="712539"/>
                  </a:lnTo>
                  <a:lnTo>
                    <a:pt x="450965" y="712666"/>
                  </a:lnTo>
                  <a:lnTo>
                    <a:pt x="451149" y="712792"/>
                  </a:lnTo>
                  <a:lnTo>
                    <a:pt x="451333" y="712917"/>
                  </a:lnTo>
                  <a:lnTo>
                    <a:pt x="451517" y="713042"/>
                  </a:lnTo>
                  <a:lnTo>
                    <a:pt x="451702" y="713166"/>
                  </a:lnTo>
                  <a:lnTo>
                    <a:pt x="451888" y="713290"/>
                  </a:lnTo>
                  <a:lnTo>
                    <a:pt x="452073" y="713412"/>
                  </a:lnTo>
                  <a:lnTo>
                    <a:pt x="452260" y="713534"/>
                  </a:lnTo>
                  <a:lnTo>
                    <a:pt x="452446" y="713656"/>
                  </a:lnTo>
                  <a:lnTo>
                    <a:pt x="452631" y="713775"/>
                  </a:lnTo>
                  <a:lnTo>
                    <a:pt x="452816" y="713893"/>
                  </a:lnTo>
                  <a:lnTo>
                    <a:pt x="453001" y="714011"/>
                  </a:lnTo>
                  <a:lnTo>
                    <a:pt x="453373" y="714245"/>
                  </a:lnTo>
                  <a:lnTo>
                    <a:pt x="453560" y="714361"/>
                  </a:lnTo>
                  <a:lnTo>
                    <a:pt x="453747" y="714476"/>
                  </a:lnTo>
                  <a:lnTo>
                    <a:pt x="453934" y="714590"/>
                  </a:lnTo>
                  <a:lnTo>
                    <a:pt x="454122" y="714704"/>
                  </a:lnTo>
                  <a:lnTo>
                    <a:pt x="454310" y="714817"/>
                  </a:lnTo>
                  <a:lnTo>
                    <a:pt x="454498" y="714930"/>
                  </a:lnTo>
                  <a:lnTo>
                    <a:pt x="454687" y="715042"/>
                  </a:lnTo>
                  <a:lnTo>
                    <a:pt x="454877" y="715153"/>
                  </a:lnTo>
                  <a:lnTo>
                    <a:pt x="455066" y="715264"/>
                  </a:lnTo>
                  <a:lnTo>
                    <a:pt x="455256" y="715374"/>
                  </a:lnTo>
                  <a:lnTo>
                    <a:pt x="455447" y="715483"/>
                  </a:lnTo>
                  <a:lnTo>
                    <a:pt x="455638" y="715591"/>
                  </a:lnTo>
                  <a:lnTo>
                    <a:pt x="455829" y="715699"/>
                  </a:lnTo>
                  <a:lnTo>
                    <a:pt x="456021" y="715806"/>
                  </a:lnTo>
                  <a:lnTo>
                    <a:pt x="456213" y="715913"/>
                  </a:lnTo>
                  <a:lnTo>
                    <a:pt x="456405" y="716019"/>
                  </a:lnTo>
                  <a:lnTo>
                    <a:pt x="456598" y="716124"/>
                  </a:lnTo>
                  <a:lnTo>
                    <a:pt x="456791" y="716229"/>
                  </a:lnTo>
                  <a:lnTo>
                    <a:pt x="456984" y="716333"/>
                  </a:lnTo>
                  <a:lnTo>
                    <a:pt x="457178" y="716436"/>
                  </a:lnTo>
                  <a:lnTo>
                    <a:pt x="457372" y="716538"/>
                  </a:lnTo>
                  <a:lnTo>
                    <a:pt x="457567" y="716640"/>
                  </a:lnTo>
                  <a:lnTo>
                    <a:pt x="457761" y="716741"/>
                  </a:lnTo>
                  <a:lnTo>
                    <a:pt x="457957" y="716842"/>
                  </a:lnTo>
                  <a:lnTo>
                    <a:pt x="458152" y="716941"/>
                  </a:lnTo>
                  <a:lnTo>
                    <a:pt x="458348" y="717040"/>
                  </a:lnTo>
                  <a:lnTo>
                    <a:pt x="458544" y="717139"/>
                  </a:lnTo>
                  <a:lnTo>
                    <a:pt x="458741" y="717237"/>
                  </a:lnTo>
                  <a:lnTo>
                    <a:pt x="458938" y="717334"/>
                  </a:lnTo>
                  <a:lnTo>
                    <a:pt x="459135" y="717430"/>
                  </a:lnTo>
                  <a:lnTo>
                    <a:pt x="459333" y="717526"/>
                  </a:lnTo>
                  <a:lnTo>
                    <a:pt x="459531" y="717621"/>
                  </a:lnTo>
                  <a:lnTo>
                    <a:pt x="459729" y="717715"/>
                  </a:lnTo>
                  <a:lnTo>
                    <a:pt x="459927" y="717808"/>
                  </a:lnTo>
                  <a:lnTo>
                    <a:pt x="460126" y="717901"/>
                  </a:lnTo>
                  <a:lnTo>
                    <a:pt x="460326" y="717993"/>
                  </a:lnTo>
                  <a:lnTo>
                    <a:pt x="460525" y="718085"/>
                  </a:lnTo>
                  <a:lnTo>
                    <a:pt x="460725" y="718176"/>
                  </a:lnTo>
                  <a:lnTo>
                    <a:pt x="460925" y="718266"/>
                  </a:lnTo>
                  <a:lnTo>
                    <a:pt x="461126" y="718355"/>
                  </a:lnTo>
                  <a:lnTo>
                    <a:pt x="461326" y="718444"/>
                  </a:lnTo>
                  <a:lnTo>
                    <a:pt x="461527" y="718532"/>
                  </a:lnTo>
                  <a:lnTo>
                    <a:pt x="461729" y="718619"/>
                  </a:lnTo>
                  <a:lnTo>
                    <a:pt x="461931" y="718706"/>
                  </a:lnTo>
                  <a:lnTo>
                    <a:pt x="462133" y="718791"/>
                  </a:lnTo>
                  <a:lnTo>
                    <a:pt x="462335" y="718877"/>
                  </a:lnTo>
                  <a:lnTo>
                    <a:pt x="462538" y="718961"/>
                  </a:lnTo>
                  <a:lnTo>
                    <a:pt x="462740" y="719045"/>
                  </a:lnTo>
                  <a:lnTo>
                    <a:pt x="462944" y="719128"/>
                  </a:lnTo>
                  <a:lnTo>
                    <a:pt x="463147" y="719210"/>
                  </a:lnTo>
                  <a:lnTo>
                    <a:pt x="463351" y="719292"/>
                  </a:lnTo>
                  <a:lnTo>
                    <a:pt x="463555" y="719373"/>
                  </a:lnTo>
                  <a:lnTo>
                    <a:pt x="463759" y="719453"/>
                  </a:lnTo>
                  <a:lnTo>
                    <a:pt x="463964" y="719532"/>
                  </a:lnTo>
                  <a:lnTo>
                    <a:pt x="464169" y="719611"/>
                  </a:lnTo>
                  <a:lnTo>
                    <a:pt x="464374" y="719689"/>
                  </a:lnTo>
                  <a:lnTo>
                    <a:pt x="464579" y="719766"/>
                  </a:lnTo>
                  <a:lnTo>
                    <a:pt x="464785" y="719843"/>
                  </a:lnTo>
                  <a:lnTo>
                    <a:pt x="464991" y="719919"/>
                  </a:lnTo>
                  <a:lnTo>
                    <a:pt x="465197" y="719994"/>
                  </a:lnTo>
                  <a:lnTo>
                    <a:pt x="465404" y="720068"/>
                  </a:lnTo>
                  <a:lnTo>
                    <a:pt x="465610" y="720142"/>
                  </a:lnTo>
                  <a:lnTo>
                    <a:pt x="465817" y="720215"/>
                  </a:lnTo>
                  <a:lnTo>
                    <a:pt x="466024" y="720287"/>
                  </a:lnTo>
                  <a:lnTo>
                    <a:pt x="466232" y="720359"/>
                  </a:lnTo>
                  <a:lnTo>
                    <a:pt x="466440" y="720429"/>
                  </a:lnTo>
                  <a:lnTo>
                    <a:pt x="466648" y="720499"/>
                  </a:lnTo>
                  <a:lnTo>
                    <a:pt x="466856" y="720569"/>
                  </a:lnTo>
                  <a:lnTo>
                    <a:pt x="467064" y="720637"/>
                  </a:lnTo>
                  <a:lnTo>
                    <a:pt x="467273" y="720705"/>
                  </a:lnTo>
                  <a:lnTo>
                    <a:pt x="467482" y="720772"/>
                  </a:lnTo>
                  <a:lnTo>
                    <a:pt x="467691" y="720839"/>
                  </a:lnTo>
                  <a:lnTo>
                    <a:pt x="467901" y="720905"/>
                  </a:lnTo>
                  <a:lnTo>
                    <a:pt x="468110" y="720969"/>
                  </a:lnTo>
                  <a:lnTo>
                    <a:pt x="468320" y="721034"/>
                  </a:lnTo>
                  <a:lnTo>
                    <a:pt x="468530" y="721097"/>
                  </a:lnTo>
                  <a:lnTo>
                    <a:pt x="468740" y="721160"/>
                  </a:lnTo>
                  <a:lnTo>
                    <a:pt x="468951" y="721222"/>
                  </a:lnTo>
                  <a:lnTo>
                    <a:pt x="469162" y="721283"/>
                  </a:lnTo>
                  <a:lnTo>
                    <a:pt x="469372" y="721344"/>
                  </a:lnTo>
                  <a:lnTo>
                    <a:pt x="469584" y="721403"/>
                  </a:lnTo>
                  <a:lnTo>
                    <a:pt x="469795" y="721463"/>
                  </a:lnTo>
                  <a:lnTo>
                    <a:pt x="470006" y="721521"/>
                  </a:lnTo>
                  <a:lnTo>
                    <a:pt x="470218" y="721578"/>
                  </a:lnTo>
                  <a:lnTo>
                    <a:pt x="470430" y="721635"/>
                  </a:lnTo>
                  <a:lnTo>
                    <a:pt x="470642" y="721691"/>
                  </a:lnTo>
                  <a:lnTo>
                    <a:pt x="470855" y="721747"/>
                  </a:lnTo>
                  <a:lnTo>
                    <a:pt x="471067" y="721801"/>
                  </a:lnTo>
                  <a:lnTo>
                    <a:pt x="471280" y="721855"/>
                  </a:lnTo>
                  <a:lnTo>
                    <a:pt x="471493" y="721908"/>
                  </a:lnTo>
                  <a:lnTo>
                    <a:pt x="471706" y="721961"/>
                  </a:lnTo>
                  <a:lnTo>
                    <a:pt x="490263" y="726532"/>
                  </a:lnTo>
                  <a:lnTo>
                    <a:pt x="490699" y="726640"/>
                  </a:lnTo>
                  <a:lnTo>
                    <a:pt x="491003" y="726715"/>
                  </a:lnTo>
                  <a:lnTo>
                    <a:pt x="495375" y="727792"/>
                  </a:lnTo>
                  <a:lnTo>
                    <a:pt x="496128" y="728006"/>
                  </a:lnTo>
                  <a:lnTo>
                    <a:pt x="496881" y="728221"/>
                  </a:lnTo>
                  <a:lnTo>
                    <a:pt x="497634" y="728437"/>
                  </a:lnTo>
                  <a:lnTo>
                    <a:pt x="498387" y="728654"/>
                  </a:lnTo>
                  <a:lnTo>
                    <a:pt x="499139" y="728871"/>
                  </a:lnTo>
                  <a:lnTo>
                    <a:pt x="499891" y="729089"/>
                  </a:lnTo>
                  <a:lnTo>
                    <a:pt x="500643" y="729308"/>
                  </a:lnTo>
                  <a:lnTo>
                    <a:pt x="501395" y="729528"/>
                  </a:lnTo>
                  <a:lnTo>
                    <a:pt x="502146" y="729748"/>
                  </a:lnTo>
                  <a:lnTo>
                    <a:pt x="502898" y="729969"/>
                  </a:lnTo>
                  <a:lnTo>
                    <a:pt x="503649" y="730191"/>
                  </a:lnTo>
                  <a:lnTo>
                    <a:pt x="504400" y="730413"/>
                  </a:lnTo>
                  <a:lnTo>
                    <a:pt x="505151" y="730636"/>
                  </a:lnTo>
                  <a:lnTo>
                    <a:pt x="505901" y="730860"/>
                  </a:lnTo>
                  <a:lnTo>
                    <a:pt x="506651" y="731085"/>
                  </a:lnTo>
                  <a:lnTo>
                    <a:pt x="507401" y="731310"/>
                  </a:lnTo>
                  <a:lnTo>
                    <a:pt x="508151" y="731536"/>
                  </a:lnTo>
                  <a:lnTo>
                    <a:pt x="508901" y="731763"/>
                  </a:lnTo>
                  <a:lnTo>
                    <a:pt x="509650" y="731991"/>
                  </a:lnTo>
                  <a:lnTo>
                    <a:pt x="510399" y="732219"/>
                  </a:lnTo>
                  <a:lnTo>
                    <a:pt x="511148" y="732448"/>
                  </a:lnTo>
                  <a:lnTo>
                    <a:pt x="511897" y="732678"/>
                  </a:lnTo>
                  <a:lnTo>
                    <a:pt x="512646" y="732908"/>
                  </a:lnTo>
                  <a:lnTo>
                    <a:pt x="513394" y="733140"/>
                  </a:lnTo>
                  <a:lnTo>
                    <a:pt x="514142" y="733371"/>
                  </a:lnTo>
                  <a:lnTo>
                    <a:pt x="514890" y="733604"/>
                  </a:lnTo>
                  <a:lnTo>
                    <a:pt x="515638" y="733837"/>
                  </a:lnTo>
                  <a:lnTo>
                    <a:pt x="516385" y="734072"/>
                  </a:lnTo>
                  <a:lnTo>
                    <a:pt x="517132" y="734306"/>
                  </a:lnTo>
                  <a:lnTo>
                    <a:pt x="517879" y="734542"/>
                  </a:lnTo>
                  <a:lnTo>
                    <a:pt x="518626" y="734778"/>
                  </a:lnTo>
                  <a:lnTo>
                    <a:pt x="519372" y="735015"/>
                  </a:lnTo>
                  <a:lnTo>
                    <a:pt x="520119" y="735253"/>
                  </a:lnTo>
                  <a:lnTo>
                    <a:pt x="520865" y="735491"/>
                  </a:lnTo>
                  <a:lnTo>
                    <a:pt x="521610" y="735730"/>
                  </a:lnTo>
                  <a:lnTo>
                    <a:pt x="522356" y="735970"/>
                  </a:lnTo>
                  <a:lnTo>
                    <a:pt x="523101" y="736211"/>
                  </a:lnTo>
                  <a:lnTo>
                    <a:pt x="523846" y="736452"/>
                  </a:lnTo>
                  <a:lnTo>
                    <a:pt x="524591" y="736694"/>
                  </a:lnTo>
                  <a:lnTo>
                    <a:pt x="525336" y="736937"/>
                  </a:lnTo>
                  <a:lnTo>
                    <a:pt x="526080" y="737180"/>
                  </a:lnTo>
                  <a:lnTo>
                    <a:pt x="526825" y="737425"/>
                  </a:lnTo>
                  <a:lnTo>
                    <a:pt x="527569" y="737669"/>
                  </a:lnTo>
                  <a:lnTo>
                    <a:pt x="528312" y="737915"/>
                  </a:lnTo>
                  <a:lnTo>
                    <a:pt x="529056" y="738161"/>
                  </a:lnTo>
                  <a:lnTo>
                    <a:pt x="529287" y="738244"/>
                  </a:lnTo>
                  <a:lnTo>
                    <a:pt x="529517" y="738327"/>
                  </a:lnTo>
                  <a:lnTo>
                    <a:pt x="529748" y="738411"/>
                  </a:lnTo>
                  <a:lnTo>
                    <a:pt x="529978" y="738496"/>
                  </a:lnTo>
                  <a:lnTo>
                    <a:pt x="530208" y="738581"/>
                  </a:lnTo>
                  <a:lnTo>
                    <a:pt x="530437" y="738667"/>
                  </a:lnTo>
                  <a:lnTo>
                    <a:pt x="530667" y="738754"/>
                  </a:lnTo>
                  <a:lnTo>
                    <a:pt x="530896" y="738842"/>
                  </a:lnTo>
                  <a:lnTo>
                    <a:pt x="531125" y="738930"/>
                  </a:lnTo>
                  <a:lnTo>
                    <a:pt x="531353" y="739019"/>
                  </a:lnTo>
                  <a:lnTo>
                    <a:pt x="531582" y="739109"/>
                  </a:lnTo>
                  <a:lnTo>
                    <a:pt x="531810" y="739199"/>
                  </a:lnTo>
                  <a:lnTo>
                    <a:pt x="532037" y="739290"/>
                  </a:lnTo>
                  <a:lnTo>
                    <a:pt x="532265" y="739382"/>
                  </a:lnTo>
                  <a:lnTo>
                    <a:pt x="532492" y="739475"/>
                  </a:lnTo>
                  <a:lnTo>
                    <a:pt x="532719" y="739568"/>
                  </a:lnTo>
                  <a:lnTo>
                    <a:pt x="532945" y="739662"/>
                  </a:lnTo>
                  <a:lnTo>
                    <a:pt x="533172" y="739756"/>
                  </a:lnTo>
                  <a:lnTo>
                    <a:pt x="533398" y="739852"/>
                  </a:lnTo>
                  <a:lnTo>
                    <a:pt x="533623" y="739948"/>
                  </a:lnTo>
                  <a:lnTo>
                    <a:pt x="533849" y="740045"/>
                  </a:lnTo>
                  <a:lnTo>
                    <a:pt x="534074" y="740142"/>
                  </a:lnTo>
                  <a:lnTo>
                    <a:pt x="534299" y="740240"/>
                  </a:lnTo>
                  <a:lnTo>
                    <a:pt x="534523" y="740339"/>
                  </a:lnTo>
                  <a:lnTo>
                    <a:pt x="534747" y="740438"/>
                  </a:lnTo>
                  <a:lnTo>
                    <a:pt x="534971" y="740539"/>
                  </a:lnTo>
                  <a:lnTo>
                    <a:pt x="535195" y="740640"/>
                  </a:lnTo>
                  <a:lnTo>
                    <a:pt x="535418" y="740741"/>
                  </a:lnTo>
                  <a:lnTo>
                    <a:pt x="535641" y="740844"/>
                  </a:lnTo>
                  <a:lnTo>
                    <a:pt x="535864" y="740947"/>
                  </a:lnTo>
                  <a:lnTo>
                    <a:pt x="536086" y="741050"/>
                  </a:lnTo>
                  <a:lnTo>
                    <a:pt x="536308" y="741155"/>
                  </a:lnTo>
                  <a:lnTo>
                    <a:pt x="536530" y="741260"/>
                  </a:lnTo>
                  <a:lnTo>
                    <a:pt x="536751" y="741366"/>
                  </a:lnTo>
                  <a:lnTo>
                    <a:pt x="536972" y="741472"/>
                  </a:lnTo>
                  <a:lnTo>
                    <a:pt x="537193" y="741579"/>
                  </a:lnTo>
                  <a:lnTo>
                    <a:pt x="537413" y="741687"/>
                  </a:lnTo>
                  <a:lnTo>
                    <a:pt x="537633" y="741796"/>
                  </a:lnTo>
                  <a:lnTo>
                    <a:pt x="537853" y="741905"/>
                  </a:lnTo>
                  <a:lnTo>
                    <a:pt x="538072" y="742015"/>
                  </a:lnTo>
                  <a:lnTo>
                    <a:pt x="538291" y="742125"/>
                  </a:lnTo>
                  <a:lnTo>
                    <a:pt x="538510" y="742236"/>
                  </a:lnTo>
                  <a:lnTo>
                    <a:pt x="538728" y="742348"/>
                  </a:lnTo>
                  <a:lnTo>
                    <a:pt x="538946" y="742461"/>
                  </a:lnTo>
                  <a:lnTo>
                    <a:pt x="539163" y="742574"/>
                  </a:lnTo>
                  <a:lnTo>
                    <a:pt x="539381" y="742688"/>
                  </a:lnTo>
                  <a:lnTo>
                    <a:pt x="539598" y="742803"/>
                  </a:lnTo>
                  <a:lnTo>
                    <a:pt x="539814" y="742918"/>
                  </a:lnTo>
                  <a:lnTo>
                    <a:pt x="540030" y="743034"/>
                  </a:lnTo>
                  <a:lnTo>
                    <a:pt x="540246" y="743151"/>
                  </a:lnTo>
                  <a:lnTo>
                    <a:pt x="540462" y="743268"/>
                  </a:lnTo>
                  <a:lnTo>
                    <a:pt x="540677" y="743386"/>
                  </a:lnTo>
                  <a:lnTo>
                    <a:pt x="540891" y="743505"/>
                  </a:lnTo>
                  <a:lnTo>
                    <a:pt x="541106" y="743624"/>
                  </a:lnTo>
                  <a:lnTo>
                    <a:pt x="541320" y="743744"/>
                  </a:lnTo>
                  <a:lnTo>
                    <a:pt x="541533" y="743865"/>
                  </a:lnTo>
                  <a:lnTo>
                    <a:pt x="541747" y="743986"/>
                  </a:lnTo>
                  <a:lnTo>
                    <a:pt x="541960" y="744108"/>
                  </a:lnTo>
                  <a:lnTo>
                    <a:pt x="542172" y="744231"/>
                  </a:lnTo>
                  <a:lnTo>
                    <a:pt x="542384" y="744354"/>
                  </a:lnTo>
                  <a:lnTo>
                    <a:pt x="542596" y="744478"/>
                  </a:lnTo>
                  <a:lnTo>
                    <a:pt x="542807" y="744603"/>
                  </a:lnTo>
                  <a:lnTo>
                    <a:pt x="543018" y="744728"/>
                  </a:lnTo>
                  <a:lnTo>
                    <a:pt x="543229" y="744854"/>
                  </a:lnTo>
                  <a:lnTo>
                    <a:pt x="543439" y="744981"/>
                  </a:lnTo>
                  <a:lnTo>
                    <a:pt x="543649" y="745108"/>
                  </a:lnTo>
                  <a:lnTo>
                    <a:pt x="543858" y="745236"/>
                  </a:lnTo>
                  <a:lnTo>
                    <a:pt x="544067" y="745364"/>
                  </a:lnTo>
                  <a:lnTo>
                    <a:pt x="544276" y="745493"/>
                  </a:lnTo>
                  <a:lnTo>
                    <a:pt x="544484" y="745623"/>
                  </a:lnTo>
                  <a:lnTo>
                    <a:pt x="544692" y="745754"/>
                  </a:lnTo>
                  <a:lnTo>
                    <a:pt x="544899" y="745885"/>
                  </a:lnTo>
                  <a:lnTo>
                    <a:pt x="545106" y="746017"/>
                  </a:lnTo>
                  <a:lnTo>
                    <a:pt x="545313" y="746149"/>
                  </a:lnTo>
                  <a:lnTo>
                    <a:pt x="545519" y="746282"/>
                  </a:lnTo>
                  <a:lnTo>
                    <a:pt x="545725" y="746416"/>
                  </a:lnTo>
                  <a:lnTo>
                    <a:pt x="545930" y="746550"/>
                  </a:lnTo>
                  <a:lnTo>
                    <a:pt x="546135" y="746685"/>
                  </a:lnTo>
                  <a:lnTo>
                    <a:pt x="546340" y="746821"/>
                  </a:lnTo>
                  <a:lnTo>
                    <a:pt x="546544" y="746957"/>
                  </a:lnTo>
                  <a:lnTo>
                    <a:pt x="546748" y="747094"/>
                  </a:lnTo>
                  <a:lnTo>
                    <a:pt x="546951" y="747232"/>
                  </a:lnTo>
                  <a:lnTo>
                    <a:pt x="547154" y="747370"/>
                  </a:lnTo>
                  <a:lnTo>
                    <a:pt x="547356" y="747509"/>
                  </a:lnTo>
                  <a:lnTo>
                    <a:pt x="547558" y="747648"/>
                  </a:lnTo>
                  <a:lnTo>
                    <a:pt x="547760" y="747788"/>
                  </a:lnTo>
                  <a:lnTo>
                    <a:pt x="547961" y="747929"/>
                  </a:lnTo>
                  <a:lnTo>
                    <a:pt x="548161" y="748070"/>
                  </a:lnTo>
                  <a:lnTo>
                    <a:pt x="548362" y="748212"/>
                  </a:lnTo>
                  <a:lnTo>
                    <a:pt x="548561" y="748354"/>
                  </a:lnTo>
                  <a:lnTo>
                    <a:pt x="548761" y="748498"/>
                  </a:lnTo>
                  <a:lnTo>
                    <a:pt x="548960" y="748641"/>
                  </a:lnTo>
                  <a:lnTo>
                    <a:pt x="549158" y="748786"/>
                  </a:lnTo>
                  <a:lnTo>
                    <a:pt x="549356" y="748931"/>
                  </a:lnTo>
                  <a:lnTo>
                    <a:pt x="549554" y="749076"/>
                  </a:lnTo>
                  <a:lnTo>
                    <a:pt x="549751" y="749223"/>
                  </a:lnTo>
                  <a:lnTo>
                    <a:pt x="549947" y="749370"/>
                  </a:lnTo>
                  <a:lnTo>
                    <a:pt x="550144" y="749517"/>
                  </a:lnTo>
                  <a:lnTo>
                    <a:pt x="550339" y="749665"/>
                  </a:lnTo>
                  <a:lnTo>
                    <a:pt x="550535" y="749814"/>
                  </a:lnTo>
                  <a:lnTo>
                    <a:pt x="550729" y="749963"/>
                  </a:lnTo>
                  <a:lnTo>
                    <a:pt x="550924" y="750113"/>
                  </a:lnTo>
                  <a:lnTo>
                    <a:pt x="551118" y="750264"/>
                  </a:lnTo>
                  <a:lnTo>
                    <a:pt x="551311" y="750415"/>
                  </a:lnTo>
                  <a:lnTo>
                    <a:pt x="551504" y="750566"/>
                  </a:lnTo>
                  <a:lnTo>
                    <a:pt x="551697" y="750719"/>
                  </a:lnTo>
                  <a:lnTo>
                    <a:pt x="551889" y="750872"/>
                  </a:lnTo>
                  <a:lnTo>
                    <a:pt x="552080" y="751025"/>
                  </a:lnTo>
                  <a:lnTo>
                    <a:pt x="552271" y="751179"/>
                  </a:lnTo>
                  <a:lnTo>
                    <a:pt x="552462" y="751334"/>
                  </a:lnTo>
                  <a:lnTo>
                    <a:pt x="552652" y="751489"/>
                  </a:lnTo>
                  <a:lnTo>
                    <a:pt x="552842" y="751645"/>
                  </a:lnTo>
                  <a:lnTo>
                    <a:pt x="553031" y="751801"/>
                  </a:lnTo>
                  <a:lnTo>
                    <a:pt x="553220" y="751959"/>
                  </a:lnTo>
                  <a:lnTo>
                    <a:pt x="553408" y="752116"/>
                  </a:lnTo>
                  <a:lnTo>
                    <a:pt x="553595" y="752274"/>
                  </a:lnTo>
                  <a:lnTo>
                    <a:pt x="553783" y="752433"/>
                  </a:lnTo>
                  <a:lnTo>
                    <a:pt x="553969" y="752593"/>
                  </a:lnTo>
                  <a:lnTo>
                    <a:pt x="554156" y="752753"/>
                  </a:lnTo>
                  <a:lnTo>
                    <a:pt x="554341" y="752913"/>
                  </a:lnTo>
                  <a:lnTo>
                    <a:pt x="554527" y="753074"/>
                  </a:lnTo>
                  <a:lnTo>
                    <a:pt x="554711" y="753236"/>
                  </a:lnTo>
                  <a:lnTo>
                    <a:pt x="554896" y="753398"/>
                  </a:lnTo>
                  <a:lnTo>
                    <a:pt x="555079" y="753561"/>
                  </a:lnTo>
                  <a:lnTo>
                    <a:pt x="555263" y="753724"/>
                  </a:lnTo>
                  <a:lnTo>
                    <a:pt x="555497" y="753935"/>
                  </a:lnTo>
                  <a:lnTo>
                    <a:pt x="555628" y="754053"/>
                  </a:lnTo>
                  <a:lnTo>
                    <a:pt x="555809" y="754218"/>
                  </a:lnTo>
                  <a:lnTo>
                    <a:pt x="555990" y="754384"/>
                  </a:lnTo>
                  <a:lnTo>
                    <a:pt x="556171" y="754550"/>
                  </a:lnTo>
                  <a:lnTo>
                    <a:pt x="556351" y="754717"/>
                  </a:lnTo>
                  <a:lnTo>
                    <a:pt x="556531" y="754884"/>
                  </a:lnTo>
                  <a:lnTo>
                    <a:pt x="556710" y="755052"/>
                  </a:lnTo>
                  <a:lnTo>
                    <a:pt x="556889" y="755221"/>
                  </a:lnTo>
                  <a:lnTo>
                    <a:pt x="557067" y="755390"/>
                  </a:lnTo>
                  <a:lnTo>
                    <a:pt x="557244" y="755559"/>
                  </a:lnTo>
                  <a:lnTo>
                    <a:pt x="557421" y="755729"/>
                  </a:lnTo>
                  <a:lnTo>
                    <a:pt x="557598" y="755900"/>
                  </a:lnTo>
                  <a:lnTo>
                    <a:pt x="557774" y="756071"/>
                  </a:lnTo>
                  <a:lnTo>
                    <a:pt x="557949" y="756243"/>
                  </a:lnTo>
                  <a:lnTo>
                    <a:pt x="558124" y="756415"/>
                  </a:lnTo>
                  <a:lnTo>
                    <a:pt x="558299" y="756588"/>
                  </a:lnTo>
                  <a:lnTo>
                    <a:pt x="558473" y="756762"/>
                  </a:lnTo>
                  <a:lnTo>
                    <a:pt x="558646" y="756936"/>
                  </a:lnTo>
                  <a:lnTo>
                    <a:pt x="558819" y="757110"/>
                  </a:lnTo>
                  <a:lnTo>
                    <a:pt x="558991" y="757285"/>
                  </a:lnTo>
                  <a:lnTo>
                    <a:pt x="559163" y="757461"/>
                  </a:lnTo>
                  <a:lnTo>
                    <a:pt x="559334" y="757637"/>
                  </a:lnTo>
                  <a:lnTo>
                    <a:pt x="559504" y="757814"/>
                  </a:lnTo>
                  <a:lnTo>
                    <a:pt x="559675" y="757991"/>
                  </a:lnTo>
                  <a:lnTo>
                    <a:pt x="559844" y="758168"/>
                  </a:lnTo>
                  <a:lnTo>
                    <a:pt x="560013" y="758347"/>
                  </a:lnTo>
                  <a:lnTo>
                    <a:pt x="560181" y="758525"/>
                  </a:lnTo>
                  <a:lnTo>
                    <a:pt x="560349" y="758705"/>
                  </a:lnTo>
                  <a:lnTo>
                    <a:pt x="560517" y="758884"/>
                  </a:lnTo>
                  <a:lnTo>
                    <a:pt x="560683" y="759065"/>
                  </a:lnTo>
                  <a:lnTo>
                    <a:pt x="560850" y="759246"/>
                  </a:lnTo>
                  <a:lnTo>
                    <a:pt x="561015" y="759427"/>
                  </a:lnTo>
                  <a:lnTo>
                    <a:pt x="561180" y="759609"/>
                  </a:lnTo>
                  <a:lnTo>
                    <a:pt x="561345" y="759791"/>
                  </a:lnTo>
                  <a:lnTo>
                    <a:pt x="561509" y="759974"/>
                  </a:lnTo>
                  <a:lnTo>
                    <a:pt x="561672" y="760157"/>
                  </a:lnTo>
                  <a:lnTo>
                    <a:pt x="561835" y="760341"/>
                  </a:lnTo>
                  <a:lnTo>
                    <a:pt x="561997" y="760526"/>
                  </a:lnTo>
                  <a:lnTo>
                    <a:pt x="562159" y="760711"/>
                  </a:lnTo>
                  <a:lnTo>
                    <a:pt x="562320" y="760896"/>
                  </a:lnTo>
                  <a:lnTo>
                    <a:pt x="562481" y="761082"/>
                  </a:lnTo>
                  <a:lnTo>
                    <a:pt x="562641" y="761268"/>
                  </a:lnTo>
                  <a:lnTo>
                    <a:pt x="562800" y="761455"/>
                  </a:lnTo>
                  <a:lnTo>
                    <a:pt x="562959" y="761643"/>
                  </a:lnTo>
                  <a:lnTo>
                    <a:pt x="563117" y="761830"/>
                  </a:lnTo>
                  <a:lnTo>
                    <a:pt x="563275" y="762019"/>
                  </a:lnTo>
                  <a:lnTo>
                    <a:pt x="563432" y="762208"/>
                  </a:lnTo>
                  <a:lnTo>
                    <a:pt x="563588" y="762397"/>
                  </a:lnTo>
                  <a:lnTo>
                    <a:pt x="563744" y="762587"/>
                  </a:lnTo>
                  <a:lnTo>
                    <a:pt x="563899" y="762777"/>
                  </a:lnTo>
                  <a:lnTo>
                    <a:pt x="564054" y="762968"/>
                  </a:lnTo>
                  <a:lnTo>
                    <a:pt x="564208" y="763159"/>
                  </a:lnTo>
                  <a:lnTo>
                    <a:pt x="564362" y="763351"/>
                  </a:lnTo>
                  <a:lnTo>
                    <a:pt x="564515" y="763543"/>
                  </a:lnTo>
                  <a:lnTo>
                    <a:pt x="564667" y="763736"/>
                  </a:lnTo>
                  <a:lnTo>
                    <a:pt x="564970" y="764123"/>
                  </a:lnTo>
                  <a:lnTo>
                    <a:pt x="565120" y="764317"/>
                  </a:lnTo>
                  <a:lnTo>
                    <a:pt x="565270" y="764512"/>
                  </a:lnTo>
                  <a:lnTo>
                    <a:pt x="565420" y="764707"/>
                  </a:lnTo>
                  <a:lnTo>
                    <a:pt x="565568" y="764902"/>
                  </a:lnTo>
                  <a:lnTo>
                    <a:pt x="565717" y="765098"/>
                  </a:lnTo>
                  <a:lnTo>
                    <a:pt x="565864" y="765295"/>
                  </a:lnTo>
                  <a:lnTo>
                    <a:pt x="566011" y="765492"/>
                  </a:lnTo>
                  <a:lnTo>
                    <a:pt x="566157" y="765689"/>
                  </a:lnTo>
                  <a:lnTo>
                    <a:pt x="566303" y="765887"/>
                  </a:lnTo>
                  <a:lnTo>
                    <a:pt x="566448" y="766085"/>
                  </a:lnTo>
                  <a:lnTo>
                    <a:pt x="566593" y="766284"/>
                  </a:lnTo>
                  <a:lnTo>
                    <a:pt x="566737" y="766483"/>
                  </a:lnTo>
                  <a:lnTo>
                    <a:pt x="566880" y="766682"/>
                  </a:lnTo>
                  <a:lnTo>
                    <a:pt x="567022" y="766883"/>
                  </a:lnTo>
                  <a:lnTo>
                    <a:pt x="567164" y="767083"/>
                  </a:lnTo>
                  <a:lnTo>
                    <a:pt x="567306" y="767284"/>
                  </a:lnTo>
                  <a:lnTo>
                    <a:pt x="567447" y="767485"/>
                  </a:lnTo>
                  <a:lnTo>
                    <a:pt x="567587" y="767687"/>
                  </a:lnTo>
                  <a:lnTo>
                    <a:pt x="567726" y="767889"/>
                  </a:lnTo>
                  <a:lnTo>
                    <a:pt x="567865" y="768092"/>
                  </a:lnTo>
                  <a:lnTo>
                    <a:pt x="568003" y="768295"/>
                  </a:lnTo>
                  <a:lnTo>
                    <a:pt x="568141" y="768499"/>
                  </a:lnTo>
                  <a:lnTo>
                    <a:pt x="568278" y="768703"/>
                  </a:lnTo>
                  <a:lnTo>
                    <a:pt x="568415" y="768907"/>
                  </a:lnTo>
                  <a:lnTo>
                    <a:pt x="568550" y="769112"/>
                  </a:lnTo>
                  <a:lnTo>
                    <a:pt x="568685" y="769317"/>
                  </a:lnTo>
                  <a:lnTo>
                    <a:pt x="568820" y="769523"/>
                  </a:lnTo>
                  <a:lnTo>
                    <a:pt x="568954" y="769729"/>
                  </a:lnTo>
                  <a:lnTo>
                    <a:pt x="569087" y="769935"/>
                  </a:lnTo>
                  <a:lnTo>
                    <a:pt x="569219" y="770142"/>
                  </a:lnTo>
                  <a:lnTo>
                    <a:pt x="569351" y="770350"/>
                  </a:lnTo>
                  <a:lnTo>
                    <a:pt x="569483" y="770557"/>
                  </a:lnTo>
                  <a:lnTo>
                    <a:pt x="569613" y="770766"/>
                  </a:lnTo>
                  <a:lnTo>
                    <a:pt x="569743" y="770974"/>
                  </a:lnTo>
                  <a:lnTo>
                    <a:pt x="569873" y="771183"/>
                  </a:lnTo>
                  <a:lnTo>
                    <a:pt x="570001" y="771392"/>
                  </a:lnTo>
                  <a:lnTo>
                    <a:pt x="570130" y="771602"/>
                  </a:lnTo>
                  <a:lnTo>
                    <a:pt x="570257" y="771812"/>
                  </a:lnTo>
                  <a:lnTo>
                    <a:pt x="570384" y="772023"/>
                  </a:lnTo>
                  <a:lnTo>
                    <a:pt x="570510" y="772234"/>
                  </a:lnTo>
                  <a:lnTo>
                    <a:pt x="570635" y="772445"/>
                  </a:lnTo>
                  <a:lnTo>
                    <a:pt x="570760" y="772657"/>
                  </a:lnTo>
                  <a:lnTo>
                    <a:pt x="570884" y="772869"/>
                  </a:lnTo>
                  <a:lnTo>
                    <a:pt x="571008" y="773081"/>
                  </a:lnTo>
                  <a:lnTo>
                    <a:pt x="571131" y="773294"/>
                  </a:lnTo>
                  <a:lnTo>
                    <a:pt x="571253" y="773507"/>
                  </a:lnTo>
                  <a:lnTo>
                    <a:pt x="571374" y="773721"/>
                  </a:lnTo>
                  <a:lnTo>
                    <a:pt x="571495" y="773935"/>
                  </a:lnTo>
                  <a:lnTo>
                    <a:pt x="571613" y="774146"/>
                  </a:lnTo>
                  <a:lnTo>
                    <a:pt x="571731" y="774357"/>
                  </a:lnTo>
                  <a:lnTo>
                    <a:pt x="571847" y="774568"/>
                  </a:lnTo>
                  <a:lnTo>
                    <a:pt x="571964" y="774779"/>
                  </a:lnTo>
                  <a:lnTo>
                    <a:pt x="572079" y="774991"/>
                  </a:lnTo>
                  <a:lnTo>
                    <a:pt x="572194" y="775204"/>
                  </a:lnTo>
                  <a:lnTo>
                    <a:pt x="572308" y="775416"/>
                  </a:lnTo>
                  <a:lnTo>
                    <a:pt x="572422" y="775629"/>
                  </a:lnTo>
                  <a:lnTo>
                    <a:pt x="572816" y="776390"/>
                  </a:lnTo>
                  <a:lnTo>
                    <a:pt x="573209" y="777151"/>
                  </a:lnTo>
                  <a:lnTo>
                    <a:pt x="573602" y="777912"/>
                  </a:lnTo>
                  <a:lnTo>
                    <a:pt x="573994" y="778674"/>
                  </a:lnTo>
                  <a:lnTo>
                    <a:pt x="574385" y="779435"/>
                  </a:lnTo>
                  <a:lnTo>
                    <a:pt x="574776" y="780198"/>
                  </a:lnTo>
                  <a:lnTo>
                    <a:pt x="575166" y="780960"/>
                  </a:lnTo>
                  <a:lnTo>
                    <a:pt x="575555" y="781723"/>
                  </a:lnTo>
                  <a:lnTo>
                    <a:pt x="575944" y="782487"/>
                  </a:lnTo>
                  <a:lnTo>
                    <a:pt x="576037" y="782671"/>
                  </a:lnTo>
                  <a:lnTo>
                    <a:pt x="576332" y="783250"/>
                  </a:lnTo>
                  <a:lnTo>
                    <a:pt x="576719" y="784015"/>
                  </a:lnTo>
                  <a:lnTo>
                    <a:pt x="577106" y="784779"/>
                  </a:lnTo>
                  <a:lnTo>
                    <a:pt x="577492" y="785544"/>
                  </a:lnTo>
                  <a:lnTo>
                    <a:pt x="577877" y="786309"/>
                  </a:lnTo>
                  <a:lnTo>
                    <a:pt x="578262" y="787074"/>
                  </a:lnTo>
                  <a:lnTo>
                    <a:pt x="578645" y="787840"/>
                  </a:lnTo>
                  <a:lnTo>
                    <a:pt x="579029" y="788606"/>
                  </a:lnTo>
                  <a:lnTo>
                    <a:pt x="579411" y="789373"/>
                  </a:lnTo>
                  <a:lnTo>
                    <a:pt x="579793" y="790139"/>
                  </a:lnTo>
                  <a:lnTo>
                    <a:pt x="580174" y="790907"/>
                  </a:lnTo>
                  <a:lnTo>
                    <a:pt x="580555" y="791674"/>
                  </a:lnTo>
                  <a:lnTo>
                    <a:pt x="580934" y="792442"/>
                  </a:lnTo>
                  <a:lnTo>
                    <a:pt x="581313" y="793210"/>
                  </a:lnTo>
                  <a:lnTo>
                    <a:pt x="581692" y="793979"/>
                  </a:lnTo>
                  <a:lnTo>
                    <a:pt x="582069" y="794747"/>
                  </a:lnTo>
                  <a:lnTo>
                    <a:pt x="582446" y="795517"/>
                  </a:lnTo>
                  <a:lnTo>
                    <a:pt x="582823" y="796286"/>
                  </a:lnTo>
                  <a:lnTo>
                    <a:pt x="583198" y="797056"/>
                  </a:lnTo>
                  <a:lnTo>
                    <a:pt x="583377" y="797423"/>
                  </a:lnTo>
                  <a:lnTo>
                    <a:pt x="583473" y="797621"/>
                  </a:lnTo>
                  <a:lnTo>
                    <a:pt x="583573" y="797826"/>
                  </a:lnTo>
                  <a:lnTo>
                    <a:pt x="583948" y="798597"/>
                  </a:lnTo>
                  <a:lnTo>
                    <a:pt x="584321" y="799368"/>
                  </a:lnTo>
                  <a:lnTo>
                    <a:pt x="584694" y="800139"/>
                  </a:lnTo>
                  <a:lnTo>
                    <a:pt x="585066" y="800911"/>
                  </a:lnTo>
                  <a:lnTo>
                    <a:pt x="585438" y="801682"/>
                  </a:lnTo>
                  <a:lnTo>
                    <a:pt x="585808" y="802455"/>
                  </a:lnTo>
                  <a:lnTo>
                    <a:pt x="586179" y="803227"/>
                  </a:lnTo>
                  <a:lnTo>
                    <a:pt x="586548" y="804000"/>
                  </a:lnTo>
                  <a:lnTo>
                    <a:pt x="586917" y="804773"/>
                  </a:lnTo>
                  <a:lnTo>
                    <a:pt x="587285" y="805547"/>
                  </a:lnTo>
                  <a:lnTo>
                    <a:pt x="587652" y="806321"/>
                  </a:lnTo>
                  <a:lnTo>
                    <a:pt x="588019" y="807095"/>
                  </a:lnTo>
                  <a:lnTo>
                    <a:pt x="588353" y="807802"/>
                  </a:lnTo>
                  <a:lnTo>
                    <a:pt x="588686" y="808510"/>
                  </a:lnTo>
                  <a:lnTo>
                    <a:pt x="589019" y="809218"/>
                  </a:lnTo>
                  <a:lnTo>
                    <a:pt x="589352" y="809926"/>
                  </a:lnTo>
                  <a:lnTo>
                    <a:pt x="589684" y="810634"/>
                  </a:lnTo>
                  <a:lnTo>
                    <a:pt x="590046" y="811409"/>
                  </a:lnTo>
                  <a:lnTo>
                    <a:pt x="590408" y="812184"/>
                  </a:lnTo>
                  <a:lnTo>
                    <a:pt x="590554" y="812499"/>
                  </a:lnTo>
                  <a:lnTo>
                    <a:pt x="590629" y="812660"/>
                  </a:lnTo>
                  <a:lnTo>
                    <a:pt x="590769" y="812960"/>
                  </a:lnTo>
                  <a:lnTo>
                    <a:pt x="591129" y="813736"/>
                  </a:lnTo>
                  <a:lnTo>
                    <a:pt x="591489" y="814513"/>
                  </a:lnTo>
                  <a:lnTo>
                    <a:pt x="591847" y="815289"/>
                  </a:lnTo>
                  <a:lnTo>
                    <a:pt x="592206" y="816066"/>
                  </a:lnTo>
                  <a:lnTo>
                    <a:pt x="592563" y="816844"/>
                  </a:lnTo>
                  <a:lnTo>
                    <a:pt x="592920" y="817621"/>
                  </a:lnTo>
                  <a:lnTo>
                    <a:pt x="593276" y="818399"/>
                  </a:lnTo>
                  <a:lnTo>
                    <a:pt x="593631" y="819178"/>
                  </a:lnTo>
                  <a:lnTo>
                    <a:pt x="593986" y="819956"/>
                  </a:lnTo>
                  <a:lnTo>
                    <a:pt x="594340" y="820735"/>
                  </a:lnTo>
                  <a:lnTo>
                    <a:pt x="594693" y="821514"/>
                  </a:lnTo>
                  <a:lnTo>
                    <a:pt x="595046" y="822294"/>
                  </a:lnTo>
                  <a:lnTo>
                    <a:pt x="595398" y="823074"/>
                  </a:lnTo>
                  <a:lnTo>
                    <a:pt x="595749" y="823854"/>
                  </a:lnTo>
                  <a:lnTo>
                    <a:pt x="596100" y="824635"/>
                  </a:lnTo>
                  <a:lnTo>
                    <a:pt x="596450" y="825415"/>
                  </a:lnTo>
                  <a:lnTo>
                    <a:pt x="596799" y="826197"/>
                  </a:lnTo>
                  <a:lnTo>
                    <a:pt x="597147" y="826978"/>
                  </a:lnTo>
                  <a:lnTo>
                    <a:pt x="597495" y="827760"/>
                  </a:lnTo>
                  <a:lnTo>
                    <a:pt x="597599" y="828009"/>
                  </a:lnTo>
                  <a:lnTo>
                    <a:pt x="597704" y="828258"/>
                  </a:lnTo>
                  <a:lnTo>
                    <a:pt x="597809" y="828507"/>
                  </a:lnTo>
                  <a:lnTo>
                    <a:pt x="597916" y="828756"/>
                  </a:lnTo>
                  <a:lnTo>
                    <a:pt x="598023" y="829004"/>
                  </a:lnTo>
                  <a:lnTo>
                    <a:pt x="598130" y="829252"/>
                  </a:lnTo>
                  <a:lnTo>
                    <a:pt x="598239" y="829499"/>
                  </a:lnTo>
                  <a:lnTo>
                    <a:pt x="598348" y="829746"/>
                  </a:lnTo>
                  <a:lnTo>
                    <a:pt x="598457" y="829993"/>
                  </a:lnTo>
                  <a:lnTo>
                    <a:pt x="598568" y="830240"/>
                  </a:lnTo>
                  <a:lnTo>
                    <a:pt x="598679" y="830486"/>
                  </a:lnTo>
                  <a:lnTo>
                    <a:pt x="598791" y="830732"/>
                  </a:lnTo>
                  <a:lnTo>
                    <a:pt x="598903" y="830978"/>
                  </a:lnTo>
                  <a:lnTo>
                    <a:pt x="599016" y="831223"/>
                  </a:lnTo>
                  <a:lnTo>
                    <a:pt x="599130" y="831468"/>
                  </a:lnTo>
                  <a:lnTo>
                    <a:pt x="599245" y="831713"/>
                  </a:lnTo>
                  <a:lnTo>
                    <a:pt x="599360" y="831957"/>
                  </a:lnTo>
                  <a:lnTo>
                    <a:pt x="599476" y="832201"/>
                  </a:lnTo>
                  <a:lnTo>
                    <a:pt x="599593" y="832445"/>
                  </a:lnTo>
                  <a:lnTo>
                    <a:pt x="599710" y="832688"/>
                  </a:lnTo>
                  <a:lnTo>
                    <a:pt x="599828" y="832931"/>
                  </a:lnTo>
                  <a:lnTo>
                    <a:pt x="599947" y="833174"/>
                  </a:lnTo>
                  <a:lnTo>
                    <a:pt x="600066" y="833417"/>
                  </a:lnTo>
                  <a:lnTo>
                    <a:pt x="600186" y="833659"/>
                  </a:lnTo>
                  <a:lnTo>
                    <a:pt x="600307" y="833900"/>
                  </a:lnTo>
                  <a:lnTo>
                    <a:pt x="600428" y="834142"/>
                  </a:lnTo>
                  <a:lnTo>
                    <a:pt x="600550" y="834383"/>
                  </a:lnTo>
                  <a:lnTo>
                    <a:pt x="600673" y="834623"/>
                  </a:lnTo>
                  <a:lnTo>
                    <a:pt x="600797" y="834864"/>
                  </a:lnTo>
                  <a:lnTo>
                    <a:pt x="600921" y="835104"/>
                  </a:lnTo>
                  <a:lnTo>
                    <a:pt x="601045" y="835343"/>
                  </a:lnTo>
                  <a:lnTo>
                    <a:pt x="601171" y="835582"/>
                  </a:lnTo>
                  <a:lnTo>
                    <a:pt x="601297" y="835821"/>
                  </a:lnTo>
                  <a:lnTo>
                    <a:pt x="601424" y="836060"/>
                  </a:lnTo>
                  <a:lnTo>
                    <a:pt x="601551" y="836298"/>
                  </a:lnTo>
                  <a:lnTo>
                    <a:pt x="601680" y="836536"/>
                  </a:lnTo>
                  <a:lnTo>
                    <a:pt x="601808" y="836773"/>
                  </a:lnTo>
                  <a:lnTo>
                    <a:pt x="601938" y="837010"/>
                  </a:lnTo>
                  <a:lnTo>
                    <a:pt x="602068" y="837247"/>
                  </a:lnTo>
                  <a:lnTo>
                    <a:pt x="602199" y="837483"/>
                  </a:lnTo>
                  <a:lnTo>
                    <a:pt x="602330" y="837719"/>
                  </a:lnTo>
                  <a:lnTo>
                    <a:pt x="602463" y="837955"/>
                  </a:lnTo>
                  <a:lnTo>
                    <a:pt x="602595" y="838190"/>
                  </a:lnTo>
                  <a:lnTo>
                    <a:pt x="602729" y="838425"/>
                  </a:lnTo>
                  <a:lnTo>
                    <a:pt x="602863" y="838659"/>
                  </a:lnTo>
                  <a:lnTo>
                    <a:pt x="602998" y="838894"/>
                  </a:lnTo>
                  <a:lnTo>
                    <a:pt x="603133" y="839127"/>
                  </a:lnTo>
                  <a:lnTo>
                    <a:pt x="603270" y="839360"/>
                  </a:lnTo>
                  <a:lnTo>
                    <a:pt x="603406" y="839593"/>
                  </a:lnTo>
                  <a:lnTo>
                    <a:pt x="603544" y="839826"/>
                  </a:lnTo>
                  <a:lnTo>
                    <a:pt x="603682" y="840058"/>
                  </a:lnTo>
                  <a:lnTo>
                    <a:pt x="603821" y="840290"/>
                  </a:lnTo>
                  <a:lnTo>
                    <a:pt x="603960" y="840521"/>
                  </a:lnTo>
                  <a:lnTo>
                    <a:pt x="604100" y="840752"/>
                  </a:lnTo>
                  <a:lnTo>
                    <a:pt x="604241" y="840983"/>
                  </a:lnTo>
                  <a:lnTo>
                    <a:pt x="604382" y="841213"/>
                  </a:lnTo>
                  <a:lnTo>
                    <a:pt x="604524" y="841443"/>
                  </a:lnTo>
                  <a:lnTo>
                    <a:pt x="604667" y="841672"/>
                  </a:lnTo>
                  <a:lnTo>
                    <a:pt x="604810" y="841901"/>
                  </a:lnTo>
                  <a:lnTo>
                    <a:pt x="604954" y="842129"/>
                  </a:lnTo>
                  <a:lnTo>
                    <a:pt x="605099" y="842358"/>
                  </a:lnTo>
                  <a:lnTo>
                    <a:pt x="605244" y="842585"/>
                  </a:lnTo>
                  <a:lnTo>
                    <a:pt x="605390" y="842813"/>
                  </a:lnTo>
                  <a:lnTo>
                    <a:pt x="605536" y="843040"/>
                  </a:lnTo>
                  <a:lnTo>
                    <a:pt x="605683" y="843266"/>
                  </a:lnTo>
                  <a:lnTo>
                    <a:pt x="605831" y="843492"/>
                  </a:lnTo>
                  <a:lnTo>
                    <a:pt x="605980" y="843718"/>
                  </a:lnTo>
                  <a:lnTo>
                    <a:pt x="606129" y="843943"/>
                  </a:lnTo>
                  <a:lnTo>
                    <a:pt x="606278" y="844168"/>
                  </a:lnTo>
                  <a:lnTo>
                    <a:pt x="606429" y="844392"/>
                  </a:lnTo>
                  <a:lnTo>
                    <a:pt x="606580" y="844616"/>
                  </a:lnTo>
                  <a:lnTo>
                    <a:pt x="606731" y="844839"/>
                  </a:lnTo>
                  <a:lnTo>
                    <a:pt x="606884" y="845063"/>
                  </a:lnTo>
                  <a:lnTo>
                    <a:pt x="607036" y="845285"/>
                  </a:lnTo>
                  <a:lnTo>
                    <a:pt x="607190" y="845507"/>
                  </a:lnTo>
                  <a:lnTo>
                    <a:pt x="607344" y="845729"/>
                  </a:lnTo>
                  <a:lnTo>
                    <a:pt x="607499" y="845951"/>
                  </a:lnTo>
                  <a:lnTo>
                    <a:pt x="607654" y="846171"/>
                  </a:lnTo>
                  <a:lnTo>
                    <a:pt x="607810" y="846392"/>
                  </a:lnTo>
                  <a:lnTo>
                    <a:pt x="607967" y="846612"/>
                  </a:lnTo>
                  <a:lnTo>
                    <a:pt x="608124" y="846831"/>
                  </a:lnTo>
                  <a:lnTo>
                    <a:pt x="608282" y="847051"/>
                  </a:lnTo>
                  <a:lnTo>
                    <a:pt x="608440" y="847269"/>
                  </a:lnTo>
                  <a:lnTo>
                    <a:pt x="608599" y="847487"/>
                  </a:lnTo>
                  <a:lnTo>
                    <a:pt x="608759" y="847705"/>
                  </a:lnTo>
                  <a:lnTo>
                    <a:pt x="608919" y="847923"/>
                  </a:lnTo>
                  <a:lnTo>
                    <a:pt x="609080" y="848139"/>
                  </a:lnTo>
                  <a:lnTo>
                    <a:pt x="609242" y="848356"/>
                  </a:lnTo>
                  <a:lnTo>
                    <a:pt x="609404" y="848572"/>
                  </a:lnTo>
                  <a:lnTo>
                    <a:pt x="609566" y="848787"/>
                  </a:lnTo>
                  <a:lnTo>
                    <a:pt x="609730" y="849002"/>
                  </a:lnTo>
                  <a:lnTo>
                    <a:pt x="609894" y="849217"/>
                  </a:lnTo>
                  <a:lnTo>
                    <a:pt x="610058" y="849431"/>
                  </a:lnTo>
                  <a:lnTo>
                    <a:pt x="610223" y="849644"/>
                  </a:lnTo>
                  <a:lnTo>
                    <a:pt x="610389" y="849858"/>
                  </a:lnTo>
                  <a:lnTo>
                    <a:pt x="610555" y="850070"/>
                  </a:lnTo>
                  <a:lnTo>
                    <a:pt x="610722" y="850283"/>
                  </a:lnTo>
                  <a:lnTo>
                    <a:pt x="610890" y="850494"/>
                  </a:lnTo>
                  <a:lnTo>
                    <a:pt x="611058" y="850705"/>
                  </a:lnTo>
                  <a:lnTo>
                    <a:pt x="611227" y="850916"/>
                  </a:lnTo>
                  <a:lnTo>
                    <a:pt x="611396" y="851127"/>
                  </a:lnTo>
                  <a:lnTo>
                    <a:pt x="611566" y="851336"/>
                  </a:lnTo>
                  <a:lnTo>
                    <a:pt x="611737" y="851546"/>
                  </a:lnTo>
                  <a:lnTo>
                    <a:pt x="611908" y="851755"/>
                  </a:lnTo>
                  <a:lnTo>
                    <a:pt x="612239" y="852154"/>
                  </a:lnTo>
                  <a:lnTo>
                    <a:pt x="612572" y="852553"/>
                  </a:lnTo>
                  <a:lnTo>
                    <a:pt x="612905" y="852951"/>
                  </a:lnTo>
                  <a:lnTo>
                    <a:pt x="613238" y="853349"/>
                  </a:lnTo>
                  <a:lnTo>
                    <a:pt x="613572" y="853746"/>
                  </a:lnTo>
                  <a:lnTo>
                    <a:pt x="613907" y="854143"/>
                  </a:lnTo>
                  <a:lnTo>
                    <a:pt x="614242" y="854539"/>
                  </a:lnTo>
                  <a:lnTo>
                    <a:pt x="614578" y="854935"/>
                  </a:lnTo>
                  <a:lnTo>
                    <a:pt x="614914" y="855331"/>
                  </a:lnTo>
                  <a:lnTo>
                    <a:pt x="615251" y="855725"/>
                  </a:lnTo>
                  <a:lnTo>
                    <a:pt x="615588" y="856120"/>
                  </a:lnTo>
                  <a:lnTo>
                    <a:pt x="615926" y="856514"/>
                  </a:lnTo>
                  <a:lnTo>
                    <a:pt x="616265" y="856907"/>
                  </a:lnTo>
                  <a:lnTo>
                    <a:pt x="616604" y="857300"/>
                  </a:lnTo>
                  <a:lnTo>
                    <a:pt x="616944" y="857692"/>
                  </a:lnTo>
                  <a:lnTo>
                    <a:pt x="617284" y="858084"/>
                  </a:lnTo>
                  <a:lnTo>
                    <a:pt x="617625" y="858476"/>
                  </a:lnTo>
                  <a:lnTo>
                    <a:pt x="617967" y="858867"/>
                  </a:lnTo>
                  <a:lnTo>
                    <a:pt x="618309" y="859257"/>
                  </a:lnTo>
                  <a:lnTo>
                    <a:pt x="618651" y="859647"/>
                  </a:lnTo>
                  <a:lnTo>
                    <a:pt x="618995" y="860036"/>
                  </a:lnTo>
                  <a:lnTo>
                    <a:pt x="619338" y="860425"/>
                  </a:lnTo>
                  <a:lnTo>
                    <a:pt x="619683" y="860813"/>
                  </a:lnTo>
                  <a:lnTo>
                    <a:pt x="620028" y="861201"/>
                  </a:lnTo>
                  <a:lnTo>
                    <a:pt x="620373" y="861589"/>
                  </a:lnTo>
                  <a:lnTo>
                    <a:pt x="620719" y="861976"/>
                  </a:lnTo>
                  <a:lnTo>
                    <a:pt x="621066" y="862362"/>
                  </a:lnTo>
                  <a:lnTo>
                    <a:pt x="621413" y="862748"/>
                  </a:lnTo>
                  <a:lnTo>
                    <a:pt x="621761" y="863133"/>
                  </a:lnTo>
                  <a:lnTo>
                    <a:pt x="622109" y="863518"/>
                  </a:lnTo>
                  <a:lnTo>
                    <a:pt x="622458" y="863902"/>
                  </a:lnTo>
                  <a:lnTo>
                    <a:pt x="622807" y="864286"/>
                  </a:lnTo>
                  <a:lnTo>
                    <a:pt x="623157" y="864669"/>
                  </a:lnTo>
                  <a:lnTo>
                    <a:pt x="623508" y="865052"/>
                  </a:lnTo>
                  <a:lnTo>
                    <a:pt x="623859" y="865434"/>
                  </a:lnTo>
                  <a:lnTo>
                    <a:pt x="624210" y="865816"/>
                  </a:lnTo>
                  <a:lnTo>
                    <a:pt x="624562" y="866197"/>
                  </a:lnTo>
                  <a:lnTo>
                    <a:pt x="624915" y="866578"/>
                  </a:lnTo>
                  <a:lnTo>
                    <a:pt x="625268" y="866958"/>
                  </a:lnTo>
                  <a:lnTo>
                    <a:pt x="625622" y="867338"/>
                  </a:lnTo>
                  <a:lnTo>
                    <a:pt x="625977" y="867717"/>
                  </a:lnTo>
                  <a:lnTo>
                    <a:pt x="626332" y="868096"/>
                  </a:lnTo>
                  <a:lnTo>
                    <a:pt x="626687" y="868474"/>
                  </a:lnTo>
                  <a:lnTo>
                    <a:pt x="627043" y="868851"/>
                  </a:lnTo>
                  <a:lnTo>
                    <a:pt x="627400" y="869229"/>
                  </a:lnTo>
                  <a:lnTo>
                    <a:pt x="627757" y="869605"/>
                  </a:lnTo>
                  <a:lnTo>
                    <a:pt x="628115" y="869981"/>
                  </a:lnTo>
                  <a:lnTo>
                    <a:pt x="628473" y="870357"/>
                  </a:lnTo>
                  <a:lnTo>
                    <a:pt x="628832" y="870732"/>
                  </a:lnTo>
                  <a:lnTo>
                    <a:pt x="629191" y="871106"/>
                  </a:lnTo>
                  <a:lnTo>
                    <a:pt x="629335" y="871255"/>
                  </a:lnTo>
                  <a:lnTo>
                    <a:pt x="629551" y="871480"/>
                  </a:lnTo>
                  <a:lnTo>
                    <a:pt x="629911" y="871853"/>
                  </a:lnTo>
                  <a:lnTo>
                    <a:pt x="630272" y="872226"/>
                  </a:lnTo>
                  <a:lnTo>
                    <a:pt x="630634" y="872599"/>
                  </a:lnTo>
                  <a:lnTo>
                    <a:pt x="630996" y="872970"/>
                  </a:lnTo>
                  <a:lnTo>
                    <a:pt x="631358" y="873342"/>
                  </a:lnTo>
                  <a:lnTo>
                    <a:pt x="631721" y="873712"/>
                  </a:lnTo>
                  <a:lnTo>
                    <a:pt x="632085" y="874083"/>
                  </a:lnTo>
                  <a:lnTo>
                    <a:pt x="632449" y="874452"/>
                  </a:lnTo>
                  <a:lnTo>
                    <a:pt x="632814" y="874821"/>
                  </a:lnTo>
                  <a:lnTo>
                    <a:pt x="633179" y="875190"/>
                  </a:lnTo>
                  <a:lnTo>
                    <a:pt x="633545" y="875558"/>
                  </a:lnTo>
                  <a:lnTo>
                    <a:pt x="633911" y="875926"/>
                  </a:lnTo>
                  <a:lnTo>
                    <a:pt x="634278" y="876293"/>
                  </a:lnTo>
                  <a:lnTo>
                    <a:pt x="634646" y="876659"/>
                  </a:lnTo>
                  <a:lnTo>
                    <a:pt x="635014" y="877025"/>
                  </a:lnTo>
                  <a:lnTo>
                    <a:pt x="635382" y="877390"/>
                  </a:lnTo>
                  <a:lnTo>
                    <a:pt x="635751" y="877755"/>
                  </a:lnTo>
                  <a:lnTo>
                    <a:pt x="636121" y="878119"/>
                  </a:lnTo>
                  <a:lnTo>
                    <a:pt x="636491" y="878483"/>
                  </a:lnTo>
                  <a:lnTo>
                    <a:pt x="636861" y="878846"/>
                  </a:lnTo>
                  <a:lnTo>
                    <a:pt x="637232" y="879209"/>
                  </a:lnTo>
                  <a:lnTo>
                    <a:pt x="637604" y="879571"/>
                  </a:lnTo>
                  <a:lnTo>
                    <a:pt x="637976" y="879933"/>
                  </a:lnTo>
                  <a:lnTo>
                    <a:pt x="638349" y="880294"/>
                  </a:lnTo>
                  <a:lnTo>
                    <a:pt x="638722" y="880654"/>
                  </a:lnTo>
                  <a:lnTo>
                    <a:pt x="639096" y="881014"/>
                  </a:lnTo>
                  <a:lnTo>
                    <a:pt x="639470" y="881374"/>
                  </a:lnTo>
                  <a:lnTo>
                    <a:pt x="639845" y="881732"/>
                  </a:lnTo>
                  <a:lnTo>
                    <a:pt x="640220" y="882091"/>
                  </a:lnTo>
                  <a:lnTo>
                    <a:pt x="640596" y="882448"/>
                  </a:lnTo>
                  <a:lnTo>
                    <a:pt x="640973" y="882806"/>
                  </a:lnTo>
                  <a:lnTo>
                    <a:pt x="641350" y="883162"/>
                  </a:lnTo>
                  <a:lnTo>
                    <a:pt x="641727" y="883518"/>
                  </a:lnTo>
                  <a:lnTo>
                    <a:pt x="642105" y="883874"/>
                  </a:lnTo>
                  <a:lnTo>
                    <a:pt x="642483" y="884229"/>
                  </a:lnTo>
                  <a:lnTo>
                    <a:pt x="642862" y="884583"/>
                  </a:lnTo>
                  <a:lnTo>
                    <a:pt x="643242" y="884937"/>
                  </a:lnTo>
                  <a:lnTo>
                    <a:pt x="643622" y="885290"/>
                  </a:lnTo>
                  <a:lnTo>
                    <a:pt x="644002" y="885643"/>
                  </a:lnTo>
                  <a:lnTo>
                    <a:pt x="644383" y="885995"/>
                  </a:lnTo>
                  <a:lnTo>
                    <a:pt x="644765" y="886347"/>
                  </a:lnTo>
                  <a:lnTo>
                    <a:pt x="645147" y="886698"/>
                  </a:lnTo>
                  <a:lnTo>
                    <a:pt x="645376" y="886908"/>
                  </a:lnTo>
                  <a:lnTo>
                    <a:pt x="645529" y="887049"/>
                  </a:lnTo>
                  <a:lnTo>
                    <a:pt x="645912" y="887398"/>
                  </a:lnTo>
                  <a:lnTo>
                    <a:pt x="646296" y="887748"/>
                  </a:lnTo>
                  <a:lnTo>
                    <a:pt x="646680" y="888097"/>
                  </a:lnTo>
                  <a:lnTo>
                    <a:pt x="647065" y="888445"/>
                  </a:lnTo>
                  <a:lnTo>
                    <a:pt x="647450" y="888793"/>
                  </a:lnTo>
                  <a:lnTo>
                    <a:pt x="647835" y="889140"/>
                  </a:lnTo>
                  <a:lnTo>
                    <a:pt x="648041" y="889324"/>
                  </a:lnTo>
                  <a:lnTo>
                    <a:pt x="648221" y="889486"/>
                  </a:lnTo>
                  <a:lnTo>
                    <a:pt x="648608" y="889832"/>
                  </a:lnTo>
                  <a:lnTo>
                    <a:pt x="648995" y="890178"/>
                  </a:lnTo>
                  <a:lnTo>
                    <a:pt x="649383" y="890523"/>
                  </a:lnTo>
                  <a:lnTo>
                    <a:pt x="649771" y="890867"/>
                  </a:lnTo>
                  <a:lnTo>
                    <a:pt x="650160" y="891211"/>
                  </a:lnTo>
                  <a:lnTo>
                    <a:pt x="650549" y="891554"/>
                  </a:lnTo>
                  <a:lnTo>
                    <a:pt x="650938" y="891896"/>
                  </a:lnTo>
                  <a:lnTo>
                    <a:pt x="754006" y="983139"/>
                  </a:lnTo>
                  <a:lnTo>
                    <a:pt x="754357" y="983449"/>
                  </a:lnTo>
                  <a:lnTo>
                    <a:pt x="754709" y="983758"/>
                  </a:lnTo>
                  <a:lnTo>
                    <a:pt x="755061" y="984067"/>
                  </a:lnTo>
                  <a:lnTo>
                    <a:pt x="755413" y="984375"/>
                  </a:lnTo>
                  <a:lnTo>
                    <a:pt x="755766" y="984683"/>
                  </a:lnTo>
                  <a:lnTo>
                    <a:pt x="756119" y="984990"/>
                  </a:lnTo>
                  <a:lnTo>
                    <a:pt x="756473" y="985297"/>
                  </a:lnTo>
                  <a:lnTo>
                    <a:pt x="756828" y="985603"/>
                  </a:lnTo>
                  <a:lnTo>
                    <a:pt x="757182" y="985908"/>
                  </a:lnTo>
                  <a:lnTo>
                    <a:pt x="757538" y="986213"/>
                  </a:lnTo>
                  <a:lnTo>
                    <a:pt x="757894" y="986517"/>
                  </a:lnTo>
                  <a:lnTo>
                    <a:pt x="758250" y="986821"/>
                  </a:lnTo>
                  <a:lnTo>
                    <a:pt x="758607" y="987124"/>
                  </a:lnTo>
                  <a:lnTo>
                    <a:pt x="758964" y="987426"/>
                  </a:lnTo>
                  <a:lnTo>
                    <a:pt x="759322" y="987728"/>
                  </a:lnTo>
                  <a:lnTo>
                    <a:pt x="759680" y="988030"/>
                  </a:lnTo>
                  <a:lnTo>
                    <a:pt x="760039" y="988331"/>
                  </a:lnTo>
                  <a:lnTo>
                    <a:pt x="760398" y="988631"/>
                  </a:lnTo>
                  <a:lnTo>
                    <a:pt x="760758" y="988931"/>
                  </a:lnTo>
                  <a:lnTo>
                    <a:pt x="761118" y="989230"/>
                  </a:lnTo>
                  <a:lnTo>
                    <a:pt x="761479" y="989528"/>
                  </a:lnTo>
                  <a:lnTo>
                    <a:pt x="761840" y="989826"/>
                  </a:lnTo>
                  <a:lnTo>
                    <a:pt x="762201" y="990124"/>
                  </a:lnTo>
                  <a:lnTo>
                    <a:pt x="762564" y="990420"/>
                  </a:lnTo>
                  <a:lnTo>
                    <a:pt x="762926" y="990716"/>
                  </a:lnTo>
                  <a:lnTo>
                    <a:pt x="763289" y="991012"/>
                  </a:lnTo>
                  <a:lnTo>
                    <a:pt x="763653" y="991307"/>
                  </a:lnTo>
                  <a:lnTo>
                    <a:pt x="764017" y="991602"/>
                  </a:lnTo>
                  <a:lnTo>
                    <a:pt x="764381" y="991895"/>
                  </a:lnTo>
                  <a:lnTo>
                    <a:pt x="764746" y="992189"/>
                  </a:lnTo>
                  <a:lnTo>
                    <a:pt x="765111" y="992481"/>
                  </a:lnTo>
                  <a:lnTo>
                    <a:pt x="765477" y="992773"/>
                  </a:lnTo>
                  <a:lnTo>
                    <a:pt x="765844" y="993065"/>
                  </a:lnTo>
                  <a:lnTo>
                    <a:pt x="766210" y="993356"/>
                  </a:lnTo>
                  <a:lnTo>
                    <a:pt x="766578" y="993646"/>
                  </a:lnTo>
                  <a:lnTo>
                    <a:pt x="766945" y="993936"/>
                  </a:lnTo>
                  <a:lnTo>
                    <a:pt x="767313" y="994225"/>
                  </a:lnTo>
                  <a:lnTo>
                    <a:pt x="767682" y="994513"/>
                  </a:lnTo>
                  <a:lnTo>
                    <a:pt x="768051" y="994801"/>
                  </a:lnTo>
                  <a:lnTo>
                    <a:pt x="768421" y="995089"/>
                  </a:lnTo>
                  <a:lnTo>
                    <a:pt x="768791" y="995376"/>
                  </a:lnTo>
                  <a:lnTo>
                    <a:pt x="769161" y="995662"/>
                  </a:lnTo>
                  <a:lnTo>
                    <a:pt x="769532" y="995947"/>
                  </a:lnTo>
                  <a:lnTo>
                    <a:pt x="769904" y="996232"/>
                  </a:lnTo>
                  <a:lnTo>
                    <a:pt x="770275" y="996517"/>
                  </a:lnTo>
                  <a:lnTo>
                    <a:pt x="770648" y="996800"/>
                  </a:lnTo>
                  <a:lnTo>
                    <a:pt x="771020" y="997084"/>
                  </a:lnTo>
                  <a:lnTo>
                    <a:pt x="771394" y="997366"/>
                  </a:lnTo>
                  <a:lnTo>
                    <a:pt x="771767" y="997648"/>
                  </a:lnTo>
                  <a:lnTo>
                    <a:pt x="772141" y="997929"/>
                  </a:lnTo>
                  <a:lnTo>
                    <a:pt x="772516" y="998210"/>
                  </a:lnTo>
                  <a:lnTo>
                    <a:pt x="772891" y="998490"/>
                  </a:lnTo>
                  <a:lnTo>
                    <a:pt x="773269" y="998772"/>
                  </a:lnTo>
                  <a:lnTo>
                    <a:pt x="773647" y="999052"/>
                  </a:lnTo>
                  <a:lnTo>
                    <a:pt x="774025" y="999332"/>
                  </a:lnTo>
                  <a:lnTo>
                    <a:pt x="774405" y="999612"/>
                  </a:lnTo>
                  <a:lnTo>
                    <a:pt x="774784" y="999891"/>
                  </a:lnTo>
                  <a:lnTo>
                    <a:pt x="775164" y="1000169"/>
                  </a:lnTo>
                  <a:lnTo>
                    <a:pt x="775545" y="1000446"/>
                  </a:lnTo>
                  <a:lnTo>
                    <a:pt x="775925" y="1000723"/>
                  </a:lnTo>
                  <a:lnTo>
                    <a:pt x="776307" y="1001000"/>
                  </a:lnTo>
                  <a:lnTo>
                    <a:pt x="776689" y="1001275"/>
                  </a:lnTo>
                  <a:lnTo>
                    <a:pt x="777071" y="1001551"/>
                  </a:lnTo>
                  <a:lnTo>
                    <a:pt x="777453" y="1001825"/>
                  </a:lnTo>
                  <a:lnTo>
                    <a:pt x="777837" y="1002099"/>
                  </a:lnTo>
                  <a:lnTo>
                    <a:pt x="778220" y="1002372"/>
                  </a:lnTo>
                  <a:lnTo>
                    <a:pt x="778604" y="1002645"/>
                  </a:lnTo>
                  <a:lnTo>
                    <a:pt x="778988" y="1002917"/>
                  </a:lnTo>
                  <a:lnTo>
                    <a:pt x="779373" y="1003188"/>
                  </a:lnTo>
                  <a:lnTo>
                    <a:pt x="779759" y="1003459"/>
                  </a:lnTo>
                  <a:lnTo>
                    <a:pt x="780144" y="1003729"/>
                  </a:lnTo>
                  <a:lnTo>
                    <a:pt x="780531" y="1003999"/>
                  </a:lnTo>
                  <a:lnTo>
                    <a:pt x="780917" y="1004268"/>
                  </a:lnTo>
                  <a:lnTo>
                    <a:pt x="781304" y="1004536"/>
                  </a:lnTo>
                  <a:lnTo>
                    <a:pt x="781692" y="1004804"/>
                  </a:lnTo>
                  <a:lnTo>
                    <a:pt x="782079" y="1005071"/>
                  </a:lnTo>
                  <a:lnTo>
                    <a:pt x="782468" y="1005337"/>
                  </a:lnTo>
                  <a:lnTo>
                    <a:pt x="782857" y="1005603"/>
                  </a:lnTo>
                  <a:lnTo>
                    <a:pt x="783246" y="1005868"/>
                  </a:lnTo>
                  <a:lnTo>
                    <a:pt x="783635" y="1006132"/>
                  </a:lnTo>
                  <a:lnTo>
                    <a:pt x="784025" y="1006396"/>
                  </a:lnTo>
                  <a:lnTo>
                    <a:pt x="784416" y="1006659"/>
                  </a:lnTo>
                  <a:lnTo>
                    <a:pt x="784807" y="1006922"/>
                  </a:lnTo>
                  <a:lnTo>
                    <a:pt x="785198" y="1007184"/>
                  </a:lnTo>
                  <a:lnTo>
                    <a:pt x="785590" y="1007445"/>
                  </a:lnTo>
                  <a:lnTo>
                    <a:pt x="785982" y="1007706"/>
                  </a:lnTo>
                  <a:lnTo>
                    <a:pt x="786374" y="1007966"/>
                  </a:lnTo>
                  <a:lnTo>
                    <a:pt x="786767" y="1008226"/>
                  </a:lnTo>
                  <a:lnTo>
                    <a:pt x="787161" y="1008484"/>
                  </a:lnTo>
                  <a:lnTo>
                    <a:pt x="787554" y="1008743"/>
                  </a:lnTo>
                  <a:lnTo>
                    <a:pt x="787949" y="1009000"/>
                  </a:lnTo>
                  <a:lnTo>
                    <a:pt x="788343" y="1009257"/>
                  </a:lnTo>
                  <a:lnTo>
                    <a:pt x="788738" y="1009513"/>
                  </a:lnTo>
                  <a:lnTo>
                    <a:pt x="789134" y="1009769"/>
                  </a:lnTo>
                  <a:lnTo>
                    <a:pt x="789530" y="1010024"/>
                  </a:lnTo>
                  <a:lnTo>
                    <a:pt x="789926" y="1010278"/>
                  </a:lnTo>
                  <a:lnTo>
                    <a:pt x="790322" y="1010532"/>
                  </a:lnTo>
                  <a:lnTo>
                    <a:pt x="790720" y="1010785"/>
                  </a:lnTo>
                  <a:lnTo>
                    <a:pt x="791117" y="1011037"/>
                  </a:lnTo>
                  <a:lnTo>
                    <a:pt x="791515" y="1011289"/>
                  </a:lnTo>
                  <a:lnTo>
                    <a:pt x="791913" y="1011540"/>
                  </a:lnTo>
                  <a:lnTo>
                    <a:pt x="792312" y="1011790"/>
                  </a:lnTo>
                  <a:lnTo>
                    <a:pt x="792711" y="1012040"/>
                  </a:lnTo>
                  <a:lnTo>
                    <a:pt x="793111" y="1012289"/>
                  </a:lnTo>
                  <a:lnTo>
                    <a:pt x="793510" y="1012538"/>
                  </a:lnTo>
                  <a:lnTo>
                    <a:pt x="793911" y="1012786"/>
                  </a:lnTo>
                  <a:lnTo>
                    <a:pt x="794311" y="1013033"/>
                  </a:lnTo>
                  <a:lnTo>
                    <a:pt x="794713" y="1013280"/>
                  </a:lnTo>
                  <a:lnTo>
                    <a:pt x="795114" y="1013526"/>
                  </a:lnTo>
                  <a:lnTo>
                    <a:pt x="795516" y="1013771"/>
                  </a:lnTo>
                  <a:lnTo>
                    <a:pt x="795918" y="1014015"/>
                  </a:lnTo>
                  <a:lnTo>
                    <a:pt x="796321" y="1014259"/>
                  </a:lnTo>
                  <a:lnTo>
                    <a:pt x="796724" y="1014503"/>
                  </a:lnTo>
                  <a:lnTo>
                    <a:pt x="797127" y="1014745"/>
                  </a:lnTo>
                  <a:lnTo>
                    <a:pt x="797531" y="1014987"/>
                  </a:lnTo>
                  <a:lnTo>
                    <a:pt x="797935" y="1015229"/>
                  </a:lnTo>
                  <a:lnTo>
                    <a:pt x="798340" y="1015469"/>
                  </a:lnTo>
                  <a:lnTo>
                    <a:pt x="798745" y="1015710"/>
                  </a:lnTo>
                  <a:lnTo>
                    <a:pt x="799150" y="1015949"/>
                  </a:lnTo>
                  <a:lnTo>
                    <a:pt x="799556" y="1016188"/>
                  </a:lnTo>
                  <a:lnTo>
                    <a:pt x="799962" y="1016426"/>
                  </a:lnTo>
                  <a:lnTo>
                    <a:pt x="800369" y="1016663"/>
                  </a:lnTo>
                  <a:lnTo>
                    <a:pt x="800776" y="1016900"/>
                  </a:lnTo>
                  <a:lnTo>
                    <a:pt x="801183" y="1017136"/>
                  </a:lnTo>
                  <a:lnTo>
                    <a:pt x="801591" y="1017371"/>
                  </a:lnTo>
                  <a:lnTo>
                    <a:pt x="801999" y="1017606"/>
                  </a:lnTo>
                  <a:lnTo>
                    <a:pt x="802407" y="1017840"/>
                  </a:lnTo>
                  <a:lnTo>
                    <a:pt x="802816" y="1018074"/>
                  </a:lnTo>
                  <a:lnTo>
                    <a:pt x="803225" y="1018307"/>
                  </a:lnTo>
                  <a:lnTo>
                    <a:pt x="803635" y="1018539"/>
                  </a:lnTo>
                  <a:lnTo>
                    <a:pt x="804045" y="1018770"/>
                  </a:lnTo>
                  <a:lnTo>
                    <a:pt x="804455" y="1019001"/>
                  </a:lnTo>
                  <a:lnTo>
                    <a:pt x="804866" y="1019231"/>
                  </a:lnTo>
                  <a:lnTo>
                    <a:pt x="805277" y="1019461"/>
                  </a:lnTo>
                  <a:lnTo>
                    <a:pt x="805688" y="1019689"/>
                  </a:lnTo>
                  <a:lnTo>
                    <a:pt x="806100" y="1019918"/>
                  </a:lnTo>
                  <a:lnTo>
                    <a:pt x="806512" y="1020145"/>
                  </a:lnTo>
                  <a:lnTo>
                    <a:pt x="806925" y="1020372"/>
                  </a:lnTo>
                  <a:lnTo>
                    <a:pt x="807337" y="1020598"/>
                  </a:lnTo>
                  <a:lnTo>
                    <a:pt x="807751" y="1020823"/>
                  </a:lnTo>
                  <a:lnTo>
                    <a:pt x="808164" y="1021048"/>
                  </a:lnTo>
                  <a:lnTo>
                    <a:pt x="808578" y="1021272"/>
                  </a:lnTo>
                  <a:lnTo>
                    <a:pt x="808993" y="1021496"/>
                  </a:lnTo>
                  <a:lnTo>
                    <a:pt x="809407" y="1021719"/>
                  </a:lnTo>
                  <a:lnTo>
                    <a:pt x="809813" y="1021936"/>
                  </a:lnTo>
                  <a:lnTo>
                    <a:pt x="810220" y="1022153"/>
                  </a:lnTo>
                  <a:lnTo>
                    <a:pt x="810627" y="1022369"/>
                  </a:lnTo>
                  <a:lnTo>
                    <a:pt x="811034" y="1022584"/>
                  </a:lnTo>
                  <a:lnTo>
                    <a:pt x="811442" y="1022799"/>
                  </a:lnTo>
                  <a:lnTo>
                    <a:pt x="811849" y="1023013"/>
                  </a:lnTo>
                  <a:lnTo>
                    <a:pt x="812258" y="1023227"/>
                  </a:lnTo>
                  <a:lnTo>
                    <a:pt x="812666" y="1023440"/>
                  </a:lnTo>
                  <a:lnTo>
                    <a:pt x="813075" y="1023652"/>
                  </a:lnTo>
                  <a:lnTo>
                    <a:pt x="813484" y="1023864"/>
                  </a:lnTo>
                  <a:lnTo>
                    <a:pt x="813894" y="1024074"/>
                  </a:lnTo>
                  <a:lnTo>
                    <a:pt x="814304" y="1024285"/>
                  </a:lnTo>
                  <a:lnTo>
                    <a:pt x="814714" y="1024494"/>
                  </a:lnTo>
                  <a:lnTo>
                    <a:pt x="815125" y="1024703"/>
                  </a:lnTo>
                  <a:lnTo>
                    <a:pt x="815535" y="1024912"/>
                  </a:lnTo>
                  <a:lnTo>
                    <a:pt x="815947" y="1025119"/>
                  </a:lnTo>
                  <a:lnTo>
                    <a:pt x="816358" y="1025326"/>
                  </a:lnTo>
                  <a:lnTo>
                    <a:pt x="816770" y="1025533"/>
                  </a:lnTo>
                  <a:lnTo>
                    <a:pt x="888482" y="1057584"/>
                  </a:lnTo>
                  <a:lnTo>
                    <a:pt x="901660" y="1063204"/>
                  </a:lnTo>
                  <a:lnTo>
                    <a:pt x="919970" y="1071013"/>
                  </a:lnTo>
                  <a:lnTo>
                    <a:pt x="945788" y="1082134"/>
                  </a:lnTo>
                  <a:lnTo>
                    <a:pt x="959300" y="1088168"/>
                  </a:lnTo>
                  <a:lnTo>
                    <a:pt x="973923" y="1094170"/>
                  </a:lnTo>
                  <a:lnTo>
                    <a:pt x="989008" y="1100863"/>
                  </a:lnTo>
                  <a:lnTo>
                    <a:pt x="1004071" y="1107307"/>
                  </a:lnTo>
                  <a:lnTo>
                    <a:pt x="1032067" y="1119794"/>
                  </a:lnTo>
                  <a:lnTo>
                    <a:pt x="1087748" y="1144378"/>
                  </a:lnTo>
                  <a:lnTo>
                    <a:pt x="1110452" y="1154257"/>
                  </a:lnTo>
                  <a:lnTo>
                    <a:pt x="1147113" y="1170645"/>
                  </a:lnTo>
                  <a:lnTo>
                    <a:pt x="1191104" y="1189592"/>
                  </a:lnTo>
                  <a:lnTo>
                    <a:pt x="1228759" y="1206777"/>
                  </a:lnTo>
                  <a:lnTo>
                    <a:pt x="1294354" y="1235125"/>
                  </a:lnTo>
                  <a:lnTo>
                    <a:pt x="1313635" y="1243139"/>
                  </a:lnTo>
                  <a:lnTo>
                    <a:pt x="1339306" y="1254527"/>
                  </a:lnTo>
                  <a:lnTo>
                    <a:pt x="1371490" y="1269265"/>
                  </a:lnTo>
                  <a:lnTo>
                    <a:pt x="1391796" y="1278567"/>
                  </a:lnTo>
                  <a:lnTo>
                    <a:pt x="1392321" y="1278789"/>
                  </a:lnTo>
                  <a:lnTo>
                    <a:pt x="1392846" y="1279012"/>
                  </a:lnTo>
                  <a:lnTo>
                    <a:pt x="1393371" y="1279236"/>
                  </a:lnTo>
                  <a:lnTo>
                    <a:pt x="1393895" y="1279461"/>
                  </a:lnTo>
                  <a:lnTo>
                    <a:pt x="1394419" y="1279686"/>
                  </a:lnTo>
                  <a:lnTo>
                    <a:pt x="1394943" y="1279912"/>
                  </a:lnTo>
                  <a:lnTo>
                    <a:pt x="1395466" y="1280139"/>
                  </a:lnTo>
                  <a:lnTo>
                    <a:pt x="1395989" y="1280366"/>
                  </a:lnTo>
                  <a:lnTo>
                    <a:pt x="1396512" y="1280594"/>
                  </a:lnTo>
                  <a:lnTo>
                    <a:pt x="1397035" y="1280823"/>
                  </a:lnTo>
                  <a:lnTo>
                    <a:pt x="1397557" y="1281052"/>
                  </a:lnTo>
                  <a:lnTo>
                    <a:pt x="1398079" y="1281282"/>
                  </a:lnTo>
                  <a:lnTo>
                    <a:pt x="1398601" y="1281513"/>
                  </a:lnTo>
                  <a:lnTo>
                    <a:pt x="1399122" y="1281744"/>
                  </a:lnTo>
                  <a:lnTo>
                    <a:pt x="1399643" y="1281976"/>
                  </a:lnTo>
                  <a:lnTo>
                    <a:pt x="1400164" y="1282209"/>
                  </a:lnTo>
                  <a:lnTo>
                    <a:pt x="1400685" y="1282443"/>
                  </a:lnTo>
                  <a:lnTo>
                    <a:pt x="1401205" y="1282677"/>
                  </a:lnTo>
                  <a:lnTo>
                    <a:pt x="1401725" y="1282912"/>
                  </a:lnTo>
                  <a:lnTo>
                    <a:pt x="1402244" y="1283147"/>
                  </a:lnTo>
                  <a:lnTo>
                    <a:pt x="1402764" y="1283383"/>
                  </a:lnTo>
                  <a:lnTo>
                    <a:pt x="1403282" y="1283620"/>
                  </a:lnTo>
                  <a:lnTo>
                    <a:pt x="1403801" y="1283858"/>
                  </a:lnTo>
                  <a:lnTo>
                    <a:pt x="1404319" y="1284096"/>
                  </a:lnTo>
                  <a:lnTo>
                    <a:pt x="1404820" y="1284327"/>
                  </a:lnTo>
                  <a:lnTo>
                    <a:pt x="1405320" y="1284558"/>
                  </a:lnTo>
                  <a:lnTo>
                    <a:pt x="1405820" y="1284790"/>
                  </a:lnTo>
                  <a:lnTo>
                    <a:pt x="1406320" y="1285023"/>
                  </a:lnTo>
                  <a:lnTo>
                    <a:pt x="1406820" y="1285256"/>
                  </a:lnTo>
                  <a:lnTo>
                    <a:pt x="1407319" y="1285490"/>
                  </a:lnTo>
                  <a:lnTo>
                    <a:pt x="1407818" y="1285725"/>
                  </a:lnTo>
                  <a:lnTo>
                    <a:pt x="1408316" y="1285960"/>
                  </a:lnTo>
                  <a:lnTo>
                    <a:pt x="1408815" y="1286196"/>
                  </a:lnTo>
                  <a:lnTo>
                    <a:pt x="1409416" y="1286482"/>
                  </a:lnTo>
                  <a:lnTo>
                    <a:pt x="1409858" y="1286693"/>
                  </a:lnTo>
                  <a:lnTo>
                    <a:pt x="1410380" y="1286942"/>
                  </a:lnTo>
                  <a:lnTo>
                    <a:pt x="1410901" y="1287192"/>
                  </a:lnTo>
                  <a:lnTo>
                    <a:pt x="1411422" y="1287443"/>
                  </a:lnTo>
                  <a:lnTo>
                    <a:pt x="1411942" y="1287694"/>
                  </a:lnTo>
                  <a:lnTo>
                    <a:pt x="1412462" y="1287947"/>
                  </a:lnTo>
                  <a:lnTo>
                    <a:pt x="1412982" y="1288199"/>
                  </a:lnTo>
                  <a:lnTo>
                    <a:pt x="1413502" y="1288453"/>
                  </a:lnTo>
                  <a:lnTo>
                    <a:pt x="1414021" y="1288707"/>
                  </a:lnTo>
                  <a:lnTo>
                    <a:pt x="1414540" y="1288962"/>
                  </a:lnTo>
                  <a:lnTo>
                    <a:pt x="1415058" y="1289217"/>
                  </a:lnTo>
                  <a:lnTo>
                    <a:pt x="1415576" y="1289474"/>
                  </a:lnTo>
                  <a:lnTo>
                    <a:pt x="1416094" y="1289731"/>
                  </a:lnTo>
                  <a:lnTo>
                    <a:pt x="1416290" y="1289828"/>
                  </a:lnTo>
                  <a:lnTo>
                    <a:pt x="1416443" y="1289904"/>
                  </a:lnTo>
                  <a:lnTo>
                    <a:pt x="1416612" y="1289988"/>
                  </a:lnTo>
                  <a:lnTo>
                    <a:pt x="1417129" y="1290247"/>
                  </a:lnTo>
                  <a:lnTo>
                    <a:pt x="1417646" y="1290506"/>
                  </a:lnTo>
                  <a:lnTo>
                    <a:pt x="1418162" y="1290765"/>
                  </a:lnTo>
                  <a:lnTo>
                    <a:pt x="1418678" y="1291026"/>
                  </a:lnTo>
                  <a:lnTo>
                    <a:pt x="1419194" y="1291287"/>
                  </a:lnTo>
                  <a:lnTo>
                    <a:pt x="1419816" y="1291603"/>
                  </a:lnTo>
                  <a:lnTo>
                    <a:pt x="1420224" y="1291811"/>
                  </a:lnTo>
                  <a:lnTo>
                    <a:pt x="1420739" y="1292074"/>
                  </a:lnTo>
                  <a:lnTo>
                    <a:pt x="1421253" y="1292338"/>
                  </a:lnTo>
                  <a:lnTo>
                    <a:pt x="1421767" y="1292602"/>
                  </a:lnTo>
                  <a:lnTo>
                    <a:pt x="1422281" y="1292867"/>
                  </a:lnTo>
                  <a:lnTo>
                    <a:pt x="1422794" y="1293133"/>
                  </a:lnTo>
                  <a:lnTo>
                    <a:pt x="1423307" y="1293400"/>
                  </a:lnTo>
                  <a:lnTo>
                    <a:pt x="1423820" y="1293667"/>
                  </a:lnTo>
                  <a:lnTo>
                    <a:pt x="1424332" y="1293935"/>
                  </a:lnTo>
                  <a:lnTo>
                    <a:pt x="1424844" y="1294203"/>
                  </a:lnTo>
                  <a:lnTo>
                    <a:pt x="1425101" y="1294338"/>
                  </a:lnTo>
                  <a:lnTo>
                    <a:pt x="1425356" y="1294472"/>
                  </a:lnTo>
                  <a:lnTo>
                    <a:pt x="1425867" y="1294742"/>
                  </a:lnTo>
                  <a:lnTo>
                    <a:pt x="1426378" y="1295013"/>
                  </a:lnTo>
                  <a:lnTo>
                    <a:pt x="1426889" y="1295284"/>
                  </a:lnTo>
                  <a:lnTo>
                    <a:pt x="1427399" y="1295556"/>
                  </a:lnTo>
                  <a:lnTo>
                    <a:pt x="1427908" y="1295829"/>
                  </a:lnTo>
                  <a:lnTo>
                    <a:pt x="1428245" y="1296009"/>
                  </a:lnTo>
                  <a:lnTo>
                    <a:pt x="1428418" y="1296102"/>
                  </a:lnTo>
                  <a:lnTo>
                    <a:pt x="1428927" y="1296376"/>
                  </a:lnTo>
                  <a:lnTo>
                    <a:pt x="1429436" y="1296651"/>
                  </a:lnTo>
                  <a:lnTo>
                    <a:pt x="1429944" y="1296926"/>
                  </a:lnTo>
                  <a:lnTo>
                    <a:pt x="1430452" y="1297202"/>
                  </a:lnTo>
                  <a:lnTo>
                    <a:pt x="1430960" y="1297478"/>
                  </a:lnTo>
                  <a:lnTo>
                    <a:pt x="1431467" y="1297756"/>
                  </a:lnTo>
                  <a:lnTo>
                    <a:pt x="1431974" y="1298034"/>
                  </a:lnTo>
                  <a:lnTo>
                    <a:pt x="1432480" y="1298312"/>
                  </a:lnTo>
                  <a:lnTo>
                    <a:pt x="1432987" y="1298592"/>
                  </a:lnTo>
                  <a:lnTo>
                    <a:pt x="1433492" y="1298872"/>
                  </a:lnTo>
                  <a:lnTo>
                    <a:pt x="1433998" y="1299152"/>
                  </a:lnTo>
                  <a:lnTo>
                    <a:pt x="1434503" y="1299434"/>
                  </a:lnTo>
                  <a:lnTo>
                    <a:pt x="1435008" y="1299716"/>
                  </a:lnTo>
                  <a:lnTo>
                    <a:pt x="1435512" y="1299998"/>
                  </a:lnTo>
                  <a:lnTo>
                    <a:pt x="1436016" y="1300282"/>
                  </a:lnTo>
                  <a:lnTo>
                    <a:pt x="1436519" y="1300566"/>
                  </a:lnTo>
                  <a:lnTo>
                    <a:pt x="1437023" y="1300850"/>
                  </a:lnTo>
                  <a:lnTo>
                    <a:pt x="1437525" y="1301136"/>
                  </a:lnTo>
                  <a:lnTo>
                    <a:pt x="1438028" y="1301422"/>
                  </a:lnTo>
                  <a:lnTo>
                    <a:pt x="1438530" y="1301708"/>
                  </a:lnTo>
                  <a:lnTo>
                    <a:pt x="1439032" y="1301996"/>
                  </a:lnTo>
                  <a:lnTo>
                    <a:pt x="1439533" y="1302284"/>
                  </a:lnTo>
                  <a:lnTo>
                    <a:pt x="1440034" y="1302572"/>
                  </a:lnTo>
                  <a:lnTo>
                    <a:pt x="1440191" y="1302663"/>
                  </a:lnTo>
                  <a:lnTo>
                    <a:pt x="1440535" y="1302862"/>
                  </a:lnTo>
                  <a:lnTo>
                    <a:pt x="1441035" y="1303152"/>
                  </a:lnTo>
                  <a:lnTo>
                    <a:pt x="1441535" y="1303442"/>
                  </a:lnTo>
                  <a:lnTo>
                    <a:pt x="1442034" y="1303734"/>
                  </a:lnTo>
                  <a:lnTo>
                    <a:pt x="1442533" y="1304026"/>
                  </a:lnTo>
                  <a:lnTo>
                    <a:pt x="1443032" y="1304318"/>
                  </a:lnTo>
                  <a:lnTo>
                    <a:pt x="1443530" y="1304611"/>
                  </a:lnTo>
                  <a:lnTo>
                    <a:pt x="1494362" y="1334045"/>
                  </a:lnTo>
                  <a:lnTo>
                    <a:pt x="1521714" y="1350085"/>
                  </a:lnTo>
                  <a:lnTo>
                    <a:pt x="1522096" y="1350296"/>
                  </a:lnTo>
                  <a:lnTo>
                    <a:pt x="1522478" y="1350507"/>
                  </a:lnTo>
                  <a:lnTo>
                    <a:pt x="1522860" y="1350718"/>
                  </a:lnTo>
                  <a:lnTo>
                    <a:pt x="1523242" y="1350931"/>
                  </a:lnTo>
                  <a:lnTo>
                    <a:pt x="1523652" y="1351160"/>
                  </a:lnTo>
                  <a:lnTo>
                    <a:pt x="1524061" y="1351389"/>
                  </a:lnTo>
                  <a:lnTo>
                    <a:pt x="1524470" y="1351620"/>
                  </a:lnTo>
                  <a:lnTo>
                    <a:pt x="1524879" y="1351851"/>
                  </a:lnTo>
                  <a:lnTo>
                    <a:pt x="1525287" y="1352082"/>
                  </a:lnTo>
                  <a:lnTo>
                    <a:pt x="1525695" y="1352315"/>
                  </a:lnTo>
                  <a:lnTo>
                    <a:pt x="1526103" y="1352548"/>
                  </a:lnTo>
                  <a:lnTo>
                    <a:pt x="1526510" y="1352781"/>
                  </a:lnTo>
                  <a:lnTo>
                    <a:pt x="1526917" y="1353016"/>
                  </a:lnTo>
                  <a:lnTo>
                    <a:pt x="1527323" y="1353251"/>
                  </a:lnTo>
                  <a:lnTo>
                    <a:pt x="1527729" y="1353486"/>
                  </a:lnTo>
                  <a:lnTo>
                    <a:pt x="1528135" y="1353723"/>
                  </a:lnTo>
                  <a:lnTo>
                    <a:pt x="1528540" y="1353960"/>
                  </a:lnTo>
                  <a:lnTo>
                    <a:pt x="1528945" y="1354197"/>
                  </a:lnTo>
                  <a:lnTo>
                    <a:pt x="1529350" y="1354436"/>
                  </a:lnTo>
                  <a:lnTo>
                    <a:pt x="1529754" y="1354675"/>
                  </a:lnTo>
                  <a:lnTo>
                    <a:pt x="1530158" y="1354915"/>
                  </a:lnTo>
                  <a:lnTo>
                    <a:pt x="1530633" y="1355198"/>
                  </a:lnTo>
                  <a:lnTo>
                    <a:pt x="1530964" y="1355396"/>
                  </a:lnTo>
                  <a:lnTo>
                    <a:pt x="1531367" y="1355638"/>
                  </a:lnTo>
                  <a:lnTo>
                    <a:pt x="1531769" y="1355880"/>
                  </a:lnTo>
                  <a:lnTo>
                    <a:pt x="1532170" y="1356123"/>
                  </a:lnTo>
                  <a:lnTo>
                    <a:pt x="1532572" y="1356367"/>
                  </a:lnTo>
                  <a:lnTo>
                    <a:pt x="1532973" y="1356611"/>
                  </a:lnTo>
                  <a:lnTo>
                    <a:pt x="1533373" y="1356856"/>
                  </a:lnTo>
                  <a:lnTo>
                    <a:pt x="1533773" y="1357102"/>
                  </a:lnTo>
                  <a:lnTo>
                    <a:pt x="1534173" y="1357348"/>
                  </a:lnTo>
                  <a:lnTo>
                    <a:pt x="1534573" y="1357595"/>
                  </a:lnTo>
                  <a:lnTo>
                    <a:pt x="1534972" y="1357843"/>
                  </a:lnTo>
                  <a:lnTo>
                    <a:pt x="1535370" y="1358091"/>
                  </a:lnTo>
                  <a:lnTo>
                    <a:pt x="1535768" y="1358340"/>
                  </a:lnTo>
                  <a:lnTo>
                    <a:pt x="1536166" y="1358590"/>
                  </a:lnTo>
                  <a:lnTo>
                    <a:pt x="1536563" y="1358840"/>
                  </a:lnTo>
                  <a:lnTo>
                    <a:pt x="1536960" y="1359091"/>
                  </a:lnTo>
                  <a:lnTo>
                    <a:pt x="1537124" y="1359195"/>
                  </a:lnTo>
                  <a:lnTo>
                    <a:pt x="1537357" y="1359342"/>
                  </a:lnTo>
                  <a:lnTo>
                    <a:pt x="1537753" y="1359595"/>
                  </a:lnTo>
                  <a:lnTo>
                    <a:pt x="1538148" y="1359847"/>
                  </a:lnTo>
                  <a:lnTo>
                    <a:pt x="1538544" y="1360101"/>
                  </a:lnTo>
                  <a:lnTo>
                    <a:pt x="1538939" y="1360355"/>
                  </a:lnTo>
                  <a:lnTo>
                    <a:pt x="1539333" y="1360610"/>
                  </a:lnTo>
                  <a:lnTo>
                    <a:pt x="1539727" y="1360866"/>
                  </a:lnTo>
                  <a:lnTo>
                    <a:pt x="1540121" y="1361122"/>
                  </a:lnTo>
                  <a:lnTo>
                    <a:pt x="1540514" y="1361379"/>
                  </a:lnTo>
                  <a:lnTo>
                    <a:pt x="1540907" y="1361636"/>
                  </a:lnTo>
                  <a:lnTo>
                    <a:pt x="1541299" y="1361894"/>
                  </a:lnTo>
                  <a:lnTo>
                    <a:pt x="1541691" y="1362153"/>
                  </a:lnTo>
                  <a:lnTo>
                    <a:pt x="1542082" y="1362412"/>
                  </a:lnTo>
                  <a:lnTo>
                    <a:pt x="1542473" y="1362672"/>
                  </a:lnTo>
                  <a:lnTo>
                    <a:pt x="1542864" y="1362933"/>
                  </a:lnTo>
                  <a:lnTo>
                    <a:pt x="1543254" y="1363194"/>
                  </a:lnTo>
                  <a:lnTo>
                    <a:pt x="1543429" y="1363311"/>
                  </a:lnTo>
                  <a:lnTo>
                    <a:pt x="1543644" y="1363456"/>
                  </a:lnTo>
                  <a:lnTo>
                    <a:pt x="1544033" y="1363719"/>
                  </a:lnTo>
                  <a:lnTo>
                    <a:pt x="1544422" y="1363982"/>
                  </a:lnTo>
                  <a:lnTo>
                    <a:pt x="1544811" y="1364246"/>
                  </a:lnTo>
                  <a:lnTo>
                    <a:pt x="1545199" y="1364510"/>
                  </a:lnTo>
                  <a:lnTo>
                    <a:pt x="1545586" y="1364775"/>
                  </a:lnTo>
                  <a:lnTo>
                    <a:pt x="1545974" y="1365041"/>
                  </a:lnTo>
                  <a:lnTo>
                    <a:pt x="1546360" y="1365308"/>
                  </a:lnTo>
                  <a:lnTo>
                    <a:pt x="1546747" y="1365575"/>
                  </a:lnTo>
                  <a:lnTo>
                    <a:pt x="1547133" y="1365842"/>
                  </a:lnTo>
                  <a:lnTo>
                    <a:pt x="1547518" y="1366111"/>
                  </a:lnTo>
                  <a:lnTo>
                    <a:pt x="1547903" y="1366380"/>
                  </a:lnTo>
                  <a:lnTo>
                    <a:pt x="1548287" y="1366649"/>
                  </a:lnTo>
                  <a:lnTo>
                    <a:pt x="1548672" y="1366919"/>
                  </a:lnTo>
                  <a:lnTo>
                    <a:pt x="1549055" y="1367190"/>
                  </a:lnTo>
                  <a:lnTo>
                    <a:pt x="1549439" y="1367462"/>
                  </a:lnTo>
                  <a:lnTo>
                    <a:pt x="1549860" y="1367761"/>
                  </a:lnTo>
                  <a:lnTo>
                    <a:pt x="1550204" y="1368007"/>
                  </a:lnTo>
                  <a:lnTo>
                    <a:pt x="1550586" y="1368280"/>
                  </a:lnTo>
                  <a:lnTo>
                    <a:pt x="1550967" y="1368554"/>
                  </a:lnTo>
                  <a:lnTo>
                    <a:pt x="1551348" y="1368829"/>
                  </a:lnTo>
                  <a:lnTo>
                    <a:pt x="1551728" y="1369104"/>
                  </a:lnTo>
                  <a:lnTo>
                    <a:pt x="1552109" y="1369380"/>
                  </a:lnTo>
                  <a:lnTo>
                    <a:pt x="1552488" y="1369657"/>
                  </a:lnTo>
                  <a:lnTo>
                    <a:pt x="1552867" y="1369934"/>
                  </a:lnTo>
                  <a:lnTo>
                    <a:pt x="1553246" y="1370212"/>
                  </a:lnTo>
                  <a:lnTo>
                    <a:pt x="1553624" y="1370490"/>
                  </a:lnTo>
                  <a:lnTo>
                    <a:pt x="1554002" y="1370769"/>
                  </a:lnTo>
                  <a:lnTo>
                    <a:pt x="1576568" y="1385931"/>
                  </a:lnTo>
                  <a:lnTo>
                    <a:pt x="1590805" y="1394719"/>
                  </a:lnTo>
                  <a:lnTo>
                    <a:pt x="1590387" y="1395873"/>
                  </a:lnTo>
                  <a:lnTo>
                    <a:pt x="1632729" y="1418194"/>
                  </a:lnTo>
                  <a:lnTo>
                    <a:pt x="1649573" y="1429727"/>
                  </a:lnTo>
                  <a:lnTo>
                    <a:pt x="1657579" y="1434892"/>
                  </a:lnTo>
                  <a:lnTo>
                    <a:pt x="1671601" y="1442648"/>
                  </a:lnTo>
                  <a:lnTo>
                    <a:pt x="1693380" y="1452555"/>
                  </a:lnTo>
                  <a:lnTo>
                    <a:pt x="1714541" y="1462648"/>
                  </a:lnTo>
                  <a:lnTo>
                    <a:pt x="1717841" y="1464223"/>
                  </a:lnTo>
                  <a:lnTo>
                    <a:pt x="1722491" y="1466482"/>
                  </a:lnTo>
                  <a:lnTo>
                    <a:pt x="1733271" y="1471718"/>
                  </a:lnTo>
                  <a:lnTo>
                    <a:pt x="1749558" y="1479929"/>
                  </a:lnTo>
                  <a:lnTo>
                    <a:pt x="1761039" y="1486395"/>
                  </a:lnTo>
                  <a:lnTo>
                    <a:pt x="1767020" y="1489764"/>
                  </a:lnTo>
                  <a:lnTo>
                    <a:pt x="1784006" y="1500091"/>
                  </a:lnTo>
                  <a:lnTo>
                    <a:pt x="1801359" y="1510924"/>
                  </a:lnTo>
                  <a:lnTo>
                    <a:pt x="1801928" y="1510028"/>
                  </a:lnTo>
                  <a:lnTo>
                    <a:pt x="1809929" y="1515028"/>
                  </a:lnTo>
                  <a:lnTo>
                    <a:pt x="1836034" y="1489824"/>
                  </a:lnTo>
                  <a:lnTo>
                    <a:pt x="1847974" y="1478239"/>
                  </a:lnTo>
                  <a:lnTo>
                    <a:pt x="1855862" y="1470585"/>
                  </a:lnTo>
                  <a:lnTo>
                    <a:pt x="1854889" y="1469697"/>
                  </a:lnTo>
                  <a:lnTo>
                    <a:pt x="1827305" y="1444538"/>
                  </a:lnTo>
                  <a:lnTo>
                    <a:pt x="1813254" y="1432218"/>
                  </a:lnTo>
                  <a:lnTo>
                    <a:pt x="1798900" y="1419995"/>
                  </a:lnTo>
                  <a:lnTo>
                    <a:pt x="1795818" y="1417222"/>
                  </a:lnTo>
                  <a:lnTo>
                    <a:pt x="1784873" y="1407374"/>
                  </a:lnTo>
                  <a:lnTo>
                    <a:pt x="1780778" y="1403800"/>
                  </a:lnTo>
                  <a:lnTo>
                    <a:pt x="1770700" y="1395006"/>
                  </a:lnTo>
                  <a:lnTo>
                    <a:pt x="1761241" y="1386214"/>
                  </a:lnTo>
                  <a:lnTo>
                    <a:pt x="1757190" y="1382449"/>
                  </a:lnTo>
                  <a:lnTo>
                    <a:pt x="1748566" y="1374193"/>
                  </a:lnTo>
                  <a:lnTo>
                    <a:pt x="1742835" y="1368707"/>
                  </a:lnTo>
                  <a:lnTo>
                    <a:pt x="1728815" y="1355640"/>
                  </a:lnTo>
                  <a:lnTo>
                    <a:pt x="1714762" y="1342637"/>
                  </a:lnTo>
                  <a:lnTo>
                    <a:pt x="1700707" y="1329778"/>
                  </a:lnTo>
                  <a:lnTo>
                    <a:pt x="1686667" y="1316587"/>
                  </a:lnTo>
                  <a:lnTo>
                    <a:pt x="1672614" y="1303384"/>
                  </a:lnTo>
                  <a:lnTo>
                    <a:pt x="1659015" y="1290101"/>
                  </a:lnTo>
                  <a:lnTo>
                    <a:pt x="1655312" y="1286645"/>
                  </a:lnTo>
                  <a:lnTo>
                    <a:pt x="1645033" y="1277050"/>
                  </a:lnTo>
                  <a:lnTo>
                    <a:pt x="1642423" y="1274508"/>
                  </a:lnTo>
                  <a:lnTo>
                    <a:pt x="1632441" y="1264788"/>
                  </a:lnTo>
                  <a:lnTo>
                    <a:pt x="1631310" y="1263687"/>
                  </a:lnTo>
                  <a:lnTo>
                    <a:pt x="1628175" y="1260671"/>
                  </a:lnTo>
                  <a:lnTo>
                    <a:pt x="1622846" y="1255547"/>
                  </a:lnTo>
                  <a:lnTo>
                    <a:pt x="1617439" y="1250347"/>
                  </a:lnTo>
                  <a:lnTo>
                    <a:pt x="1603601" y="1236982"/>
                  </a:lnTo>
                  <a:lnTo>
                    <a:pt x="1589748" y="1223625"/>
                  </a:lnTo>
                  <a:lnTo>
                    <a:pt x="1575894" y="1210273"/>
                  </a:lnTo>
                  <a:lnTo>
                    <a:pt x="1566615" y="1201330"/>
                  </a:lnTo>
                  <a:lnTo>
                    <a:pt x="1260458" y="898083"/>
                  </a:lnTo>
                  <a:lnTo>
                    <a:pt x="1249354" y="887090"/>
                  </a:lnTo>
                  <a:lnTo>
                    <a:pt x="1184146" y="821159"/>
                  </a:lnTo>
                  <a:lnTo>
                    <a:pt x="1171358" y="808231"/>
                  </a:lnTo>
                  <a:lnTo>
                    <a:pt x="1170938" y="807806"/>
                  </a:lnTo>
                  <a:lnTo>
                    <a:pt x="1169012" y="805665"/>
                  </a:lnTo>
                  <a:lnTo>
                    <a:pt x="1167413" y="803724"/>
                  </a:lnTo>
                  <a:lnTo>
                    <a:pt x="1166943" y="803237"/>
                  </a:lnTo>
                  <a:lnTo>
                    <a:pt x="1165804" y="802056"/>
                  </a:lnTo>
                  <a:lnTo>
                    <a:pt x="1158883" y="794872"/>
                  </a:lnTo>
                  <a:lnTo>
                    <a:pt x="1140075" y="775776"/>
                  </a:lnTo>
                  <a:lnTo>
                    <a:pt x="1116783" y="752018"/>
                  </a:lnTo>
                  <a:lnTo>
                    <a:pt x="1094761" y="729648"/>
                  </a:lnTo>
                  <a:lnTo>
                    <a:pt x="1092800" y="727657"/>
                  </a:lnTo>
                  <a:lnTo>
                    <a:pt x="1077509" y="712069"/>
                  </a:lnTo>
                  <a:lnTo>
                    <a:pt x="1070738" y="705167"/>
                  </a:lnTo>
                  <a:lnTo>
                    <a:pt x="1057426" y="691527"/>
                  </a:lnTo>
                  <a:lnTo>
                    <a:pt x="1048014" y="681752"/>
                  </a:lnTo>
                  <a:lnTo>
                    <a:pt x="1040773" y="674233"/>
                  </a:lnTo>
                  <a:lnTo>
                    <a:pt x="1037322" y="670664"/>
                  </a:lnTo>
                  <a:lnTo>
                    <a:pt x="1022638" y="655478"/>
                  </a:lnTo>
                  <a:lnTo>
                    <a:pt x="1008560" y="640876"/>
                  </a:lnTo>
                  <a:lnTo>
                    <a:pt x="989901" y="621460"/>
                  </a:lnTo>
                  <a:lnTo>
                    <a:pt x="985580" y="616965"/>
                  </a:lnTo>
                  <a:lnTo>
                    <a:pt x="984986" y="616342"/>
                  </a:lnTo>
                  <a:lnTo>
                    <a:pt x="971395" y="602061"/>
                  </a:lnTo>
                  <a:lnTo>
                    <a:pt x="955033" y="584861"/>
                  </a:lnTo>
                  <a:lnTo>
                    <a:pt x="929062" y="557615"/>
                  </a:lnTo>
                  <a:lnTo>
                    <a:pt x="927312" y="555780"/>
                  </a:lnTo>
                  <a:lnTo>
                    <a:pt x="893798" y="520624"/>
                  </a:lnTo>
                  <a:lnTo>
                    <a:pt x="882355" y="508621"/>
                  </a:lnTo>
                  <a:lnTo>
                    <a:pt x="827599" y="450449"/>
                  </a:lnTo>
                  <a:lnTo>
                    <a:pt x="817809" y="439666"/>
                  </a:lnTo>
                  <a:lnTo>
                    <a:pt x="810085" y="431159"/>
                  </a:lnTo>
                  <a:lnTo>
                    <a:pt x="804429" y="424916"/>
                  </a:lnTo>
                  <a:lnTo>
                    <a:pt x="795557" y="415124"/>
                  </a:lnTo>
                  <a:lnTo>
                    <a:pt x="785468" y="404278"/>
                  </a:lnTo>
                  <a:lnTo>
                    <a:pt x="769374" y="386980"/>
                  </a:lnTo>
                  <a:lnTo>
                    <a:pt x="752176" y="368399"/>
                  </a:lnTo>
                  <a:lnTo>
                    <a:pt x="747117" y="362940"/>
                  </a:lnTo>
                  <a:lnTo>
                    <a:pt x="734043" y="348867"/>
                  </a:lnTo>
                  <a:lnTo>
                    <a:pt x="722760" y="336644"/>
                  </a:lnTo>
                  <a:lnTo>
                    <a:pt x="716171" y="329672"/>
                  </a:lnTo>
                  <a:lnTo>
                    <a:pt x="715753" y="329216"/>
                  </a:lnTo>
                  <a:lnTo>
                    <a:pt x="699260" y="311224"/>
                  </a:lnTo>
                  <a:lnTo>
                    <a:pt x="691245" y="302401"/>
                  </a:lnTo>
                  <a:lnTo>
                    <a:pt x="630577" y="233527"/>
                  </a:lnTo>
                  <a:lnTo>
                    <a:pt x="621907" y="223685"/>
                  </a:lnTo>
                  <a:lnTo>
                    <a:pt x="606991" y="206755"/>
                  </a:lnTo>
                  <a:lnTo>
                    <a:pt x="586883" y="183896"/>
                  </a:lnTo>
                  <a:lnTo>
                    <a:pt x="583323" y="179868"/>
                  </a:lnTo>
                  <a:lnTo>
                    <a:pt x="572060" y="166966"/>
                  </a:lnTo>
                  <a:lnTo>
                    <a:pt x="564034" y="157773"/>
                  </a:lnTo>
                  <a:lnTo>
                    <a:pt x="551410" y="143258"/>
                  </a:lnTo>
                  <a:lnTo>
                    <a:pt x="546788" y="137846"/>
                  </a:lnTo>
                  <a:lnTo>
                    <a:pt x="543371" y="133844"/>
                  </a:lnTo>
                  <a:lnTo>
                    <a:pt x="534016" y="122891"/>
                  </a:lnTo>
                  <a:lnTo>
                    <a:pt x="533642" y="122453"/>
                  </a:lnTo>
                  <a:lnTo>
                    <a:pt x="532243" y="120814"/>
                  </a:lnTo>
                  <a:lnTo>
                    <a:pt x="509857" y="94163"/>
                  </a:lnTo>
                  <a:close/>
                </a:path>
              </a:pathLst>
            </a:custGeom>
            <a:solidFill>
              <a:srgbClr val="9FCF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6"/>
            <p:cNvSpPr/>
            <p:nvPr/>
          </p:nvSpPr>
          <p:spPr>
            <a:xfrm>
              <a:off x="4506570" y="3155530"/>
              <a:ext cx="794090" cy="803771"/>
            </a:xfrm>
            <a:custGeom>
              <a:avLst/>
              <a:gdLst/>
              <a:ahLst/>
              <a:cxnLst/>
              <a:rect l="0" t="0" r="0" b="0"/>
              <a:pathLst>
                <a:path w="794090" h="803771">
                  <a:moveTo>
                    <a:pt x="304943" y="119175"/>
                  </a:moveTo>
                  <a:lnTo>
                    <a:pt x="304880" y="118792"/>
                  </a:lnTo>
                  <a:lnTo>
                    <a:pt x="304817" y="118408"/>
                  </a:lnTo>
                  <a:lnTo>
                    <a:pt x="304752" y="118024"/>
                  </a:lnTo>
                  <a:lnTo>
                    <a:pt x="304687" y="117641"/>
                  </a:lnTo>
                  <a:lnTo>
                    <a:pt x="304621" y="117257"/>
                  </a:lnTo>
                  <a:lnTo>
                    <a:pt x="304555" y="116874"/>
                  </a:lnTo>
                  <a:lnTo>
                    <a:pt x="304488" y="116491"/>
                  </a:lnTo>
                  <a:lnTo>
                    <a:pt x="304419" y="116108"/>
                  </a:lnTo>
                  <a:lnTo>
                    <a:pt x="304379" y="115881"/>
                  </a:lnTo>
                  <a:lnTo>
                    <a:pt x="304333" y="115627"/>
                  </a:lnTo>
                  <a:lnTo>
                    <a:pt x="304281" y="115342"/>
                  </a:lnTo>
                  <a:lnTo>
                    <a:pt x="304211" y="114960"/>
                  </a:lnTo>
                  <a:lnTo>
                    <a:pt x="304140" y="114578"/>
                  </a:lnTo>
                  <a:lnTo>
                    <a:pt x="304068" y="114195"/>
                  </a:lnTo>
                  <a:lnTo>
                    <a:pt x="303995" y="113813"/>
                  </a:lnTo>
                  <a:lnTo>
                    <a:pt x="303922" y="113431"/>
                  </a:lnTo>
                  <a:lnTo>
                    <a:pt x="303848" y="113049"/>
                  </a:lnTo>
                  <a:lnTo>
                    <a:pt x="303773" y="112668"/>
                  </a:lnTo>
                  <a:lnTo>
                    <a:pt x="303698" y="112286"/>
                  </a:lnTo>
                  <a:lnTo>
                    <a:pt x="303621" y="111905"/>
                  </a:lnTo>
                  <a:lnTo>
                    <a:pt x="303544" y="111523"/>
                  </a:lnTo>
                  <a:lnTo>
                    <a:pt x="303467" y="111142"/>
                  </a:lnTo>
                  <a:lnTo>
                    <a:pt x="303388" y="110761"/>
                  </a:lnTo>
                  <a:lnTo>
                    <a:pt x="303309" y="110380"/>
                  </a:lnTo>
                  <a:lnTo>
                    <a:pt x="303229" y="110000"/>
                  </a:lnTo>
                  <a:lnTo>
                    <a:pt x="303148" y="109619"/>
                  </a:lnTo>
                  <a:lnTo>
                    <a:pt x="303067" y="109239"/>
                  </a:lnTo>
                  <a:lnTo>
                    <a:pt x="302984" y="108859"/>
                  </a:lnTo>
                  <a:lnTo>
                    <a:pt x="302901" y="108479"/>
                  </a:lnTo>
                  <a:lnTo>
                    <a:pt x="302818" y="108099"/>
                  </a:lnTo>
                  <a:lnTo>
                    <a:pt x="302733" y="107719"/>
                  </a:lnTo>
                  <a:lnTo>
                    <a:pt x="302648" y="107340"/>
                  </a:lnTo>
                  <a:lnTo>
                    <a:pt x="302562" y="106961"/>
                  </a:lnTo>
                  <a:lnTo>
                    <a:pt x="302476" y="106581"/>
                  </a:lnTo>
                  <a:lnTo>
                    <a:pt x="302388" y="106202"/>
                  </a:lnTo>
                  <a:lnTo>
                    <a:pt x="302300" y="105824"/>
                  </a:lnTo>
                  <a:lnTo>
                    <a:pt x="302263" y="105668"/>
                  </a:lnTo>
                  <a:lnTo>
                    <a:pt x="302211" y="105445"/>
                  </a:lnTo>
                  <a:lnTo>
                    <a:pt x="302121" y="105066"/>
                  </a:lnTo>
                  <a:lnTo>
                    <a:pt x="302031" y="104688"/>
                  </a:lnTo>
                  <a:lnTo>
                    <a:pt x="301940" y="104310"/>
                  </a:lnTo>
                  <a:lnTo>
                    <a:pt x="301848" y="103932"/>
                  </a:lnTo>
                  <a:lnTo>
                    <a:pt x="301756" y="103554"/>
                  </a:lnTo>
                  <a:lnTo>
                    <a:pt x="301662" y="103177"/>
                  </a:lnTo>
                  <a:lnTo>
                    <a:pt x="301568" y="102799"/>
                  </a:lnTo>
                  <a:lnTo>
                    <a:pt x="301474" y="102422"/>
                  </a:lnTo>
                  <a:lnTo>
                    <a:pt x="301415" y="102192"/>
                  </a:lnTo>
                  <a:lnTo>
                    <a:pt x="301378" y="102045"/>
                  </a:lnTo>
                  <a:lnTo>
                    <a:pt x="301282" y="101668"/>
                  </a:lnTo>
                  <a:lnTo>
                    <a:pt x="301185" y="101292"/>
                  </a:lnTo>
                  <a:lnTo>
                    <a:pt x="301087" y="100915"/>
                  </a:lnTo>
                  <a:lnTo>
                    <a:pt x="300989" y="100539"/>
                  </a:lnTo>
                  <a:lnTo>
                    <a:pt x="300889" y="100163"/>
                  </a:lnTo>
                  <a:lnTo>
                    <a:pt x="300790" y="99787"/>
                  </a:lnTo>
                  <a:lnTo>
                    <a:pt x="300689" y="99411"/>
                  </a:lnTo>
                  <a:lnTo>
                    <a:pt x="300587" y="99036"/>
                  </a:lnTo>
                  <a:lnTo>
                    <a:pt x="300552" y="98904"/>
                  </a:lnTo>
                  <a:lnTo>
                    <a:pt x="300485" y="98660"/>
                  </a:lnTo>
                  <a:lnTo>
                    <a:pt x="300383" y="98285"/>
                  </a:lnTo>
                  <a:lnTo>
                    <a:pt x="300279" y="97911"/>
                  </a:lnTo>
                  <a:lnTo>
                    <a:pt x="300175" y="97536"/>
                  </a:lnTo>
                  <a:lnTo>
                    <a:pt x="300070" y="97161"/>
                  </a:lnTo>
                  <a:lnTo>
                    <a:pt x="299964" y="96787"/>
                  </a:lnTo>
                  <a:lnTo>
                    <a:pt x="299857" y="96413"/>
                  </a:lnTo>
                  <a:lnTo>
                    <a:pt x="299750" y="96039"/>
                  </a:lnTo>
                  <a:lnTo>
                    <a:pt x="299578" y="95444"/>
                  </a:lnTo>
                  <a:lnTo>
                    <a:pt x="299533" y="95292"/>
                  </a:lnTo>
                  <a:lnTo>
                    <a:pt x="299424" y="94919"/>
                  </a:lnTo>
                  <a:lnTo>
                    <a:pt x="299314" y="94546"/>
                  </a:lnTo>
                  <a:lnTo>
                    <a:pt x="299203" y="94173"/>
                  </a:lnTo>
                  <a:lnTo>
                    <a:pt x="299091" y="93801"/>
                  </a:lnTo>
                  <a:lnTo>
                    <a:pt x="298979" y="93428"/>
                  </a:lnTo>
                  <a:lnTo>
                    <a:pt x="298866" y="93056"/>
                  </a:lnTo>
                  <a:lnTo>
                    <a:pt x="298752" y="92684"/>
                  </a:lnTo>
                  <a:lnTo>
                    <a:pt x="298578" y="92120"/>
                  </a:lnTo>
                  <a:lnTo>
                    <a:pt x="298523" y="91941"/>
                  </a:lnTo>
                  <a:lnTo>
                    <a:pt x="298407" y="91570"/>
                  </a:lnTo>
                  <a:lnTo>
                    <a:pt x="298290" y="91199"/>
                  </a:lnTo>
                  <a:lnTo>
                    <a:pt x="298173" y="90828"/>
                  </a:lnTo>
                  <a:lnTo>
                    <a:pt x="298055" y="90458"/>
                  </a:lnTo>
                  <a:lnTo>
                    <a:pt x="297936" y="90088"/>
                  </a:lnTo>
                  <a:lnTo>
                    <a:pt x="297816" y="89717"/>
                  </a:lnTo>
                  <a:lnTo>
                    <a:pt x="297696" y="89348"/>
                  </a:lnTo>
                  <a:lnTo>
                    <a:pt x="297575" y="88978"/>
                  </a:lnTo>
                  <a:lnTo>
                    <a:pt x="297498" y="88744"/>
                  </a:lnTo>
                  <a:lnTo>
                    <a:pt x="297453" y="88609"/>
                  </a:lnTo>
                  <a:lnTo>
                    <a:pt x="297331" y="88240"/>
                  </a:lnTo>
                  <a:lnTo>
                    <a:pt x="297208" y="87871"/>
                  </a:lnTo>
                  <a:lnTo>
                    <a:pt x="297084" y="87502"/>
                  </a:lnTo>
                  <a:lnTo>
                    <a:pt x="296959" y="87134"/>
                  </a:lnTo>
                  <a:lnTo>
                    <a:pt x="296834" y="86766"/>
                  </a:lnTo>
                  <a:lnTo>
                    <a:pt x="296708" y="86398"/>
                  </a:lnTo>
                  <a:lnTo>
                    <a:pt x="296581" y="86030"/>
                  </a:lnTo>
                  <a:lnTo>
                    <a:pt x="296453" y="85663"/>
                  </a:lnTo>
                  <a:lnTo>
                    <a:pt x="296397" y="85501"/>
                  </a:lnTo>
                  <a:lnTo>
                    <a:pt x="296325" y="85296"/>
                  </a:lnTo>
                  <a:lnTo>
                    <a:pt x="296196" y="84929"/>
                  </a:lnTo>
                  <a:lnTo>
                    <a:pt x="296067" y="84562"/>
                  </a:lnTo>
                  <a:lnTo>
                    <a:pt x="295936" y="84196"/>
                  </a:lnTo>
                  <a:lnTo>
                    <a:pt x="295805" y="83830"/>
                  </a:lnTo>
                  <a:lnTo>
                    <a:pt x="295674" y="83464"/>
                  </a:lnTo>
                  <a:lnTo>
                    <a:pt x="295541" y="83098"/>
                  </a:lnTo>
                  <a:lnTo>
                    <a:pt x="295408" y="82733"/>
                  </a:lnTo>
                  <a:lnTo>
                    <a:pt x="295274" y="82368"/>
                  </a:lnTo>
                  <a:lnTo>
                    <a:pt x="295215" y="82209"/>
                  </a:lnTo>
                  <a:lnTo>
                    <a:pt x="295139" y="82003"/>
                  </a:lnTo>
                  <a:lnTo>
                    <a:pt x="295004" y="81638"/>
                  </a:lnTo>
                  <a:lnTo>
                    <a:pt x="294868" y="81274"/>
                  </a:lnTo>
                  <a:lnTo>
                    <a:pt x="294731" y="80910"/>
                  </a:lnTo>
                  <a:lnTo>
                    <a:pt x="294594" y="80546"/>
                  </a:lnTo>
                  <a:lnTo>
                    <a:pt x="294456" y="80183"/>
                  </a:lnTo>
                  <a:lnTo>
                    <a:pt x="294317" y="79820"/>
                  </a:lnTo>
                  <a:lnTo>
                    <a:pt x="294177" y="79457"/>
                  </a:lnTo>
                  <a:lnTo>
                    <a:pt x="294037" y="79094"/>
                  </a:lnTo>
                  <a:lnTo>
                    <a:pt x="293971" y="78925"/>
                  </a:lnTo>
                  <a:lnTo>
                    <a:pt x="293896" y="78732"/>
                  </a:lnTo>
                  <a:lnTo>
                    <a:pt x="293754" y="78369"/>
                  </a:lnTo>
                  <a:lnTo>
                    <a:pt x="293612" y="78008"/>
                  </a:lnTo>
                  <a:lnTo>
                    <a:pt x="293469" y="77646"/>
                  </a:lnTo>
                  <a:lnTo>
                    <a:pt x="293325" y="77285"/>
                  </a:lnTo>
                  <a:lnTo>
                    <a:pt x="293181" y="76924"/>
                  </a:lnTo>
                  <a:lnTo>
                    <a:pt x="293035" y="76563"/>
                  </a:lnTo>
                  <a:lnTo>
                    <a:pt x="292889" y="76203"/>
                  </a:lnTo>
                  <a:lnTo>
                    <a:pt x="292722" y="75793"/>
                  </a:lnTo>
                  <a:lnTo>
                    <a:pt x="292595" y="75483"/>
                  </a:lnTo>
                  <a:lnTo>
                    <a:pt x="292447" y="75123"/>
                  </a:lnTo>
                  <a:lnTo>
                    <a:pt x="292299" y="74764"/>
                  </a:lnTo>
                  <a:lnTo>
                    <a:pt x="292149" y="74405"/>
                  </a:lnTo>
                  <a:lnTo>
                    <a:pt x="291999" y="74046"/>
                  </a:lnTo>
                  <a:lnTo>
                    <a:pt x="291848" y="73688"/>
                  </a:lnTo>
                  <a:lnTo>
                    <a:pt x="291697" y="73330"/>
                  </a:lnTo>
                  <a:lnTo>
                    <a:pt x="291544" y="72972"/>
                  </a:lnTo>
                  <a:lnTo>
                    <a:pt x="280192" y="46837"/>
                  </a:lnTo>
                  <a:lnTo>
                    <a:pt x="280105" y="46628"/>
                  </a:lnTo>
                  <a:lnTo>
                    <a:pt x="280017" y="46419"/>
                  </a:lnTo>
                  <a:lnTo>
                    <a:pt x="279929" y="46210"/>
                  </a:lnTo>
                  <a:lnTo>
                    <a:pt x="279840" y="46001"/>
                  </a:lnTo>
                  <a:lnTo>
                    <a:pt x="279750" y="45793"/>
                  </a:lnTo>
                  <a:lnTo>
                    <a:pt x="279660" y="45585"/>
                  </a:lnTo>
                  <a:lnTo>
                    <a:pt x="279569" y="45377"/>
                  </a:lnTo>
                  <a:lnTo>
                    <a:pt x="279477" y="45169"/>
                  </a:lnTo>
                  <a:lnTo>
                    <a:pt x="279385" y="44962"/>
                  </a:lnTo>
                  <a:lnTo>
                    <a:pt x="279292" y="44756"/>
                  </a:lnTo>
                  <a:lnTo>
                    <a:pt x="279198" y="44549"/>
                  </a:lnTo>
                  <a:lnTo>
                    <a:pt x="279103" y="44343"/>
                  </a:lnTo>
                  <a:lnTo>
                    <a:pt x="279008" y="44137"/>
                  </a:lnTo>
                  <a:lnTo>
                    <a:pt x="278912" y="43932"/>
                  </a:lnTo>
                  <a:lnTo>
                    <a:pt x="278815" y="43727"/>
                  </a:lnTo>
                  <a:lnTo>
                    <a:pt x="278718" y="43522"/>
                  </a:lnTo>
                  <a:lnTo>
                    <a:pt x="278620" y="43317"/>
                  </a:lnTo>
                  <a:lnTo>
                    <a:pt x="278521" y="43113"/>
                  </a:lnTo>
                  <a:lnTo>
                    <a:pt x="278422" y="42909"/>
                  </a:lnTo>
                  <a:lnTo>
                    <a:pt x="278322" y="42706"/>
                  </a:lnTo>
                  <a:lnTo>
                    <a:pt x="278221" y="42503"/>
                  </a:lnTo>
                  <a:lnTo>
                    <a:pt x="278120" y="42300"/>
                  </a:lnTo>
                  <a:lnTo>
                    <a:pt x="278017" y="42097"/>
                  </a:lnTo>
                  <a:lnTo>
                    <a:pt x="277915" y="41895"/>
                  </a:lnTo>
                  <a:lnTo>
                    <a:pt x="277811" y="41693"/>
                  </a:lnTo>
                  <a:lnTo>
                    <a:pt x="277707" y="41492"/>
                  </a:lnTo>
                  <a:lnTo>
                    <a:pt x="277602" y="41291"/>
                  </a:lnTo>
                  <a:lnTo>
                    <a:pt x="277497" y="41090"/>
                  </a:lnTo>
                  <a:lnTo>
                    <a:pt x="277390" y="40890"/>
                  </a:lnTo>
                  <a:lnTo>
                    <a:pt x="277283" y="40690"/>
                  </a:lnTo>
                  <a:lnTo>
                    <a:pt x="277176" y="40490"/>
                  </a:lnTo>
                  <a:lnTo>
                    <a:pt x="277068" y="40291"/>
                  </a:lnTo>
                  <a:lnTo>
                    <a:pt x="276959" y="40092"/>
                  </a:lnTo>
                  <a:lnTo>
                    <a:pt x="276849" y="39894"/>
                  </a:lnTo>
                  <a:lnTo>
                    <a:pt x="276739" y="39696"/>
                  </a:lnTo>
                  <a:lnTo>
                    <a:pt x="276628" y="39498"/>
                  </a:lnTo>
                  <a:lnTo>
                    <a:pt x="276516" y="39301"/>
                  </a:lnTo>
                  <a:lnTo>
                    <a:pt x="276404" y="39104"/>
                  </a:lnTo>
                  <a:lnTo>
                    <a:pt x="276291" y="38907"/>
                  </a:lnTo>
                  <a:lnTo>
                    <a:pt x="276177" y="38711"/>
                  </a:lnTo>
                  <a:lnTo>
                    <a:pt x="276063" y="38515"/>
                  </a:lnTo>
                  <a:lnTo>
                    <a:pt x="275948" y="38319"/>
                  </a:lnTo>
                  <a:lnTo>
                    <a:pt x="275832" y="38124"/>
                  </a:lnTo>
                  <a:lnTo>
                    <a:pt x="275716" y="37930"/>
                  </a:lnTo>
                  <a:lnTo>
                    <a:pt x="275599" y="37735"/>
                  </a:lnTo>
                  <a:lnTo>
                    <a:pt x="275482" y="37542"/>
                  </a:lnTo>
                  <a:lnTo>
                    <a:pt x="275364" y="37348"/>
                  </a:lnTo>
                  <a:lnTo>
                    <a:pt x="275245" y="37155"/>
                  </a:lnTo>
                  <a:lnTo>
                    <a:pt x="275125" y="36962"/>
                  </a:lnTo>
                  <a:lnTo>
                    <a:pt x="275005" y="36770"/>
                  </a:lnTo>
                  <a:lnTo>
                    <a:pt x="274884" y="36578"/>
                  </a:lnTo>
                  <a:lnTo>
                    <a:pt x="274763" y="36387"/>
                  </a:lnTo>
                  <a:lnTo>
                    <a:pt x="274641" y="36196"/>
                  </a:lnTo>
                  <a:lnTo>
                    <a:pt x="274518" y="36005"/>
                  </a:lnTo>
                  <a:lnTo>
                    <a:pt x="274394" y="35815"/>
                  </a:lnTo>
                  <a:lnTo>
                    <a:pt x="274270" y="35625"/>
                  </a:lnTo>
                  <a:lnTo>
                    <a:pt x="274146" y="35436"/>
                  </a:lnTo>
                  <a:lnTo>
                    <a:pt x="274020" y="35247"/>
                  </a:lnTo>
                  <a:lnTo>
                    <a:pt x="273894" y="35059"/>
                  </a:lnTo>
                  <a:lnTo>
                    <a:pt x="273768" y="34871"/>
                  </a:lnTo>
                  <a:lnTo>
                    <a:pt x="273640" y="34683"/>
                  </a:lnTo>
                  <a:lnTo>
                    <a:pt x="273513" y="34496"/>
                  </a:lnTo>
                  <a:lnTo>
                    <a:pt x="273384" y="34309"/>
                  </a:lnTo>
                  <a:lnTo>
                    <a:pt x="273255" y="34123"/>
                  </a:lnTo>
                  <a:lnTo>
                    <a:pt x="273125" y="33937"/>
                  </a:lnTo>
                  <a:lnTo>
                    <a:pt x="272995" y="33751"/>
                  </a:lnTo>
                  <a:lnTo>
                    <a:pt x="272864" y="33567"/>
                  </a:lnTo>
                  <a:lnTo>
                    <a:pt x="272732" y="33382"/>
                  </a:lnTo>
                  <a:lnTo>
                    <a:pt x="272600" y="33198"/>
                  </a:lnTo>
                  <a:lnTo>
                    <a:pt x="272467" y="33014"/>
                  </a:lnTo>
                  <a:lnTo>
                    <a:pt x="272334" y="32831"/>
                  </a:lnTo>
                  <a:lnTo>
                    <a:pt x="272199" y="32648"/>
                  </a:lnTo>
                  <a:lnTo>
                    <a:pt x="272065" y="32466"/>
                  </a:lnTo>
                  <a:lnTo>
                    <a:pt x="271929" y="32284"/>
                  </a:lnTo>
                  <a:lnTo>
                    <a:pt x="271793" y="32103"/>
                  </a:lnTo>
                  <a:lnTo>
                    <a:pt x="271657" y="31922"/>
                  </a:lnTo>
                  <a:lnTo>
                    <a:pt x="271520" y="31742"/>
                  </a:lnTo>
                  <a:lnTo>
                    <a:pt x="271382" y="31562"/>
                  </a:lnTo>
                  <a:lnTo>
                    <a:pt x="271243" y="31382"/>
                  </a:lnTo>
                  <a:lnTo>
                    <a:pt x="271104" y="31203"/>
                  </a:lnTo>
                  <a:lnTo>
                    <a:pt x="270965" y="31025"/>
                  </a:lnTo>
                  <a:lnTo>
                    <a:pt x="270824" y="30847"/>
                  </a:lnTo>
                  <a:lnTo>
                    <a:pt x="270684" y="30669"/>
                  </a:lnTo>
                  <a:lnTo>
                    <a:pt x="270542" y="30492"/>
                  </a:lnTo>
                  <a:lnTo>
                    <a:pt x="270400" y="30315"/>
                  </a:lnTo>
                  <a:lnTo>
                    <a:pt x="270257" y="30139"/>
                  </a:lnTo>
                  <a:lnTo>
                    <a:pt x="270114" y="29964"/>
                  </a:lnTo>
                  <a:lnTo>
                    <a:pt x="269971" y="29788"/>
                  </a:lnTo>
                  <a:lnTo>
                    <a:pt x="269826" y="29614"/>
                  </a:lnTo>
                  <a:lnTo>
                    <a:pt x="269681" y="29440"/>
                  </a:lnTo>
                  <a:lnTo>
                    <a:pt x="269536" y="29266"/>
                  </a:lnTo>
                  <a:lnTo>
                    <a:pt x="269390" y="29093"/>
                  </a:lnTo>
                  <a:lnTo>
                    <a:pt x="269243" y="28920"/>
                  </a:lnTo>
                  <a:lnTo>
                    <a:pt x="269095" y="28748"/>
                  </a:lnTo>
                  <a:lnTo>
                    <a:pt x="268948" y="28576"/>
                  </a:lnTo>
                  <a:lnTo>
                    <a:pt x="268799" y="28405"/>
                  </a:lnTo>
                  <a:lnTo>
                    <a:pt x="268650" y="28234"/>
                  </a:lnTo>
                  <a:lnTo>
                    <a:pt x="268500" y="28064"/>
                  </a:lnTo>
                  <a:lnTo>
                    <a:pt x="268350" y="27894"/>
                  </a:lnTo>
                  <a:lnTo>
                    <a:pt x="268199" y="27725"/>
                  </a:lnTo>
                  <a:lnTo>
                    <a:pt x="268048" y="27557"/>
                  </a:lnTo>
                  <a:lnTo>
                    <a:pt x="267896" y="27389"/>
                  </a:lnTo>
                  <a:lnTo>
                    <a:pt x="267744" y="27222"/>
                  </a:lnTo>
                  <a:lnTo>
                    <a:pt x="267591" y="27055"/>
                  </a:lnTo>
                  <a:lnTo>
                    <a:pt x="267438" y="26888"/>
                  </a:lnTo>
                  <a:lnTo>
                    <a:pt x="267284" y="26723"/>
                  </a:lnTo>
                  <a:lnTo>
                    <a:pt x="267129" y="26557"/>
                  </a:lnTo>
                  <a:lnTo>
                    <a:pt x="266974" y="26393"/>
                  </a:lnTo>
                  <a:lnTo>
                    <a:pt x="266818" y="26228"/>
                  </a:lnTo>
                  <a:lnTo>
                    <a:pt x="266662" y="26065"/>
                  </a:lnTo>
                  <a:lnTo>
                    <a:pt x="266505" y="25901"/>
                  </a:lnTo>
                  <a:lnTo>
                    <a:pt x="266348" y="25739"/>
                  </a:lnTo>
                  <a:lnTo>
                    <a:pt x="266190" y="25577"/>
                  </a:lnTo>
                  <a:lnTo>
                    <a:pt x="266032" y="25415"/>
                  </a:lnTo>
                  <a:lnTo>
                    <a:pt x="265873" y="25254"/>
                  </a:lnTo>
                  <a:lnTo>
                    <a:pt x="265714" y="25094"/>
                  </a:lnTo>
                  <a:lnTo>
                    <a:pt x="265553" y="24934"/>
                  </a:lnTo>
                  <a:lnTo>
                    <a:pt x="265393" y="24774"/>
                  </a:lnTo>
                  <a:lnTo>
                    <a:pt x="265232" y="24616"/>
                  </a:lnTo>
                  <a:lnTo>
                    <a:pt x="265070" y="24457"/>
                  </a:lnTo>
                  <a:lnTo>
                    <a:pt x="264908" y="24300"/>
                  </a:lnTo>
                  <a:lnTo>
                    <a:pt x="264745" y="24142"/>
                  </a:lnTo>
                  <a:lnTo>
                    <a:pt x="264582" y="23986"/>
                  </a:lnTo>
                  <a:lnTo>
                    <a:pt x="264418" y="23830"/>
                  </a:lnTo>
                  <a:lnTo>
                    <a:pt x="264254" y="23674"/>
                  </a:lnTo>
                  <a:lnTo>
                    <a:pt x="264089" y="23519"/>
                  </a:lnTo>
                  <a:lnTo>
                    <a:pt x="263924" y="23365"/>
                  </a:lnTo>
                  <a:lnTo>
                    <a:pt x="263758" y="23211"/>
                  </a:lnTo>
                  <a:lnTo>
                    <a:pt x="263592" y="23058"/>
                  </a:lnTo>
                  <a:lnTo>
                    <a:pt x="263425" y="22905"/>
                  </a:lnTo>
                  <a:lnTo>
                    <a:pt x="263257" y="22753"/>
                  </a:lnTo>
                  <a:lnTo>
                    <a:pt x="263089" y="22601"/>
                  </a:lnTo>
                  <a:lnTo>
                    <a:pt x="262921" y="22450"/>
                  </a:lnTo>
                  <a:lnTo>
                    <a:pt x="262752" y="22300"/>
                  </a:lnTo>
                  <a:lnTo>
                    <a:pt x="262583" y="22150"/>
                  </a:lnTo>
                  <a:lnTo>
                    <a:pt x="262413" y="22001"/>
                  </a:lnTo>
                  <a:lnTo>
                    <a:pt x="262242" y="21852"/>
                  </a:lnTo>
                  <a:lnTo>
                    <a:pt x="262071" y="21704"/>
                  </a:lnTo>
                  <a:lnTo>
                    <a:pt x="261900" y="21556"/>
                  </a:lnTo>
                  <a:lnTo>
                    <a:pt x="261728" y="21409"/>
                  </a:lnTo>
                  <a:lnTo>
                    <a:pt x="261556" y="21263"/>
                  </a:lnTo>
                  <a:lnTo>
                    <a:pt x="261383" y="21117"/>
                  </a:lnTo>
                  <a:lnTo>
                    <a:pt x="261209" y="20972"/>
                  </a:lnTo>
                  <a:lnTo>
                    <a:pt x="261035" y="20827"/>
                  </a:lnTo>
                  <a:lnTo>
                    <a:pt x="260686" y="20540"/>
                  </a:lnTo>
                  <a:lnTo>
                    <a:pt x="260511" y="20397"/>
                  </a:lnTo>
                  <a:lnTo>
                    <a:pt x="260335" y="20255"/>
                  </a:lnTo>
                  <a:lnTo>
                    <a:pt x="260159" y="20113"/>
                  </a:lnTo>
                  <a:lnTo>
                    <a:pt x="259982" y="19972"/>
                  </a:lnTo>
                  <a:lnTo>
                    <a:pt x="259804" y="19832"/>
                  </a:lnTo>
                  <a:lnTo>
                    <a:pt x="259627" y="19692"/>
                  </a:lnTo>
                  <a:lnTo>
                    <a:pt x="259270" y="19414"/>
                  </a:lnTo>
                  <a:lnTo>
                    <a:pt x="259091" y="19276"/>
                  </a:lnTo>
                  <a:lnTo>
                    <a:pt x="258911" y="19139"/>
                  </a:lnTo>
                  <a:lnTo>
                    <a:pt x="257099" y="17780"/>
                  </a:lnTo>
                  <a:lnTo>
                    <a:pt x="251694" y="14470"/>
                  </a:lnTo>
                  <a:lnTo>
                    <a:pt x="246158" y="11349"/>
                  </a:lnTo>
                  <a:lnTo>
                    <a:pt x="244782" y="10574"/>
                  </a:lnTo>
                  <a:lnTo>
                    <a:pt x="244582" y="10490"/>
                  </a:lnTo>
                  <a:lnTo>
                    <a:pt x="239757" y="8469"/>
                  </a:lnTo>
                  <a:lnTo>
                    <a:pt x="238854" y="8103"/>
                  </a:lnTo>
                  <a:lnTo>
                    <a:pt x="237153" y="7442"/>
                  </a:lnTo>
                  <a:lnTo>
                    <a:pt x="234902" y="6636"/>
                  </a:lnTo>
                  <a:lnTo>
                    <a:pt x="232501" y="5838"/>
                  </a:lnTo>
                  <a:lnTo>
                    <a:pt x="225927" y="3891"/>
                  </a:lnTo>
                  <a:lnTo>
                    <a:pt x="225286" y="3701"/>
                  </a:lnTo>
                  <a:lnTo>
                    <a:pt x="225062" y="3626"/>
                  </a:lnTo>
                  <a:lnTo>
                    <a:pt x="224837" y="3552"/>
                  </a:lnTo>
                  <a:lnTo>
                    <a:pt x="224613" y="3478"/>
                  </a:lnTo>
                  <a:lnTo>
                    <a:pt x="224388" y="3405"/>
                  </a:lnTo>
                  <a:lnTo>
                    <a:pt x="224162" y="3333"/>
                  </a:lnTo>
                  <a:lnTo>
                    <a:pt x="223937" y="3261"/>
                  </a:lnTo>
                  <a:lnTo>
                    <a:pt x="223711" y="3190"/>
                  </a:lnTo>
                  <a:lnTo>
                    <a:pt x="223485" y="3120"/>
                  </a:lnTo>
                  <a:lnTo>
                    <a:pt x="223259" y="3051"/>
                  </a:lnTo>
                  <a:lnTo>
                    <a:pt x="223033" y="2983"/>
                  </a:lnTo>
                  <a:lnTo>
                    <a:pt x="222806" y="2915"/>
                  </a:lnTo>
                  <a:lnTo>
                    <a:pt x="222579" y="2848"/>
                  </a:lnTo>
                  <a:lnTo>
                    <a:pt x="222352" y="2782"/>
                  </a:lnTo>
                  <a:lnTo>
                    <a:pt x="222125" y="2716"/>
                  </a:lnTo>
                  <a:lnTo>
                    <a:pt x="221897" y="2652"/>
                  </a:lnTo>
                  <a:lnTo>
                    <a:pt x="221669" y="2588"/>
                  </a:lnTo>
                  <a:lnTo>
                    <a:pt x="221441" y="2525"/>
                  </a:lnTo>
                  <a:lnTo>
                    <a:pt x="221213" y="2462"/>
                  </a:lnTo>
                  <a:lnTo>
                    <a:pt x="220985" y="2401"/>
                  </a:lnTo>
                  <a:lnTo>
                    <a:pt x="220756" y="2340"/>
                  </a:lnTo>
                  <a:lnTo>
                    <a:pt x="220527" y="2280"/>
                  </a:lnTo>
                  <a:lnTo>
                    <a:pt x="220298" y="2221"/>
                  </a:lnTo>
                  <a:lnTo>
                    <a:pt x="220069" y="2162"/>
                  </a:lnTo>
                  <a:lnTo>
                    <a:pt x="219840" y="2104"/>
                  </a:lnTo>
                  <a:lnTo>
                    <a:pt x="219610" y="2047"/>
                  </a:lnTo>
                  <a:lnTo>
                    <a:pt x="219381" y="1991"/>
                  </a:lnTo>
                  <a:lnTo>
                    <a:pt x="219152" y="1936"/>
                  </a:lnTo>
                  <a:lnTo>
                    <a:pt x="218922" y="1882"/>
                  </a:lnTo>
                  <a:lnTo>
                    <a:pt x="218692" y="1828"/>
                  </a:lnTo>
                  <a:lnTo>
                    <a:pt x="218463" y="1775"/>
                  </a:lnTo>
                  <a:lnTo>
                    <a:pt x="218232" y="1723"/>
                  </a:lnTo>
                  <a:lnTo>
                    <a:pt x="218002" y="1671"/>
                  </a:lnTo>
                  <a:lnTo>
                    <a:pt x="217772" y="1620"/>
                  </a:lnTo>
                  <a:lnTo>
                    <a:pt x="217541" y="1571"/>
                  </a:lnTo>
                  <a:lnTo>
                    <a:pt x="217310" y="1521"/>
                  </a:lnTo>
                  <a:lnTo>
                    <a:pt x="217080" y="1473"/>
                  </a:lnTo>
                  <a:lnTo>
                    <a:pt x="216848" y="1425"/>
                  </a:lnTo>
                  <a:lnTo>
                    <a:pt x="216617" y="1379"/>
                  </a:lnTo>
                  <a:lnTo>
                    <a:pt x="216386" y="1333"/>
                  </a:lnTo>
                  <a:lnTo>
                    <a:pt x="216154" y="1287"/>
                  </a:lnTo>
                  <a:lnTo>
                    <a:pt x="215923" y="1243"/>
                  </a:lnTo>
                  <a:lnTo>
                    <a:pt x="215691" y="1199"/>
                  </a:lnTo>
                  <a:lnTo>
                    <a:pt x="215459" y="1156"/>
                  </a:lnTo>
                  <a:lnTo>
                    <a:pt x="215230" y="1115"/>
                  </a:lnTo>
                  <a:lnTo>
                    <a:pt x="215001" y="1074"/>
                  </a:lnTo>
                  <a:lnTo>
                    <a:pt x="214772" y="1034"/>
                  </a:lnTo>
                  <a:lnTo>
                    <a:pt x="214542" y="994"/>
                  </a:lnTo>
                  <a:lnTo>
                    <a:pt x="214313" y="956"/>
                  </a:lnTo>
                  <a:lnTo>
                    <a:pt x="214084" y="918"/>
                  </a:lnTo>
                  <a:lnTo>
                    <a:pt x="213854" y="881"/>
                  </a:lnTo>
                  <a:lnTo>
                    <a:pt x="213624" y="845"/>
                  </a:lnTo>
                  <a:lnTo>
                    <a:pt x="213394" y="809"/>
                  </a:lnTo>
                  <a:lnTo>
                    <a:pt x="213164" y="774"/>
                  </a:lnTo>
                  <a:lnTo>
                    <a:pt x="212934" y="740"/>
                  </a:lnTo>
                  <a:lnTo>
                    <a:pt x="212704" y="707"/>
                  </a:lnTo>
                  <a:lnTo>
                    <a:pt x="212473" y="675"/>
                  </a:lnTo>
                  <a:lnTo>
                    <a:pt x="212243" y="643"/>
                  </a:lnTo>
                  <a:lnTo>
                    <a:pt x="212013" y="612"/>
                  </a:lnTo>
                  <a:lnTo>
                    <a:pt x="211782" y="582"/>
                  </a:lnTo>
                  <a:lnTo>
                    <a:pt x="211551" y="552"/>
                  </a:lnTo>
                  <a:lnTo>
                    <a:pt x="211320" y="524"/>
                  </a:lnTo>
                  <a:lnTo>
                    <a:pt x="211089" y="496"/>
                  </a:lnTo>
                  <a:lnTo>
                    <a:pt x="210858" y="468"/>
                  </a:lnTo>
                  <a:lnTo>
                    <a:pt x="210627" y="442"/>
                  </a:lnTo>
                  <a:lnTo>
                    <a:pt x="210396" y="416"/>
                  </a:lnTo>
                  <a:lnTo>
                    <a:pt x="210165" y="391"/>
                  </a:lnTo>
                  <a:lnTo>
                    <a:pt x="209933" y="367"/>
                  </a:lnTo>
                  <a:lnTo>
                    <a:pt x="209702" y="344"/>
                  </a:lnTo>
                  <a:lnTo>
                    <a:pt x="209470" y="321"/>
                  </a:lnTo>
                  <a:lnTo>
                    <a:pt x="209239" y="300"/>
                  </a:lnTo>
                  <a:lnTo>
                    <a:pt x="209007" y="279"/>
                  </a:lnTo>
                  <a:lnTo>
                    <a:pt x="208775" y="258"/>
                  </a:lnTo>
                  <a:lnTo>
                    <a:pt x="208544" y="239"/>
                  </a:lnTo>
                  <a:lnTo>
                    <a:pt x="208312" y="220"/>
                  </a:lnTo>
                  <a:lnTo>
                    <a:pt x="208080" y="202"/>
                  </a:lnTo>
                  <a:lnTo>
                    <a:pt x="207848" y="185"/>
                  </a:lnTo>
                  <a:lnTo>
                    <a:pt x="207616" y="168"/>
                  </a:lnTo>
                  <a:lnTo>
                    <a:pt x="207384" y="153"/>
                  </a:lnTo>
                  <a:lnTo>
                    <a:pt x="207152" y="138"/>
                  </a:lnTo>
                  <a:lnTo>
                    <a:pt x="206920" y="123"/>
                  </a:lnTo>
                  <a:lnTo>
                    <a:pt x="206687" y="110"/>
                  </a:lnTo>
                  <a:lnTo>
                    <a:pt x="206455" y="97"/>
                  </a:lnTo>
                  <a:lnTo>
                    <a:pt x="206223" y="86"/>
                  </a:lnTo>
                  <a:lnTo>
                    <a:pt x="205990" y="74"/>
                  </a:lnTo>
                  <a:lnTo>
                    <a:pt x="205758" y="64"/>
                  </a:lnTo>
                  <a:lnTo>
                    <a:pt x="205526" y="55"/>
                  </a:lnTo>
                  <a:lnTo>
                    <a:pt x="205293" y="46"/>
                  </a:lnTo>
                  <a:lnTo>
                    <a:pt x="205061" y="38"/>
                  </a:lnTo>
                  <a:lnTo>
                    <a:pt x="204828" y="30"/>
                  </a:lnTo>
                  <a:lnTo>
                    <a:pt x="204596" y="24"/>
                  </a:lnTo>
                  <a:lnTo>
                    <a:pt x="204363" y="18"/>
                  </a:lnTo>
                  <a:lnTo>
                    <a:pt x="204131" y="13"/>
                  </a:lnTo>
                  <a:lnTo>
                    <a:pt x="203898" y="9"/>
                  </a:lnTo>
                  <a:lnTo>
                    <a:pt x="203666" y="6"/>
                  </a:lnTo>
                  <a:lnTo>
                    <a:pt x="203433" y="3"/>
                  </a:lnTo>
                  <a:lnTo>
                    <a:pt x="203200" y="1"/>
                  </a:lnTo>
                  <a:lnTo>
                    <a:pt x="202968" y="0"/>
                  </a:lnTo>
                  <a:lnTo>
                    <a:pt x="202735" y="0"/>
                  </a:lnTo>
                  <a:lnTo>
                    <a:pt x="202503" y="0"/>
                  </a:lnTo>
                  <a:lnTo>
                    <a:pt x="202270" y="1"/>
                  </a:lnTo>
                  <a:lnTo>
                    <a:pt x="202037" y="3"/>
                  </a:lnTo>
                  <a:lnTo>
                    <a:pt x="201805" y="6"/>
                  </a:lnTo>
                  <a:lnTo>
                    <a:pt x="201572" y="9"/>
                  </a:lnTo>
                  <a:lnTo>
                    <a:pt x="201340" y="13"/>
                  </a:lnTo>
                  <a:lnTo>
                    <a:pt x="201002" y="21"/>
                  </a:lnTo>
                  <a:lnTo>
                    <a:pt x="200875" y="24"/>
                  </a:lnTo>
                  <a:lnTo>
                    <a:pt x="200642" y="31"/>
                  </a:lnTo>
                  <a:lnTo>
                    <a:pt x="200410" y="38"/>
                  </a:lnTo>
                  <a:lnTo>
                    <a:pt x="200177" y="46"/>
                  </a:lnTo>
                  <a:lnTo>
                    <a:pt x="199945" y="55"/>
                  </a:lnTo>
                  <a:lnTo>
                    <a:pt x="199712" y="65"/>
                  </a:lnTo>
                  <a:lnTo>
                    <a:pt x="199480" y="75"/>
                  </a:lnTo>
                  <a:lnTo>
                    <a:pt x="199248" y="86"/>
                  </a:lnTo>
                  <a:lnTo>
                    <a:pt x="199015" y="98"/>
                  </a:lnTo>
                  <a:lnTo>
                    <a:pt x="198783" y="111"/>
                  </a:lnTo>
                  <a:lnTo>
                    <a:pt x="198551" y="124"/>
                  </a:lnTo>
                  <a:lnTo>
                    <a:pt x="198319" y="138"/>
                  </a:lnTo>
                  <a:lnTo>
                    <a:pt x="198086" y="153"/>
                  </a:lnTo>
                  <a:lnTo>
                    <a:pt x="197854" y="169"/>
                  </a:lnTo>
                  <a:lnTo>
                    <a:pt x="197622" y="186"/>
                  </a:lnTo>
                  <a:lnTo>
                    <a:pt x="197390" y="203"/>
                  </a:lnTo>
                  <a:lnTo>
                    <a:pt x="197158" y="221"/>
                  </a:lnTo>
                  <a:lnTo>
                    <a:pt x="196927" y="240"/>
                  </a:lnTo>
                  <a:lnTo>
                    <a:pt x="196695" y="259"/>
                  </a:lnTo>
                  <a:lnTo>
                    <a:pt x="196463" y="280"/>
                  </a:lnTo>
                  <a:lnTo>
                    <a:pt x="196232" y="301"/>
                  </a:lnTo>
                  <a:lnTo>
                    <a:pt x="196000" y="323"/>
                  </a:lnTo>
                  <a:lnTo>
                    <a:pt x="195768" y="345"/>
                  </a:lnTo>
                  <a:lnTo>
                    <a:pt x="195537" y="369"/>
                  </a:lnTo>
                  <a:lnTo>
                    <a:pt x="195306" y="393"/>
                  </a:lnTo>
                  <a:lnTo>
                    <a:pt x="195074" y="418"/>
                  </a:lnTo>
                  <a:lnTo>
                    <a:pt x="194843" y="443"/>
                  </a:lnTo>
                  <a:lnTo>
                    <a:pt x="194612" y="470"/>
                  </a:lnTo>
                  <a:lnTo>
                    <a:pt x="194381" y="497"/>
                  </a:lnTo>
                  <a:lnTo>
                    <a:pt x="194150" y="525"/>
                  </a:lnTo>
                  <a:lnTo>
                    <a:pt x="193919" y="554"/>
                  </a:lnTo>
                  <a:lnTo>
                    <a:pt x="193689" y="583"/>
                  </a:lnTo>
                  <a:lnTo>
                    <a:pt x="193458" y="613"/>
                  </a:lnTo>
                  <a:lnTo>
                    <a:pt x="193227" y="644"/>
                  </a:lnTo>
                  <a:lnTo>
                    <a:pt x="192997" y="676"/>
                  </a:lnTo>
                  <a:lnTo>
                    <a:pt x="192767" y="709"/>
                  </a:lnTo>
                  <a:lnTo>
                    <a:pt x="192536" y="742"/>
                  </a:lnTo>
                  <a:lnTo>
                    <a:pt x="192306" y="776"/>
                  </a:lnTo>
                  <a:lnTo>
                    <a:pt x="192076" y="811"/>
                  </a:lnTo>
                  <a:lnTo>
                    <a:pt x="191846" y="847"/>
                  </a:lnTo>
                  <a:lnTo>
                    <a:pt x="191617" y="883"/>
                  </a:lnTo>
                  <a:lnTo>
                    <a:pt x="191387" y="920"/>
                  </a:lnTo>
                  <a:lnTo>
                    <a:pt x="191157" y="958"/>
                  </a:lnTo>
                  <a:lnTo>
                    <a:pt x="190928" y="996"/>
                  </a:lnTo>
                  <a:lnTo>
                    <a:pt x="190699" y="1036"/>
                  </a:lnTo>
                  <a:lnTo>
                    <a:pt x="190470" y="1076"/>
                  </a:lnTo>
                  <a:lnTo>
                    <a:pt x="190241" y="1117"/>
                  </a:lnTo>
                  <a:lnTo>
                    <a:pt x="190012" y="1158"/>
                  </a:lnTo>
                  <a:lnTo>
                    <a:pt x="189783" y="1201"/>
                  </a:lnTo>
                  <a:lnTo>
                    <a:pt x="189554" y="1244"/>
                  </a:lnTo>
                  <a:lnTo>
                    <a:pt x="189326" y="1288"/>
                  </a:lnTo>
                  <a:lnTo>
                    <a:pt x="189098" y="1332"/>
                  </a:lnTo>
                  <a:lnTo>
                    <a:pt x="188642" y="1424"/>
                  </a:lnTo>
                  <a:lnTo>
                    <a:pt x="188414" y="1471"/>
                  </a:lnTo>
                  <a:lnTo>
                    <a:pt x="188186" y="1519"/>
                  </a:lnTo>
                  <a:lnTo>
                    <a:pt x="187958" y="1567"/>
                  </a:lnTo>
                  <a:lnTo>
                    <a:pt x="187731" y="1616"/>
                  </a:lnTo>
                  <a:lnTo>
                    <a:pt x="187504" y="1666"/>
                  </a:lnTo>
                  <a:lnTo>
                    <a:pt x="187277" y="1717"/>
                  </a:lnTo>
                  <a:lnTo>
                    <a:pt x="187050" y="1768"/>
                  </a:lnTo>
                  <a:lnTo>
                    <a:pt x="186823" y="1820"/>
                  </a:lnTo>
                  <a:lnTo>
                    <a:pt x="186597" y="1873"/>
                  </a:lnTo>
                  <a:lnTo>
                    <a:pt x="186370" y="1927"/>
                  </a:lnTo>
                  <a:lnTo>
                    <a:pt x="186144" y="1981"/>
                  </a:lnTo>
                  <a:lnTo>
                    <a:pt x="185918" y="2036"/>
                  </a:lnTo>
                  <a:lnTo>
                    <a:pt x="185692" y="2092"/>
                  </a:lnTo>
                  <a:lnTo>
                    <a:pt x="185467" y="2149"/>
                  </a:lnTo>
                  <a:lnTo>
                    <a:pt x="185241" y="2206"/>
                  </a:lnTo>
                  <a:lnTo>
                    <a:pt x="185022" y="2263"/>
                  </a:lnTo>
                  <a:lnTo>
                    <a:pt x="184802" y="2320"/>
                  </a:lnTo>
                  <a:lnTo>
                    <a:pt x="184583" y="2378"/>
                  </a:lnTo>
                  <a:lnTo>
                    <a:pt x="184364" y="2437"/>
                  </a:lnTo>
                  <a:lnTo>
                    <a:pt x="184146" y="2496"/>
                  </a:lnTo>
                  <a:lnTo>
                    <a:pt x="183927" y="2556"/>
                  </a:lnTo>
                  <a:lnTo>
                    <a:pt x="183709" y="2617"/>
                  </a:lnTo>
                  <a:lnTo>
                    <a:pt x="183491" y="2679"/>
                  </a:lnTo>
                  <a:lnTo>
                    <a:pt x="183273" y="2741"/>
                  </a:lnTo>
                  <a:lnTo>
                    <a:pt x="183055" y="2804"/>
                  </a:lnTo>
                  <a:lnTo>
                    <a:pt x="182837" y="2868"/>
                  </a:lnTo>
                  <a:lnTo>
                    <a:pt x="182620" y="2932"/>
                  </a:lnTo>
                  <a:lnTo>
                    <a:pt x="182403" y="2997"/>
                  </a:lnTo>
                  <a:lnTo>
                    <a:pt x="182186" y="3063"/>
                  </a:lnTo>
                  <a:lnTo>
                    <a:pt x="181969" y="3129"/>
                  </a:lnTo>
                  <a:lnTo>
                    <a:pt x="181753" y="3196"/>
                  </a:lnTo>
                  <a:lnTo>
                    <a:pt x="181536" y="3264"/>
                  </a:lnTo>
                  <a:lnTo>
                    <a:pt x="181320" y="3333"/>
                  </a:lnTo>
                  <a:lnTo>
                    <a:pt x="181105" y="3402"/>
                  </a:lnTo>
                  <a:lnTo>
                    <a:pt x="180883" y="3474"/>
                  </a:lnTo>
                  <a:lnTo>
                    <a:pt x="180661" y="3546"/>
                  </a:lnTo>
                  <a:lnTo>
                    <a:pt x="180440" y="3620"/>
                  </a:lnTo>
                  <a:lnTo>
                    <a:pt x="180219" y="3694"/>
                  </a:lnTo>
                  <a:lnTo>
                    <a:pt x="179998" y="3769"/>
                  </a:lnTo>
                  <a:lnTo>
                    <a:pt x="179777" y="3844"/>
                  </a:lnTo>
                  <a:lnTo>
                    <a:pt x="179557" y="3921"/>
                  </a:lnTo>
                  <a:lnTo>
                    <a:pt x="179337" y="3998"/>
                  </a:lnTo>
                  <a:lnTo>
                    <a:pt x="179117" y="4076"/>
                  </a:lnTo>
                  <a:lnTo>
                    <a:pt x="178897" y="4154"/>
                  </a:lnTo>
                  <a:lnTo>
                    <a:pt x="178678" y="4233"/>
                  </a:lnTo>
                  <a:lnTo>
                    <a:pt x="178459" y="4313"/>
                  </a:lnTo>
                  <a:lnTo>
                    <a:pt x="178240" y="4394"/>
                  </a:lnTo>
                  <a:lnTo>
                    <a:pt x="178021" y="4475"/>
                  </a:lnTo>
                  <a:lnTo>
                    <a:pt x="177803" y="4557"/>
                  </a:lnTo>
                  <a:lnTo>
                    <a:pt x="177585" y="4640"/>
                  </a:lnTo>
                  <a:lnTo>
                    <a:pt x="177367" y="4724"/>
                  </a:lnTo>
                  <a:lnTo>
                    <a:pt x="177150" y="4808"/>
                  </a:lnTo>
                  <a:lnTo>
                    <a:pt x="176932" y="4893"/>
                  </a:lnTo>
                  <a:lnTo>
                    <a:pt x="176716" y="4979"/>
                  </a:lnTo>
                  <a:lnTo>
                    <a:pt x="176499" y="5065"/>
                  </a:lnTo>
                  <a:lnTo>
                    <a:pt x="176283" y="5152"/>
                  </a:lnTo>
                  <a:lnTo>
                    <a:pt x="176066" y="5240"/>
                  </a:lnTo>
                  <a:lnTo>
                    <a:pt x="175851" y="5329"/>
                  </a:lnTo>
                  <a:lnTo>
                    <a:pt x="175635" y="5418"/>
                  </a:lnTo>
                  <a:lnTo>
                    <a:pt x="175420" y="5508"/>
                  </a:lnTo>
                  <a:lnTo>
                    <a:pt x="175205" y="5599"/>
                  </a:lnTo>
                  <a:lnTo>
                    <a:pt x="174991" y="5690"/>
                  </a:lnTo>
                  <a:lnTo>
                    <a:pt x="174776" y="5783"/>
                  </a:lnTo>
                  <a:lnTo>
                    <a:pt x="174562" y="5875"/>
                  </a:lnTo>
                  <a:lnTo>
                    <a:pt x="174349" y="5969"/>
                  </a:lnTo>
                  <a:lnTo>
                    <a:pt x="174135" y="6063"/>
                  </a:lnTo>
                  <a:lnTo>
                    <a:pt x="173922" y="6158"/>
                  </a:lnTo>
                  <a:lnTo>
                    <a:pt x="173709" y="6254"/>
                  </a:lnTo>
                  <a:lnTo>
                    <a:pt x="173497" y="6350"/>
                  </a:lnTo>
                  <a:lnTo>
                    <a:pt x="173285" y="6447"/>
                  </a:lnTo>
                  <a:lnTo>
                    <a:pt x="173073" y="6545"/>
                  </a:lnTo>
                  <a:lnTo>
                    <a:pt x="172862" y="6644"/>
                  </a:lnTo>
                  <a:lnTo>
                    <a:pt x="172651" y="6743"/>
                  </a:lnTo>
                  <a:lnTo>
                    <a:pt x="172440" y="6843"/>
                  </a:lnTo>
                  <a:lnTo>
                    <a:pt x="172229" y="6943"/>
                  </a:lnTo>
                  <a:lnTo>
                    <a:pt x="172019" y="7044"/>
                  </a:lnTo>
                  <a:lnTo>
                    <a:pt x="171809" y="7146"/>
                  </a:lnTo>
                  <a:lnTo>
                    <a:pt x="171600" y="7249"/>
                  </a:lnTo>
                  <a:lnTo>
                    <a:pt x="171391" y="7352"/>
                  </a:lnTo>
                  <a:lnTo>
                    <a:pt x="171182" y="7456"/>
                  </a:lnTo>
                  <a:lnTo>
                    <a:pt x="170973" y="7561"/>
                  </a:lnTo>
                  <a:lnTo>
                    <a:pt x="170765" y="7667"/>
                  </a:lnTo>
                  <a:lnTo>
                    <a:pt x="170557" y="7773"/>
                  </a:lnTo>
                  <a:lnTo>
                    <a:pt x="170350" y="7880"/>
                  </a:lnTo>
                  <a:lnTo>
                    <a:pt x="170143" y="7987"/>
                  </a:lnTo>
                  <a:lnTo>
                    <a:pt x="169936" y="8095"/>
                  </a:lnTo>
                  <a:lnTo>
                    <a:pt x="169730" y="8204"/>
                  </a:lnTo>
                  <a:lnTo>
                    <a:pt x="169524" y="8314"/>
                  </a:lnTo>
                  <a:lnTo>
                    <a:pt x="169318" y="8424"/>
                  </a:lnTo>
                  <a:lnTo>
                    <a:pt x="169113" y="8535"/>
                  </a:lnTo>
                  <a:lnTo>
                    <a:pt x="168908" y="8646"/>
                  </a:lnTo>
                  <a:lnTo>
                    <a:pt x="168704" y="8758"/>
                  </a:lnTo>
                  <a:lnTo>
                    <a:pt x="168499" y="8871"/>
                  </a:lnTo>
                  <a:lnTo>
                    <a:pt x="168296" y="8985"/>
                  </a:lnTo>
                  <a:lnTo>
                    <a:pt x="168092" y="9099"/>
                  </a:lnTo>
                  <a:lnTo>
                    <a:pt x="167889" y="9214"/>
                  </a:lnTo>
                  <a:lnTo>
                    <a:pt x="167686" y="9330"/>
                  </a:lnTo>
                  <a:lnTo>
                    <a:pt x="167484" y="9446"/>
                  </a:lnTo>
                  <a:lnTo>
                    <a:pt x="167282" y="9563"/>
                  </a:lnTo>
                  <a:lnTo>
                    <a:pt x="167081" y="9681"/>
                  </a:lnTo>
                  <a:lnTo>
                    <a:pt x="166880" y="9799"/>
                  </a:lnTo>
                  <a:lnTo>
                    <a:pt x="166679" y="9918"/>
                  </a:lnTo>
                  <a:lnTo>
                    <a:pt x="166478" y="10038"/>
                  </a:lnTo>
                  <a:lnTo>
                    <a:pt x="166279" y="10158"/>
                  </a:lnTo>
                  <a:lnTo>
                    <a:pt x="166079" y="10279"/>
                  </a:lnTo>
                  <a:lnTo>
                    <a:pt x="165880" y="10400"/>
                  </a:lnTo>
                  <a:lnTo>
                    <a:pt x="165681" y="10523"/>
                  </a:lnTo>
                  <a:lnTo>
                    <a:pt x="165483" y="10645"/>
                  </a:lnTo>
                  <a:lnTo>
                    <a:pt x="162540" y="13937"/>
                  </a:lnTo>
                  <a:lnTo>
                    <a:pt x="161981" y="15199"/>
                  </a:lnTo>
                  <a:lnTo>
                    <a:pt x="152906" y="20375"/>
                  </a:lnTo>
                  <a:lnTo>
                    <a:pt x="141968" y="29155"/>
                  </a:lnTo>
                  <a:lnTo>
                    <a:pt x="139486" y="38259"/>
                  </a:lnTo>
                  <a:lnTo>
                    <a:pt x="139494" y="38823"/>
                  </a:lnTo>
                  <a:lnTo>
                    <a:pt x="138655" y="44868"/>
                  </a:lnTo>
                  <a:lnTo>
                    <a:pt x="138861" y="44893"/>
                  </a:lnTo>
                  <a:lnTo>
                    <a:pt x="138700" y="46136"/>
                  </a:lnTo>
                  <a:lnTo>
                    <a:pt x="135813" y="68444"/>
                  </a:lnTo>
                  <a:lnTo>
                    <a:pt x="135078" y="73778"/>
                  </a:lnTo>
                  <a:lnTo>
                    <a:pt x="135011" y="74158"/>
                  </a:lnTo>
                  <a:lnTo>
                    <a:pt x="134456" y="78498"/>
                  </a:lnTo>
                  <a:lnTo>
                    <a:pt x="134371" y="79469"/>
                  </a:lnTo>
                  <a:lnTo>
                    <a:pt x="134180" y="80689"/>
                  </a:lnTo>
                  <a:lnTo>
                    <a:pt x="133962" y="81924"/>
                  </a:lnTo>
                  <a:lnTo>
                    <a:pt x="133817" y="82614"/>
                  </a:lnTo>
                  <a:lnTo>
                    <a:pt x="133398" y="84331"/>
                  </a:lnTo>
                  <a:lnTo>
                    <a:pt x="132959" y="85855"/>
                  </a:lnTo>
                  <a:lnTo>
                    <a:pt x="132737" y="86522"/>
                  </a:lnTo>
                  <a:lnTo>
                    <a:pt x="132409" y="87464"/>
                  </a:lnTo>
                  <a:lnTo>
                    <a:pt x="131930" y="88751"/>
                  </a:lnTo>
                  <a:lnTo>
                    <a:pt x="131674" y="89399"/>
                  </a:lnTo>
                  <a:lnTo>
                    <a:pt x="130987" y="90943"/>
                  </a:lnTo>
                  <a:lnTo>
                    <a:pt x="130254" y="92432"/>
                  </a:lnTo>
                  <a:lnTo>
                    <a:pt x="125890" y="101175"/>
                  </a:lnTo>
                  <a:lnTo>
                    <a:pt x="125800" y="101357"/>
                  </a:lnTo>
                  <a:lnTo>
                    <a:pt x="124241" y="104601"/>
                  </a:lnTo>
                  <a:lnTo>
                    <a:pt x="124151" y="104776"/>
                  </a:lnTo>
                  <a:lnTo>
                    <a:pt x="115656" y="122281"/>
                  </a:lnTo>
                  <a:lnTo>
                    <a:pt x="115281" y="123054"/>
                  </a:lnTo>
                  <a:lnTo>
                    <a:pt x="108691" y="136795"/>
                  </a:lnTo>
                  <a:lnTo>
                    <a:pt x="108511" y="136954"/>
                  </a:lnTo>
                  <a:lnTo>
                    <a:pt x="106252" y="141884"/>
                  </a:lnTo>
                  <a:lnTo>
                    <a:pt x="106071" y="142036"/>
                  </a:lnTo>
                  <a:lnTo>
                    <a:pt x="105974" y="142218"/>
                  </a:lnTo>
                  <a:lnTo>
                    <a:pt x="102537" y="149317"/>
                  </a:lnTo>
                  <a:lnTo>
                    <a:pt x="101741" y="150967"/>
                  </a:lnTo>
                  <a:lnTo>
                    <a:pt x="98644" y="157460"/>
                  </a:lnTo>
                  <a:lnTo>
                    <a:pt x="97599" y="159607"/>
                  </a:lnTo>
                  <a:lnTo>
                    <a:pt x="96597" y="161679"/>
                  </a:lnTo>
                  <a:lnTo>
                    <a:pt x="96534" y="161809"/>
                  </a:lnTo>
                  <a:lnTo>
                    <a:pt x="96236" y="162359"/>
                  </a:lnTo>
                  <a:lnTo>
                    <a:pt x="86253" y="182871"/>
                  </a:lnTo>
                  <a:lnTo>
                    <a:pt x="86145" y="183093"/>
                  </a:lnTo>
                  <a:lnTo>
                    <a:pt x="86036" y="183314"/>
                  </a:lnTo>
                  <a:lnTo>
                    <a:pt x="85927" y="183535"/>
                  </a:lnTo>
                  <a:lnTo>
                    <a:pt x="85816" y="183755"/>
                  </a:lnTo>
                  <a:lnTo>
                    <a:pt x="85706" y="183975"/>
                  </a:lnTo>
                  <a:lnTo>
                    <a:pt x="85594" y="184195"/>
                  </a:lnTo>
                  <a:lnTo>
                    <a:pt x="85482" y="184415"/>
                  </a:lnTo>
                  <a:lnTo>
                    <a:pt x="85369" y="184634"/>
                  </a:lnTo>
                  <a:lnTo>
                    <a:pt x="85255" y="184852"/>
                  </a:lnTo>
                  <a:lnTo>
                    <a:pt x="85141" y="185071"/>
                  </a:lnTo>
                  <a:lnTo>
                    <a:pt x="85026" y="185289"/>
                  </a:lnTo>
                  <a:lnTo>
                    <a:pt x="84911" y="185506"/>
                  </a:lnTo>
                  <a:lnTo>
                    <a:pt x="84795" y="185724"/>
                  </a:lnTo>
                  <a:lnTo>
                    <a:pt x="84678" y="185941"/>
                  </a:lnTo>
                  <a:lnTo>
                    <a:pt x="84560" y="186157"/>
                  </a:lnTo>
                  <a:lnTo>
                    <a:pt x="84442" y="186373"/>
                  </a:lnTo>
                  <a:lnTo>
                    <a:pt x="84323" y="186589"/>
                  </a:lnTo>
                  <a:lnTo>
                    <a:pt x="84204" y="186805"/>
                  </a:lnTo>
                  <a:lnTo>
                    <a:pt x="84084" y="187020"/>
                  </a:lnTo>
                  <a:lnTo>
                    <a:pt x="83963" y="187235"/>
                  </a:lnTo>
                  <a:lnTo>
                    <a:pt x="83841" y="187449"/>
                  </a:lnTo>
                  <a:lnTo>
                    <a:pt x="83719" y="187663"/>
                  </a:lnTo>
                  <a:lnTo>
                    <a:pt x="83596" y="187877"/>
                  </a:lnTo>
                  <a:lnTo>
                    <a:pt x="83473" y="188090"/>
                  </a:lnTo>
                  <a:lnTo>
                    <a:pt x="83349" y="188303"/>
                  </a:lnTo>
                  <a:lnTo>
                    <a:pt x="83224" y="188515"/>
                  </a:lnTo>
                  <a:lnTo>
                    <a:pt x="83099" y="188727"/>
                  </a:lnTo>
                  <a:lnTo>
                    <a:pt x="82973" y="188939"/>
                  </a:lnTo>
                  <a:lnTo>
                    <a:pt x="82846" y="189151"/>
                  </a:lnTo>
                  <a:lnTo>
                    <a:pt x="82719" y="189361"/>
                  </a:lnTo>
                  <a:lnTo>
                    <a:pt x="82591" y="189572"/>
                  </a:lnTo>
                  <a:lnTo>
                    <a:pt x="82462" y="189782"/>
                  </a:lnTo>
                  <a:lnTo>
                    <a:pt x="82333" y="189992"/>
                  </a:lnTo>
                  <a:lnTo>
                    <a:pt x="82203" y="190201"/>
                  </a:lnTo>
                  <a:lnTo>
                    <a:pt x="82073" y="190410"/>
                  </a:lnTo>
                  <a:lnTo>
                    <a:pt x="81941" y="190619"/>
                  </a:lnTo>
                  <a:lnTo>
                    <a:pt x="81810" y="190827"/>
                  </a:lnTo>
                  <a:lnTo>
                    <a:pt x="81677" y="191035"/>
                  </a:lnTo>
                  <a:lnTo>
                    <a:pt x="81544" y="191242"/>
                  </a:lnTo>
                  <a:lnTo>
                    <a:pt x="81410" y="191449"/>
                  </a:lnTo>
                  <a:lnTo>
                    <a:pt x="81276" y="191656"/>
                  </a:lnTo>
                  <a:lnTo>
                    <a:pt x="81141" y="191862"/>
                  </a:lnTo>
                  <a:lnTo>
                    <a:pt x="81006" y="192068"/>
                  </a:lnTo>
                  <a:lnTo>
                    <a:pt x="80870" y="192273"/>
                  </a:lnTo>
                  <a:lnTo>
                    <a:pt x="80733" y="192478"/>
                  </a:lnTo>
                  <a:lnTo>
                    <a:pt x="80595" y="192682"/>
                  </a:lnTo>
                  <a:lnTo>
                    <a:pt x="80457" y="192886"/>
                  </a:lnTo>
                  <a:lnTo>
                    <a:pt x="80318" y="193090"/>
                  </a:lnTo>
                  <a:lnTo>
                    <a:pt x="80179" y="193293"/>
                  </a:lnTo>
                  <a:lnTo>
                    <a:pt x="80039" y="193496"/>
                  </a:lnTo>
                  <a:lnTo>
                    <a:pt x="79899" y="193698"/>
                  </a:lnTo>
                  <a:lnTo>
                    <a:pt x="79758" y="193900"/>
                  </a:lnTo>
                  <a:lnTo>
                    <a:pt x="79616" y="194101"/>
                  </a:lnTo>
                  <a:lnTo>
                    <a:pt x="79473" y="194302"/>
                  </a:lnTo>
                  <a:lnTo>
                    <a:pt x="79330" y="194503"/>
                  </a:lnTo>
                  <a:lnTo>
                    <a:pt x="79187" y="194703"/>
                  </a:lnTo>
                  <a:lnTo>
                    <a:pt x="79043" y="194903"/>
                  </a:lnTo>
                  <a:lnTo>
                    <a:pt x="78898" y="195102"/>
                  </a:lnTo>
                  <a:lnTo>
                    <a:pt x="78752" y="195301"/>
                  </a:lnTo>
                  <a:lnTo>
                    <a:pt x="78606" y="195499"/>
                  </a:lnTo>
                  <a:lnTo>
                    <a:pt x="78459" y="195697"/>
                  </a:lnTo>
                  <a:lnTo>
                    <a:pt x="78312" y="195894"/>
                  </a:lnTo>
                  <a:lnTo>
                    <a:pt x="78164" y="196091"/>
                  </a:lnTo>
                  <a:lnTo>
                    <a:pt x="78016" y="196288"/>
                  </a:lnTo>
                  <a:lnTo>
                    <a:pt x="77867" y="196484"/>
                  </a:lnTo>
                  <a:lnTo>
                    <a:pt x="77717" y="196680"/>
                  </a:lnTo>
                  <a:lnTo>
                    <a:pt x="77545" y="196904"/>
                  </a:lnTo>
                  <a:lnTo>
                    <a:pt x="77372" y="197127"/>
                  </a:lnTo>
                  <a:lnTo>
                    <a:pt x="77194" y="197354"/>
                  </a:lnTo>
                  <a:lnTo>
                    <a:pt x="77015" y="197581"/>
                  </a:lnTo>
                  <a:lnTo>
                    <a:pt x="60073" y="218873"/>
                  </a:lnTo>
                  <a:lnTo>
                    <a:pt x="57027" y="222587"/>
                  </a:lnTo>
                  <a:lnTo>
                    <a:pt x="56125" y="223668"/>
                  </a:lnTo>
                  <a:lnTo>
                    <a:pt x="55119" y="224949"/>
                  </a:lnTo>
                  <a:lnTo>
                    <a:pt x="53347" y="227858"/>
                  </a:lnTo>
                  <a:lnTo>
                    <a:pt x="51372" y="231270"/>
                  </a:lnTo>
                  <a:lnTo>
                    <a:pt x="50356" y="233027"/>
                  </a:lnTo>
                  <a:lnTo>
                    <a:pt x="26583" y="267799"/>
                  </a:lnTo>
                  <a:lnTo>
                    <a:pt x="22649" y="273554"/>
                  </a:lnTo>
                  <a:lnTo>
                    <a:pt x="22159" y="273738"/>
                  </a:lnTo>
                  <a:lnTo>
                    <a:pt x="2274" y="281263"/>
                  </a:lnTo>
                  <a:lnTo>
                    <a:pt x="2470" y="281796"/>
                  </a:lnTo>
                  <a:lnTo>
                    <a:pt x="3679" y="285063"/>
                  </a:lnTo>
                  <a:lnTo>
                    <a:pt x="4311" y="286768"/>
                  </a:lnTo>
                  <a:lnTo>
                    <a:pt x="5618" y="290306"/>
                  </a:lnTo>
                  <a:lnTo>
                    <a:pt x="874" y="314193"/>
                  </a:lnTo>
                  <a:lnTo>
                    <a:pt x="781" y="314665"/>
                  </a:lnTo>
                  <a:lnTo>
                    <a:pt x="748" y="314818"/>
                  </a:lnTo>
                  <a:lnTo>
                    <a:pt x="716" y="314972"/>
                  </a:lnTo>
                  <a:lnTo>
                    <a:pt x="684" y="315125"/>
                  </a:lnTo>
                  <a:lnTo>
                    <a:pt x="653" y="315279"/>
                  </a:lnTo>
                  <a:lnTo>
                    <a:pt x="624" y="315432"/>
                  </a:lnTo>
                  <a:lnTo>
                    <a:pt x="594" y="315586"/>
                  </a:lnTo>
                  <a:lnTo>
                    <a:pt x="566" y="315740"/>
                  </a:lnTo>
                  <a:lnTo>
                    <a:pt x="538" y="315895"/>
                  </a:lnTo>
                  <a:lnTo>
                    <a:pt x="485" y="316203"/>
                  </a:lnTo>
                  <a:lnTo>
                    <a:pt x="460" y="316358"/>
                  </a:lnTo>
                  <a:lnTo>
                    <a:pt x="435" y="316513"/>
                  </a:lnTo>
                  <a:lnTo>
                    <a:pt x="412" y="316668"/>
                  </a:lnTo>
                  <a:lnTo>
                    <a:pt x="388" y="316823"/>
                  </a:lnTo>
                  <a:lnTo>
                    <a:pt x="366" y="316978"/>
                  </a:lnTo>
                  <a:lnTo>
                    <a:pt x="304" y="317443"/>
                  </a:lnTo>
                  <a:lnTo>
                    <a:pt x="284" y="317599"/>
                  </a:lnTo>
                  <a:lnTo>
                    <a:pt x="266" y="317755"/>
                  </a:lnTo>
                  <a:lnTo>
                    <a:pt x="248" y="317910"/>
                  </a:lnTo>
                  <a:lnTo>
                    <a:pt x="231" y="318066"/>
                  </a:lnTo>
                  <a:lnTo>
                    <a:pt x="215" y="318222"/>
                  </a:lnTo>
                  <a:lnTo>
                    <a:pt x="200" y="318378"/>
                  </a:lnTo>
                  <a:lnTo>
                    <a:pt x="185" y="318534"/>
                  </a:lnTo>
                  <a:lnTo>
                    <a:pt x="171" y="318690"/>
                  </a:lnTo>
                  <a:lnTo>
                    <a:pt x="158" y="318846"/>
                  </a:lnTo>
                  <a:lnTo>
                    <a:pt x="146" y="319002"/>
                  </a:lnTo>
                  <a:lnTo>
                    <a:pt x="134" y="319158"/>
                  </a:lnTo>
                  <a:lnTo>
                    <a:pt x="123" y="319315"/>
                  </a:lnTo>
                  <a:lnTo>
                    <a:pt x="113" y="319471"/>
                  </a:lnTo>
                  <a:lnTo>
                    <a:pt x="104" y="319627"/>
                  </a:lnTo>
                  <a:lnTo>
                    <a:pt x="95" y="319784"/>
                  </a:lnTo>
                  <a:lnTo>
                    <a:pt x="88" y="319940"/>
                  </a:lnTo>
                  <a:lnTo>
                    <a:pt x="81" y="320097"/>
                  </a:lnTo>
                  <a:lnTo>
                    <a:pt x="70" y="320251"/>
                  </a:lnTo>
                  <a:lnTo>
                    <a:pt x="60" y="320405"/>
                  </a:lnTo>
                  <a:lnTo>
                    <a:pt x="50" y="320559"/>
                  </a:lnTo>
                  <a:lnTo>
                    <a:pt x="42" y="320713"/>
                  </a:lnTo>
                  <a:lnTo>
                    <a:pt x="34" y="320867"/>
                  </a:lnTo>
                  <a:lnTo>
                    <a:pt x="27" y="321021"/>
                  </a:lnTo>
                  <a:lnTo>
                    <a:pt x="20" y="321175"/>
                  </a:lnTo>
                  <a:lnTo>
                    <a:pt x="15" y="321329"/>
                  </a:lnTo>
                  <a:lnTo>
                    <a:pt x="10" y="321484"/>
                  </a:lnTo>
                  <a:lnTo>
                    <a:pt x="6" y="321638"/>
                  </a:lnTo>
                  <a:lnTo>
                    <a:pt x="2" y="321792"/>
                  </a:lnTo>
                  <a:lnTo>
                    <a:pt x="0" y="321946"/>
                  </a:lnTo>
                  <a:lnTo>
                    <a:pt x="1608" y="329591"/>
                  </a:lnTo>
                  <a:lnTo>
                    <a:pt x="3222" y="333603"/>
                  </a:lnTo>
                  <a:lnTo>
                    <a:pt x="7852" y="345118"/>
                  </a:lnTo>
                  <a:lnTo>
                    <a:pt x="26572" y="390586"/>
                  </a:lnTo>
                  <a:lnTo>
                    <a:pt x="26655" y="390793"/>
                  </a:lnTo>
                  <a:lnTo>
                    <a:pt x="26739" y="390999"/>
                  </a:lnTo>
                  <a:lnTo>
                    <a:pt x="26824" y="391205"/>
                  </a:lnTo>
                  <a:lnTo>
                    <a:pt x="26910" y="391411"/>
                  </a:lnTo>
                  <a:lnTo>
                    <a:pt x="26996" y="391616"/>
                  </a:lnTo>
                  <a:lnTo>
                    <a:pt x="27084" y="391822"/>
                  </a:lnTo>
                  <a:lnTo>
                    <a:pt x="27171" y="392026"/>
                  </a:lnTo>
                  <a:lnTo>
                    <a:pt x="27260" y="392231"/>
                  </a:lnTo>
                  <a:lnTo>
                    <a:pt x="27439" y="392639"/>
                  </a:lnTo>
                  <a:lnTo>
                    <a:pt x="27535" y="392853"/>
                  </a:lnTo>
                  <a:lnTo>
                    <a:pt x="27621" y="393046"/>
                  </a:lnTo>
                  <a:lnTo>
                    <a:pt x="27738" y="393302"/>
                  </a:lnTo>
                  <a:lnTo>
                    <a:pt x="27806" y="393451"/>
                  </a:lnTo>
                  <a:lnTo>
                    <a:pt x="27900" y="393653"/>
                  </a:lnTo>
                  <a:lnTo>
                    <a:pt x="27994" y="393855"/>
                  </a:lnTo>
                  <a:lnTo>
                    <a:pt x="28089" y="394057"/>
                  </a:lnTo>
                  <a:lnTo>
                    <a:pt x="28185" y="394258"/>
                  </a:lnTo>
                  <a:lnTo>
                    <a:pt x="28281" y="394459"/>
                  </a:lnTo>
                  <a:lnTo>
                    <a:pt x="28378" y="394659"/>
                  </a:lnTo>
                  <a:lnTo>
                    <a:pt x="28476" y="394860"/>
                  </a:lnTo>
                  <a:lnTo>
                    <a:pt x="28574" y="395060"/>
                  </a:lnTo>
                  <a:lnTo>
                    <a:pt x="28673" y="395259"/>
                  </a:lnTo>
                  <a:lnTo>
                    <a:pt x="28773" y="395458"/>
                  </a:lnTo>
                  <a:lnTo>
                    <a:pt x="28874" y="395657"/>
                  </a:lnTo>
                  <a:lnTo>
                    <a:pt x="29001" y="395906"/>
                  </a:lnTo>
                  <a:lnTo>
                    <a:pt x="29077" y="396054"/>
                  </a:lnTo>
                  <a:lnTo>
                    <a:pt x="29180" y="396251"/>
                  </a:lnTo>
                  <a:lnTo>
                    <a:pt x="29283" y="396449"/>
                  </a:lnTo>
                  <a:lnTo>
                    <a:pt x="29387" y="396646"/>
                  </a:lnTo>
                  <a:lnTo>
                    <a:pt x="29492" y="396842"/>
                  </a:lnTo>
                  <a:lnTo>
                    <a:pt x="29597" y="397039"/>
                  </a:lnTo>
                  <a:lnTo>
                    <a:pt x="29720" y="397265"/>
                  </a:lnTo>
                  <a:lnTo>
                    <a:pt x="29810" y="397430"/>
                  </a:lnTo>
                  <a:lnTo>
                    <a:pt x="30026" y="397820"/>
                  </a:lnTo>
                  <a:lnTo>
                    <a:pt x="30134" y="398014"/>
                  </a:lnTo>
                  <a:lnTo>
                    <a:pt x="30244" y="398208"/>
                  </a:lnTo>
                  <a:lnTo>
                    <a:pt x="30354" y="398402"/>
                  </a:lnTo>
                  <a:lnTo>
                    <a:pt x="30465" y="398595"/>
                  </a:lnTo>
                  <a:lnTo>
                    <a:pt x="30576" y="398788"/>
                  </a:lnTo>
                  <a:lnTo>
                    <a:pt x="30689" y="398980"/>
                  </a:lnTo>
                  <a:lnTo>
                    <a:pt x="36860" y="409814"/>
                  </a:lnTo>
                  <a:lnTo>
                    <a:pt x="47657" y="428768"/>
                  </a:lnTo>
                  <a:lnTo>
                    <a:pt x="47761" y="428951"/>
                  </a:lnTo>
                  <a:lnTo>
                    <a:pt x="47865" y="429135"/>
                  </a:lnTo>
                  <a:lnTo>
                    <a:pt x="47968" y="429320"/>
                  </a:lnTo>
                  <a:lnTo>
                    <a:pt x="48070" y="429505"/>
                  </a:lnTo>
                  <a:lnTo>
                    <a:pt x="48172" y="429690"/>
                  </a:lnTo>
                  <a:lnTo>
                    <a:pt x="48296" y="429919"/>
                  </a:lnTo>
                  <a:lnTo>
                    <a:pt x="48373" y="430061"/>
                  </a:lnTo>
                  <a:lnTo>
                    <a:pt x="48504" y="430306"/>
                  </a:lnTo>
                  <a:lnTo>
                    <a:pt x="48572" y="430434"/>
                  </a:lnTo>
                  <a:lnTo>
                    <a:pt x="48670" y="430621"/>
                  </a:lnTo>
                  <a:lnTo>
                    <a:pt x="48768" y="430809"/>
                  </a:lnTo>
                  <a:lnTo>
                    <a:pt x="48865" y="430996"/>
                  </a:lnTo>
                  <a:lnTo>
                    <a:pt x="48961" y="431184"/>
                  </a:lnTo>
                  <a:lnTo>
                    <a:pt x="49056" y="431373"/>
                  </a:lnTo>
                  <a:lnTo>
                    <a:pt x="49151" y="431562"/>
                  </a:lnTo>
                  <a:lnTo>
                    <a:pt x="49265" y="431791"/>
                  </a:lnTo>
                  <a:lnTo>
                    <a:pt x="49339" y="431940"/>
                  </a:lnTo>
                  <a:lnTo>
                    <a:pt x="49432" y="432130"/>
                  </a:lnTo>
                  <a:lnTo>
                    <a:pt x="49524" y="432320"/>
                  </a:lnTo>
                  <a:lnTo>
                    <a:pt x="49706" y="432701"/>
                  </a:lnTo>
                  <a:lnTo>
                    <a:pt x="49796" y="432893"/>
                  </a:lnTo>
                  <a:lnTo>
                    <a:pt x="49885" y="433084"/>
                  </a:lnTo>
                  <a:lnTo>
                    <a:pt x="49974" y="433276"/>
                  </a:lnTo>
                  <a:lnTo>
                    <a:pt x="50062" y="433468"/>
                  </a:lnTo>
                  <a:lnTo>
                    <a:pt x="50149" y="433661"/>
                  </a:lnTo>
                  <a:lnTo>
                    <a:pt x="50236" y="433853"/>
                  </a:lnTo>
                  <a:lnTo>
                    <a:pt x="57278" y="449723"/>
                  </a:lnTo>
                  <a:lnTo>
                    <a:pt x="57383" y="449958"/>
                  </a:lnTo>
                  <a:lnTo>
                    <a:pt x="57488" y="450192"/>
                  </a:lnTo>
                  <a:lnTo>
                    <a:pt x="57592" y="450427"/>
                  </a:lnTo>
                  <a:lnTo>
                    <a:pt x="57716" y="450710"/>
                  </a:lnTo>
                  <a:lnTo>
                    <a:pt x="57798" y="450898"/>
                  </a:lnTo>
                  <a:lnTo>
                    <a:pt x="57900" y="451133"/>
                  </a:lnTo>
                  <a:lnTo>
                    <a:pt x="58001" y="451369"/>
                  </a:lnTo>
                  <a:lnTo>
                    <a:pt x="58101" y="451606"/>
                  </a:lnTo>
                  <a:lnTo>
                    <a:pt x="58201" y="451842"/>
                  </a:lnTo>
                  <a:lnTo>
                    <a:pt x="58399" y="452317"/>
                  </a:lnTo>
                  <a:lnTo>
                    <a:pt x="58497" y="452554"/>
                  </a:lnTo>
                  <a:lnTo>
                    <a:pt x="58594" y="452792"/>
                  </a:lnTo>
                  <a:lnTo>
                    <a:pt x="58690" y="453030"/>
                  </a:lnTo>
                  <a:lnTo>
                    <a:pt x="58786" y="453268"/>
                  </a:lnTo>
                  <a:lnTo>
                    <a:pt x="58881" y="453507"/>
                  </a:lnTo>
                  <a:lnTo>
                    <a:pt x="58975" y="453745"/>
                  </a:lnTo>
                  <a:lnTo>
                    <a:pt x="59069" y="453985"/>
                  </a:lnTo>
                  <a:lnTo>
                    <a:pt x="59162" y="454224"/>
                  </a:lnTo>
                  <a:lnTo>
                    <a:pt x="59255" y="454464"/>
                  </a:lnTo>
                  <a:lnTo>
                    <a:pt x="59346" y="454703"/>
                  </a:lnTo>
                  <a:lnTo>
                    <a:pt x="78419" y="505439"/>
                  </a:lnTo>
                  <a:lnTo>
                    <a:pt x="80698" y="511503"/>
                  </a:lnTo>
                  <a:lnTo>
                    <a:pt x="86156" y="525342"/>
                  </a:lnTo>
                  <a:lnTo>
                    <a:pt x="84130" y="532928"/>
                  </a:lnTo>
                  <a:lnTo>
                    <a:pt x="84902" y="532637"/>
                  </a:lnTo>
                  <a:lnTo>
                    <a:pt x="85280" y="533967"/>
                  </a:lnTo>
                  <a:lnTo>
                    <a:pt x="85479" y="534667"/>
                  </a:lnTo>
                  <a:lnTo>
                    <a:pt x="85610" y="535127"/>
                  </a:lnTo>
                  <a:lnTo>
                    <a:pt x="86685" y="538910"/>
                  </a:lnTo>
                  <a:lnTo>
                    <a:pt x="86890" y="539630"/>
                  </a:lnTo>
                  <a:lnTo>
                    <a:pt x="89922" y="550295"/>
                  </a:lnTo>
                  <a:lnTo>
                    <a:pt x="90114" y="550911"/>
                  </a:lnTo>
                  <a:lnTo>
                    <a:pt x="90337" y="551589"/>
                  </a:lnTo>
                  <a:lnTo>
                    <a:pt x="90570" y="552262"/>
                  </a:lnTo>
                  <a:lnTo>
                    <a:pt x="90815" y="552932"/>
                  </a:lnTo>
                  <a:lnTo>
                    <a:pt x="90954" y="553298"/>
                  </a:lnTo>
                  <a:lnTo>
                    <a:pt x="91070" y="553598"/>
                  </a:lnTo>
                  <a:lnTo>
                    <a:pt x="91336" y="554259"/>
                  </a:lnTo>
                  <a:lnTo>
                    <a:pt x="91613" y="554916"/>
                  </a:lnTo>
                  <a:lnTo>
                    <a:pt x="91901" y="555568"/>
                  </a:lnTo>
                  <a:lnTo>
                    <a:pt x="92200" y="556218"/>
                  </a:lnTo>
                  <a:lnTo>
                    <a:pt x="92278" y="556382"/>
                  </a:lnTo>
                  <a:lnTo>
                    <a:pt x="92508" y="556858"/>
                  </a:lnTo>
                  <a:lnTo>
                    <a:pt x="92758" y="557359"/>
                  </a:lnTo>
                  <a:lnTo>
                    <a:pt x="92827" y="557495"/>
                  </a:lnTo>
                  <a:lnTo>
                    <a:pt x="93157" y="558127"/>
                  </a:lnTo>
                  <a:lnTo>
                    <a:pt x="93262" y="558323"/>
                  </a:lnTo>
                  <a:lnTo>
                    <a:pt x="93348" y="558483"/>
                  </a:lnTo>
                  <a:lnTo>
                    <a:pt x="93496" y="558754"/>
                  </a:lnTo>
                  <a:lnTo>
                    <a:pt x="93846" y="559375"/>
                  </a:lnTo>
                  <a:lnTo>
                    <a:pt x="94206" y="559990"/>
                  </a:lnTo>
                  <a:lnTo>
                    <a:pt x="94576" y="560599"/>
                  </a:lnTo>
                  <a:lnTo>
                    <a:pt x="94673" y="560754"/>
                  </a:lnTo>
                  <a:lnTo>
                    <a:pt x="94956" y="561202"/>
                  </a:lnTo>
                  <a:lnTo>
                    <a:pt x="95346" y="561798"/>
                  </a:lnTo>
                  <a:lnTo>
                    <a:pt x="95745" y="562388"/>
                  </a:lnTo>
                  <a:lnTo>
                    <a:pt x="96027" y="562793"/>
                  </a:lnTo>
                  <a:lnTo>
                    <a:pt x="98194" y="565746"/>
                  </a:lnTo>
                  <a:lnTo>
                    <a:pt x="102547" y="571680"/>
                  </a:lnTo>
                  <a:lnTo>
                    <a:pt x="103318" y="572607"/>
                  </a:lnTo>
                  <a:lnTo>
                    <a:pt x="103810" y="573185"/>
                  </a:lnTo>
                  <a:lnTo>
                    <a:pt x="104140" y="573565"/>
                  </a:lnTo>
                  <a:lnTo>
                    <a:pt x="104977" y="574509"/>
                  </a:lnTo>
                  <a:lnTo>
                    <a:pt x="105111" y="574657"/>
                  </a:lnTo>
                  <a:lnTo>
                    <a:pt x="105836" y="575446"/>
                  </a:lnTo>
                  <a:lnTo>
                    <a:pt x="106704" y="576362"/>
                  </a:lnTo>
                  <a:lnTo>
                    <a:pt x="107587" y="577263"/>
                  </a:lnTo>
                  <a:lnTo>
                    <a:pt x="108189" y="577862"/>
                  </a:lnTo>
                  <a:lnTo>
                    <a:pt x="115840" y="588243"/>
                  </a:lnTo>
                  <a:lnTo>
                    <a:pt x="116219" y="588724"/>
                  </a:lnTo>
                  <a:lnTo>
                    <a:pt x="116357" y="588890"/>
                  </a:lnTo>
                  <a:lnTo>
                    <a:pt x="116614" y="589191"/>
                  </a:lnTo>
                  <a:lnTo>
                    <a:pt x="116932" y="589546"/>
                  </a:lnTo>
                  <a:lnTo>
                    <a:pt x="118492" y="591276"/>
                  </a:lnTo>
                  <a:lnTo>
                    <a:pt x="118770" y="591584"/>
                  </a:lnTo>
                  <a:lnTo>
                    <a:pt x="118923" y="591758"/>
                  </a:lnTo>
                  <a:lnTo>
                    <a:pt x="119134" y="592002"/>
                  </a:lnTo>
                  <a:lnTo>
                    <a:pt x="119459" y="592393"/>
                  </a:lnTo>
                  <a:lnTo>
                    <a:pt x="119748" y="592753"/>
                  </a:lnTo>
                  <a:lnTo>
                    <a:pt x="128000" y="603972"/>
                  </a:lnTo>
                  <a:lnTo>
                    <a:pt x="128161" y="604187"/>
                  </a:lnTo>
                  <a:lnTo>
                    <a:pt x="128286" y="604359"/>
                  </a:lnTo>
                  <a:lnTo>
                    <a:pt x="128558" y="604755"/>
                  </a:lnTo>
                  <a:lnTo>
                    <a:pt x="128818" y="605160"/>
                  </a:lnTo>
                  <a:lnTo>
                    <a:pt x="129065" y="605574"/>
                  </a:lnTo>
                  <a:lnTo>
                    <a:pt x="129298" y="605995"/>
                  </a:lnTo>
                  <a:lnTo>
                    <a:pt x="129517" y="606424"/>
                  </a:lnTo>
                  <a:lnTo>
                    <a:pt x="129722" y="606859"/>
                  </a:lnTo>
                  <a:lnTo>
                    <a:pt x="129833" y="607111"/>
                  </a:lnTo>
                  <a:lnTo>
                    <a:pt x="134534" y="618459"/>
                  </a:lnTo>
                  <a:lnTo>
                    <a:pt x="135455" y="620583"/>
                  </a:lnTo>
                  <a:lnTo>
                    <a:pt x="139118" y="629030"/>
                  </a:lnTo>
                  <a:lnTo>
                    <a:pt x="148068" y="643401"/>
                  </a:lnTo>
                  <a:lnTo>
                    <a:pt x="154032" y="650540"/>
                  </a:lnTo>
                  <a:lnTo>
                    <a:pt x="175365" y="676082"/>
                  </a:lnTo>
                  <a:lnTo>
                    <a:pt x="189298" y="692889"/>
                  </a:lnTo>
                  <a:lnTo>
                    <a:pt x="192479" y="696715"/>
                  </a:lnTo>
                  <a:lnTo>
                    <a:pt x="213284" y="721741"/>
                  </a:lnTo>
                  <a:lnTo>
                    <a:pt x="229957" y="740743"/>
                  </a:lnTo>
                  <a:lnTo>
                    <a:pt x="249197" y="761153"/>
                  </a:lnTo>
                  <a:lnTo>
                    <a:pt x="260851" y="773515"/>
                  </a:lnTo>
                  <a:lnTo>
                    <a:pt x="280272" y="791872"/>
                  </a:lnTo>
                  <a:lnTo>
                    <a:pt x="280811" y="792381"/>
                  </a:lnTo>
                  <a:lnTo>
                    <a:pt x="287558" y="798759"/>
                  </a:lnTo>
                  <a:lnTo>
                    <a:pt x="288578" y="799823"/>
                  </a:lnTo>
                  <a:lnTo>
                    <a:pt x="288890" y="800366"/>
                  </a:lnTo>
                  <a:lnTo>
                    <a:pt x="288953" y="800533"/>
                  </a:lnTo>
                  <a:lnTo>
                    <a:pt x="291662" y="800399"/>
                  </a:lnTo>
                  <a:lnTo>
                    <a:pt x="291827" y="800392"/>
                  </a:lnTo>
                  <a:lnTo>
                    <a:pt x="291853" y="801141"/>
                  </a:lnTo>
                  <a:lnTo>
                    <a:pt x="291981" y="801136"/>
                  </a:lnTo>
                  <a:lnTo>
                    <a:pt x="292109" y="801132"/>
                  </a:lnTo>
                  <a:lnTo>
                    <a:pt x="292237" y="801128"/>
                  </a:lnTo>
                  <a:lnTo>
                    <a:pt x="292492" y="801123"/>
                  </a:lnTo>
                  <a:lnTo>
                    <a:pt x="292620" y="801122"/>
                  </a:lnTo>
                  <a:lnTo>
                    <a:pt x="292875" y="801122"/>
                  </a:lnTo>
                  <a:lnTo>
                    <a:pt x="293003" y="801123"/>
                  </a:lnTo>
                  <a:lnTo>
                    <a:pt x="293259" y="801127"/>
                  </a:lnTo>
                  <a:lnTo>
                    <a:pt x="293387" y="801131"/>
                  </a:lnTo>
                  <a:lnTo>
                    <a:pt x="293514" y="801135"/>
                  </a:lnTo>
                  <a:lnTo>
                    <a:pt x="293642" y="801140"/>
                  </a:lnTo>
                  <a:lnTo>
                    <a:pt x="293897" y="801153"/>
                  </a:lnTo>
                  <a:lnTo>
                    <a:pt x="294025" y="801160"/>
                  </a:lnTo>
                  <a:lnTo>
                    <a:pt x="294153" y="801168"/>
                  </a:lnTo>
                  <a:lnTo>
                    <a:pt x="294280" y="801177"/>
                  </a:lnTo>
                  <a:lnTo>
                    <a:pt x="294408" y="801187"/>
                  </a:lnTo>
                  <a:lnTo>
                    <a:pt x="294535" y="801197"/>
                  </a:lnTo>
                  <a:lnTo>
                    <a:pt x="294917" y="801233"/>
                  </a:lnTo>
                  <a:lnTo>
                    <a:pt x="295044" y="801247"/>
                  </a:lnTo>
                  <a:lnTo>
                    <a:pt x="296057" y="801384"/>
                  </a:lnTo>
                  <a:lnTo>
                    <a:pt x="310464" y="803557"/>
                  </a:lnTo>
                  <a:lnTo>
                    <a:pt x="311871" y="803771"/>
                  </a:lnTo>
                  <a:lnTo>
                    <a:pt x="313493" y="792407"/>
                  </a:lnTo>
                  <a:lnTo>
                    <a:pt x="319056" y="753440"/>
                  </a:lnTo>
                  <a:lnTo>
                    <a:pt x="320123" y="745963"/>
                  </a:lnTo>
                  <a:lnTo>
                    <a:pt x="321391" y="737084"/>
                  </a:lnTo>
                  <a:lnTo>
                    <a:pt x="339535" y="721816"/>
                  </a:lnTo>
                  <a:lnTo>
                    <a:pt x="356712" y="708186"/>
                  </a:lnTo>
                  <a:lnTo>
                    <a:pt x="358013" y="706233"/>
                  </a:lnTo>
                  <a:lnTo>
                    <a:pt x="359871" y="703446"/>
                  </a:lnTo>
                  <a:lnTo>
                    <a:pt x="364268" y="696846"/>
                  </a:lnTo>
                  <a:lnTo>
                    <a:pt x="364797" y="696053"/>
                  </a:lnTo>
                  <a:lnTo>
                    <a:pt x="366883" y="692922"/>
                  </a:lnTo>
                  <a:lnTo>
                    <a:pt x="367003" y="692740"/>
                  </a:lnTo>
                  <a:lnTo>
                    <a:pt x="367813" y="691526"/>
                  </a:lnTo>
                  <a:lnTo>
                    <a:pt x="368117" y="691068"/>
                  </a:lnTo>
                  <a:lnTo>
                    <a:pt x="368973" y="689783"/>
                  </a:lnTo>
                  <a:lnTo>
                    <a:pt x="371217" y="686415"/>
                  </a:lnTo>
                  <a:lnTo>
                    <a:pt x="372734" y="684137"/>
                  </a:lnTo>
                  <a:lnTo>
                    <a:pt x="372859" y="683949"/>
                  </a:lnTo>
                  <a:lnTo>
                    <a:pt x="376305" y="683996"/>
                  </a:lnTo>
                  <a:lnTo>
                    <a:pt x="377663" y="681535"/>
                  </a:lnTo>
                  <a:lnTo>
                    <a:pt x="385440" y="667086"/>
                  </a:lnTo>
                  <a:lnTo>
                    <a:pt x="388798" y="669766"/>
                  </a:lnTo>
                  <a:lnTo>
                    <a:pt x="391706" y="672078"/>
                  </a:lnTo>
                  <a:lnTo>
                    <a:pt x="401955" y="658296"/>
                  </a:lnTo>
                  <a:lnTo>
                    <a:pt x="402226" y="657891"/>
                  </a:lnTo>
                  <a:lnTo>
                    <a:pt x="401021" y="656666"/>
                  </a:lnTo>
                  <a:lnTo>
                    <a:pt x="395730" y="651285"/>
                  </a:lnTo>
                  <a:lnTo>
                    <a:pt x="398211" y="648306"/>
                  </a:lnTo>
                  <a:lnTo>
                    <a:pt x="406110" y="638561"/>
                  </a:lnTo>
                  <a:lnTo>
                    <a:pt x="407651" y="636676"/>
                  </a:lnTo>
                  <a:lnTo>
                    <a:pt x="409603" y="634670"/>
                  </a:lnTo>
                  <a:lnTo>
                    <a:pt x="410326" y="633936"/>
                  </a:lnTo>
                  <a:lnTo>
                    <a:pt x="411089" y="633157"/>
                  </a:lnTo>
                  <a:lnTo>
                    <a:pt x="412166" y="632056"/>
                  </a:lnTo>
                  <a:lnTo>
                    <a:pt x="410955" y="631158"/>
                  </a:lnTo>
                  <a:lnTo>
                    <a:pt x="410032" y="629706"/>
                  </a:lnTo>
                  <a:lnTo>
                    <a:pt x="393436" y="603570"/>
                  </a:lnTo>
                  <a:lnTo>
                    <a:pt x="394134" y="603029"/>
                  </a:lnTo>
                  <a:lnTo>
                    <a:pt x="396042" y="601547"/>
                  </a:lnTo>
                  <a:lnTo>
                    <a:pt x="396399" y="601272"/>
                  </a:lnTo>
                  <a:lnTo>
                    <a:pt x="396709" y="601033"/>
                  </a:lnTo>
                  <a:lnTo>
                    <a:pt x="397239" y="600623"/>
                  </a:lnTo>
                  <a:lnTo>
                    <a:pt x="397609" y="600336"/>
                  </a:lnTo>
                  <a:lnTo>
                    <a:pt x="398396" y="599725"/>
                  </a:lnTo>
                  <a:lnTo>
                    <a:pt x="399016" y="599246"/>
                  </a:lnTo>
                  <a:lnTo>
                    <a:pt x="400020" y="598467"/>
                  </a:lnTo>
                  <a:lnTo>
                    <a:pt x="406632" y="593344"/>
                  </a:lnTo>
                  <a:lnTo>
                    <a:pt x="410972" y="590203"/>
                  </a:lnTo>
                  <a:lnTo>
                    <a:pt x="414968" y="587237"/>
                  </a:lnTo>
                  <a:lnTo>
                    <a:pt x="416489" y="586108"/>
                  </a:lnTo>
                  <a:lnTo>
                    <a:pt x="417922" y="585056"/>
                  </a:lnTo>
                  <a:lnTo>
                    <a:pt x="418801" y="584408"/>
                  </a:lnTo>
                  <a:lnTo>
                    <a:pt x="424049" y="591296"/>
                  </a:lnTo>
                  <a:lnTo>
                    <a:pt x="425748" y="593529"/>
                  </a:lnTo>
                  <a:lnTo>
                    <a:pt x="430970" y="600381"/>
                  </a:lnTo>
                  <a:lnTo>
                    <a:pt x="431970" y="601692"/>
                  </a:lnTo>
                  <a:lnTo>
                    <a:pt x="432720" y="602675"/>
                  </a:lnTo>
                  <a:lnTo>
                    <a:pt x="433154" y="603243"/>
                  </a:lnTo>
                  <a:lnTo>
                    <a:pt x="438105" y="601171"/>
                  </a:lnTo>
                  <a:lnTo>
                    <a:pt x="438250" y="601034"/>
                  </a:lnTo>
                  <a:lnTo>
                    <a:pt x="438395" y="600897"/>
                  </a:lnTo>
                  <a:lnTo>
                    <a:pt x="438541" y="600761"/>
                  </a:lnTo>
                  <a:lnTo>
                    <a:pt x="438687" y="600625"/>
                  </a:lnTo>
                  <a:lnTo>
                    <a:pt x="438834" y="600490"/>
                  </a:lnTo>
                  <a:lnTo>
                    <a:pt x="438981" y="600355"/>
                  </a:lnTo>
                  <a:lnTo>
                    <a:pt x="439129" y="600221"/>
                  </a:lnTo>
                  <a:lnTo>
                    <a:pt x="439277" y="600087"/>
                  </a:lnTo>
                  <a:lnTo>
                    <a:pt x="439426" y="599954"/>
                  </a:lnTo>
                  <a:lnTo>
                    <a:pt x="439575" y="599822"/>
                  </a:lnTo>
                  <a:lnTo>
                    <a:pt x="439724" y="599690"/>
                  </a:lnTo>
                  <a:lnTo>
                    <a:pt x="439875" y="599559"/>
                  </a:lnTo>
                  <a:lnTo>
                    <a:pt x="440025" y="599428"/>
                  </a:lnTo>
                  <a:lnTo>
                    <a:pt x="440176" y="599298"/>
                  </a:lnTo>
                  <a:lnTo>
                    <a:pt x="440328" y="599168"/>
                  </a:lnTo>
                  <a:lnTo>
                    <a:pt x="442097" y="597724"/>
                  </a:lnTo>
                  <a:lnTo>
                    <a:pt x="442594" y="597940"/>
                  </a:lnTo>
                  <a:lnTo>
                    <a:pt x="443798" y="598462"/>
                  </a:lnTo>
                  <a:lnTo>
                    <a:pt x="444733" y="598868"/>
                  </a:lnTo>
                  <a:lnTo>
                    <a:pt x="445491" y="599195"/>
                  </a:lnTo>
                  <a:lnTo>
                    <a:pt x="445816" y="599337"/>
                  </a:lnTo>
                  <a:lnTo>
                    <a:pt x="448574" y="600531"/>
                  </a:lnTo>
                  <a:lnTo>
                    <a:pt x="450394" y="601320"/>
                  </a:lnTo>
                  <a:lnTo>
                    <a:pt x="463623" y="607051"/>
                  </a:lnTo>
                  <a:lnTo>
                    <a:pt x="473982" y="611539"/>
                  </a:lnTo>
                  <a:lnTo>
                    <a:pt x="486738" y="617221"/>
                  </a:lnTo>
                  <a:lnTo>
                    <a:pt x="487730" y="617663"/>
                  </a:lnTo>
                  <a:lnTo>
                    <a:pt x="488524" y="618016"/>
                  </a:lnTo>
                  <a:lnTo>
                    <a:pt x="489484" y="618443"/>
                  </a:lnTo>
                  <a:lnTo>
                    <a:pt x="489545" y="618306"/>
                  </a:lnTo>
                  <a:lnTo>
                    <a:pt x="494738" y="620594"/>
                  </a:lnTo>
                  <a:lnTo>
                    <a:pt x="508358" y="626601"/>
                  </a:lnTo>
                  <a:lnTo>
                    <a:pt x="513751" y="629012"/>
                  </a:lnTo>
                  <a:lnTo>
                    <a:pt x="527038" y="634816"/>
                  </a:lnTo>
                  <a:lnTo>
                    <a:pt x="531014" y="636553"/>
                  </a:lnTo>
                  <a:lnTo>
                    <a:pt x="533617" y="637691"/>
                  </a:lnTo>
                  <a:lnTo>
                    <a:pt x="535296" y="638423"/>
                  </a:lnTo>
                  <a:lnTo>
                    <a:pt x="536032" y="637257"/>
                  </a:lnTo>
                  <a:lnTo>
                    <a:pt x="539036" y="632507"/>
                  </a:lnTo>
                  <a:lnTo>
                    <a:pt x="539997" y="630986"/>
                  </a:lnTo>
                  <a:lnTo>
                    <a:pt x="541985" y="627933"/>
                  </a:lnTo>
                  <a:lnTo>
                    <a:pt x="545717" y="622202"/>
                  </a:lnTo>
                  <a:lnTo>
                    <a:pt x="559058" y="601426"/>
                  </a:lnTo>
                  <a:lnTo>
                    <a:pt x="564376" y="593145"/>
                  </a:lnTo>
                  <a:lnTo>
                    <a:pt x="564902" y="592295"/>
                  </a:lnTo>
                  <a:lnTo>
                    <a:pt x="565204" y="591805"/>
                  </a:lnTo>
                  <a:lnTo>
                    <a:pt x="565356" y="591557"/>
                  </a:lnTo>
                  <a:lnTo>
                    <a:pt x="565509" y="591312"/>
                  </a:lnTo>
                  <a:lnTo>
                    <a:pt x="566463" y="589782"/>
                  </a:lnTo>
                  <a:lnTo>
                    <a:pt x="566635" y="589509"/>
                  </a:lnTo>
                  <a:lnTo>
                    <a:pt x="569257" y="590551"/>
                  </a:lnTo>
                  <a:lnTo>
                    <a:pt x="569765" y="590753"/>
                  </a:lnTo>
                  <a:lnTo>
                    <a:pt x="570579" y="591075"/>
                  </a:lnTo>
                  <a:lnTo>
                    <a:pt x="575629" y="593000"/>
                  </a:lnTo>
                  <a:lnTo>
                    <a:pt x="577408" y="593350"/>
                  </a:lnTo>
                  <a:lnTo>
                    <a:pt x="577626" y="593454"/>
                  </a:lnTo>
                  <a:lnTo>
                    <a:pt x="577845" y="593558"/>
                  </a:lnTo>
                  <a:lnTo>
                    <a:pt x="578063" y="593664"/>
                  </a:lnTo>
                  <a:lnTo>
                    <a:pt x="578280" y="593770"/>
                  </a:lnTo>
                  <a:lnTo>
                    <a:pt x="578498" y="593877"/>
                  </a:lnTo>
                  <a:lnTo>
                    <a:pt x="578715" y="593985"/>
                  </a:lnTo>
                  <a:lnTo>
                    <a:pt x="578931" y="594093"/>
                  </a:lnTo>
                  <a:lnTo>
                    <a:pt x="579148" y="594202"/>
                  </a:lnTo>
                  <a:lnTo>
                    <a:pt x="579364" y="594311"/>
                  </a:lnTo>
                  <a:lnTo>
                    <a:pt x="579580" y="594422"/>
                  </a:lnTo>
                  <a:lnTo>
                    <a:pt x="579795" y="594533"/>
                  </a:lnTo>
                  <a:lnTo>
                    <a:pt x="580010" y="594644"/>
                  </a:lnTo>
                  <a:lnTo>
                    <a:pt x="580224" y="594757"/>
                  </a:lnTo>
                  <a:lnTo>
                    <a:pt x="580439" y="594870"/>
                  </a:lnTo>
                  <a:lnTo>
                    <a:pt x="580652" y="594984"/>
                  </a:lnTo>
                  <a:lnTo>
                    <a:pt x="580866" y="595098"/>
                  </a:lnTo>
                  <a:lnTo>
                    <a:pt x="581079" y="595213"/>
                  </a:lnTo>
                  <a:lnTo>
                    <a:pt x="581292" y="595329"/>
                  </a:lnTo>
                  <a:lnTo>
                    <a:pt x="581504" y="595445"/>
                  </a:lnTo>
                  <a:lnTo>
                    <a:pt x="581716" y="595562"/>
                  </a:lnTo>
                  <a:lnTo>
                    <a:pt x="581913" y="595672"/>
                  </a:lnTo>
                  <a:lnTo>
                    <a:pt x="582110" y="595782"/>
                  </a:lnTo>
                  <a:lnTo>
                    <a:pt x="582306" y="595893"/>
                  </a:lnTo>
                  <a:lnTo>
                    <a:pt x="582501" y="596005"/>
                  </a:lnTo>
                  <a:lnTo>
                    <a:pt x="582697" y="596117"/>
                  </a:lnTo>
                  <a:lnTo>
                    <a:pt x="582906" y="596238"/>
                  </a:lnTo>
                  <a:lnTo>
                    <a:pt x="583116" y="596359"/>
                  </a:lnTo>
                  <a:lnTo>
                    <a:pt x="583324" y="596481"/>
                  </a:lnTo>
                  <a:lnTo>
                    <a:pt x="583533" y="596604"/>
                  </a:lnTo>
                  <a:lnTo>
                    <a:pt x="583741" y="596728"/>
                  </a:lnTo>
                  <a:lnTo>
                    <a:pt x="583948" y="596852"/>
                  </a:lnTo>
                  <a:lnTo>
                    <a:pt x="584155" y="596977"/>
                  </a:lnTo>
                  <a:lnTo>
                    <a:pt x="584362" y="597102"/>
                  </a:lnTo>
                  <a:lnTo>
                    <a:pt x="584568" y="597229"/>
                  </a:lnTo>
                  <a:lnTo>
                    <a:pt x="584774" y="597355"/>
                  </a:lnTo>
                  <a:lnTo>
                    <a:pt x="584980" y="597483"/>
                  </a:lnTo>
                  <a:lnTo>
                    <a:pt x="585185" y="597611"/>
                  </a:lnTo>
                  <a:lnTo>
                    <a:pt x="585390" y="597740"/>
                  </a:lnTo>
                  <a:lnTo>
                    <a:pt x="585594" y="597869"/>
                  </a:lnTo>
                  <a:lnTo>
                    <a:pt x="585798" y="597999"/>
                  </a:lnTo>
                  <a:lnTo>
                    <a:pt x="586002" y="598130"/>
                  </a:lnTo>
                  <a:lnTo>
                    <a:pt x="586205" y="598261"/>
                  </a:lnTo>
                  <a:lnTo>
                    <a:pt x="586408" y="598394"/>
                  </a:lnTo>
                  <a:lnTo>
                    <a:pt x="586610" y="598526"/>
                  </a:lnTo>
                  <a:lnTo>
                    <a:pt x="586812" y="598660"/>
                  </a:lnTo>
                  <a:lnTo>
                    <a:pt x="587013" y="598793"/>
                  </a:lnTo>
                  <a:lnTo>
                    <a:pt x="587214" y="598928"/>
                  </a:lnTo>
                  <a:lnTo>
                    <a:pt x="587415" y="599063"/>
                  </a:lnTo>
                  <a:lnTo>
                    <a:pt x="587615" y="599199"/>
                  </a:lnTo>
                  <a:lnTo>
                    <a:pt x="587815" y="599336"/>
                  </a:lnTo>
                  <a:lnTo>
                    <a:pt x="588014" y="599473"/>
                  </a:lnTo>
                  <a:lnTo>
                    <a:pt x="588213" y="599611"/>
                  </a:lnTo>
                  <a:lnTo>
                    <a:pt x="588411" y="599749"/>
                  </a:lnTo>
                  <a:lnTo>
                    <a:pt x="588609" y="599888"/>
                  </a:lnTo>
                  <a:lnTo>
                    <a:pt x="588807" y="600028"/>
                  </a:lnTo>
                  <a:lnTo>
                    <a:pt x="589004" y="600168"/>
                  </a:lnTo>
                  <a:lnTo>
                    <a:pt x="589201" y="600309"/>
                  </a:lnTo>
                  <a:lnTo>
                    <a:pt x="589397" y="600451"/>
                  </a:lnTo>
                  <a:lnTo>
                    <a:pt x="589593" y="600593"/>
                  </a:lnTo>
                  <a:lnTo>
                    <a:pt x="589788" y="600736"/>
                  </a:lnTo>
                  <a:lnTo>
                    <a:pt x="589983" y="600879"/>
                  </a:lnTo>
                  <a:lnTo>
                    <a:pt x="590177" y="601023"/>
                  </a:lnTo>
                  <a:lnTo>
                    <a:pt x="590371" y="601168"/>
                  </a:lnTo>
                  <a:lnTo>
                    <a:pt x="590565" y="601313"/>
                  </a:lnTo>
                  <a:lnTo>
                    <a:pt x="590758" y="601459"/>
                  </a:lnTo>
                  <a:lnTo>
                    <a:pt x="590953" y="601608"/>
                  </a:lnTo>
                  <a:lnTo>
                    <a:pt x="591148" y="601757"/>
                  </a:lnTo>
                  <a:lnTo>
                    <a:pt x="591342" y="601907"/>
                  </a:lnTo>
                  <a:lnTo>
                    <a:pt x="591536" y="602057"/>
                  </a:lnTo>
                  <a:lnTo>
                    <a:pt x="591729" y="602208"/>
                  </a:lnTo>
                  <a:lnTo>
                    <a:pt x="591922" y="602360"/>
                  </a:lnTo>
                  <a:lnTo>
                    <a:pt x="592114" y="602512"/>
                  </a:lnTo>
                  <a:lnTo>
                    <a:pt x="592302" y="602662"/>
                  </a:lnTo>
                  <a:lnTo>
                    <a:pt x="592489" y="602812"/>
                  </a:lnTo>
                  <a:lnTo>
                    <a:pt x="592676" y="602963"/>
                  </a:lnTo>
                  <a:lnTo>
                    <a:pt x="592862" y="603115"/>
                  </a:lnTo>
                  <a:lnTo>
                    <a:pt x="593048" y="603267"/>
                  </a:lnTo>
                  <a:lnTo>
                    <a:pt x="593233" y="603419"/>
                  </a:lnTo>
                  <a:lnTo>
                    <a:pt x="593418" y="603573"/>
                  </a:lnTo>
                  <a:lnTo>
                    <a:pt x="593508" y="603227"/>
                  </a:lnTo>
                  <a:lnTo>
                    <a:pt x="593598" y="602881"/>
                  </a:lnTo>
                  <a:lnTo>
                    <a:pt x="593688" y="602535"/>
                  </a:lnTo>
                  <a:lnTo>
                    <a:pt x="593779" y="602190"/>
                  </a:lnTo>
                  <a:lnTo>
                    <a:pt x="593871" y="601845"/>
                  </a:lnTo>
                  <a:lnTo>
                    <a:pt x="593975" y="601463"/>
                  </a:lnTo>
                  <a:lnTo>
                    <a:pt x="594076" y="601089"/>
                  </a:lnTo>
                  <a:lnTo>
                    <a:pt x="594178" y="600715"/>
                  </a:lnTo>
                  <a:lnTo>
                    <a:pt x="594281" y="600342"/>
                  </a:lnTo>
                  <a:lnTo>
                    <a:pt x="594385" y="599969"/>
                  </a:lnTo>
                  <a:lnTo>
                    <a:pt x="594490" y="599596"/>
                  </a:lnTo>
                  <a:lnTo>
                    <a:pt x="594595" y="599223"/>
                  </a:lnTo>
                  <a:lnTo>
                    <a:pt x="594701" y="598851"/>
                  </a:lnTo>
                  <a:lnTo>
                    <a:pt x="594808" y="598479"/>
                  </a:lnTo>
                  <a:lnTo>
                    <a:pt x="594915" y="598107"/>
                  </a:lnTo>
                  <a:lnTo>
                    <a:pt x="595024" y="597735"/>
                  </a:lnTo>
                  <a:lnTo>
                    <a:pt x="595133" y="597363"/>
                  </a:lnTo>
                  <a:lnTo>
                    <a:pt x="595242" y="596992"/>
                  </a:lnTo>
                  <a:lnTo>
                    <a:pt x="595353" y="596621"/>
                  </a:lnTo>
                  <a:lnTo>
                    <a:pt x="595464" y="596250"/>
                  </a:lnTo>
                  <a:lnTo>
                    <a:pt x="595513" y="596087"/>
                  </a:lnTo>
                  <a:lnTo>
                    <a:pt x="595563" y="595924"/>
                  </a:lnTo>
                  <a:lnTo>
                    <a:pt x="595613" y="595762"/>
                  </a:lnTo>
                  <a:lnTo>
                    <a:pt x="595664" y="595599"/>
                  </a:lnTo>
                  <a:lnTo>
                    <a:pt x="595716" y="595437"/>
                  </a:lnTo>
                  <a:lnTo>
                    <a:pt x="595769" y="595275"/>
                  </a:lnTo>
                  <a:lnTo>
                    <a:pt x="595822" y="595113"/>
                  </a:lnTo>
                  <a:lnTo>
                    <a:pt x="595876" y="594952"/>
                  </a:lnTo>
                  <a:lnTo>
                    <a:pt x="595931" y="594791"/>
                  </a:lnTo>
                  <a:lnTo>
                    <a:pt x="595986" y="594630"/>
                  </a:lnTo>
                  <a:lnTo>
                    <a:pt x="596042" y="594469"/>
                  </a:lnTo>
                  <a:lnTo>
                    <a:pt x="596099" y="594309"/>
                  </a:lnTo>
                  <a:lnTo>
                    <a:pt x="596157" y="594149"/>
                  </a:lnTo>
                  <a:lnTo>
                    <a:pt x="596215" y="593989"/>
                  </a:lnTo>
                  <a:lnTo>
                    <a:pt x="596274" y="593829"/>
                  </a:lnTo>
                  <a:lnTo>
                    <a:pt x="596334" y="593670"/>
                  </a:lnTo>
                  <a:lnTo>
                    <a:pt x="596394" y="593511"/>
                  </a:lnTo>
                  <a:lnTo>
                    <a:pt x="596455" y="593352"/>
                  </a:lnTo>
                  <a:lnTo>
                    <a:pt x="596517" y="593193"/>
                  </a:lnTo>
                  <a:lnTo>
                    <a:pt x="596580" y="593035"/>
                  </a:lnTo>
                  <a:lnTo>
                    <a:pt x="596643" y="592877"/>
                  </a:lnTo>
                  <a:lnTo>
                    <a:pt x="596707" y="592719"/>
                  </a:lnTo>
                  <a:lnTo>
                    <a:pt x="596771" y="592562"/>
                  </a:lnTo>
                  <a:lnTo>
                    <a:pt x="596837" y="592405"/>
                  </a:lnTo>
                  <a:lnTo>
                    <a:pt x="596903" y="592248"/>
                  </a:lnTo>
                  <a:lnTo>
                    <a:pt x="596969" y="592091"/>
                  </a:lnTo>
                  <a:lnTo>
                    <a:pt x="597037" y="591935"/>
                  </a:lnTo>
                  <a:lnTo>
                    <a:pt x="597105" y="591779"/>
                  </a:lnTo>
                  <a:lnTo>
                    <a:pt x="597174" y="591623"/>
                  </a:lnTo>
                  <a:lnTo>
                    <a:pt x="597243" y="591468"/>
                  </a:lnTo>
                  <a:lnTo>
                    <a:pt x="597313" y="591313"/>
                  </a:lnTo>
                  <a:lnTo>
                    <a:pt x="597384" y="591158"/>
                  </a:lnTo>
                  <a:lnTo>
                    <a:pt x="597456" y="591004"/>
                  </a:lnTo>
                  <a:lnTo>
                    <a:pt x="597528" y="590850"/>
                  </a:lnTo>
                  <a:lnTo>
                    <a:pt x="597601" y="590696"/>
                  </a:lnTo>
                  <a:lnTo>
                    <a:pt x="597674" y="590543"/>
                  </a:lnTo>
                  <a:lnTo>
                    <a:pt x="597749" y="590389"/>
                  </a:lnTo>
                  <a:lnTo>
                    <a:pt x="597823" y="590237"/>
                  </a:lnTo>
                  <a:lnTo>
                    <a:pt x="597899" y="590084"/>
                  </a:lnTo>
                  <a:lnTo>
                    <a:pt x="597975" y="589932"/>
                  </a:lnTo>
                  <a:lnTo>
                    <a:pt x="598052" y="589780"/>
                  </a:lnTo>
                  <a:lnTo>
                    <a:pt x="598130" y="589629"/>
                  </a:lnTo>
                  <a:lnTo>
                    <a:pt x="598208" y="589478"/>
                  </a:lnTo>
                  <a:lnTo>
                    <a:pt x="598287" y="589327"/>
                  </a:lnTo>
                  <a:lnTo>
                    <a:pt x="598367" y="589177"/>
                  </a:lnTo>
                  <a:lnTo>
                    <a:pt x="598447" y="589027"/>
                  </a:lnTo>
                  <a:lnTo>
                    <a:pt x="598528" y="588878"/>
                  </a:lnTo>
                  <a:lnTo>
                    <a:pt x="598610" y="588728"/>
                  </a:lnTo>
                  <a:lnTo>
                    <a:pt x="598692" y="588579"/>
                  </a:lnTo>
                  <a:lnTo>
                    <a:pt x="598775" y="588431"/>
                  </a:lnTo>
                  <a:lnTo>
                    <a:pt x="598859" y="588283"/>
                  </a:lnTo>
                  <a:lnTo>
                    <a:pt x="598943" y="588135"/>
                  </a:lnTo>
                  <a:lnTo>
                    <a:pt x="599028" y="587987"/>
                  </a:lnTo>
                  <a:lnTo>
                    <a:pt x="599114" y="587840"/>
                  </a:lnTo>
                  <a:lnTo>
                    <a:pt x="599200" y="587694"/>
                  </a:lnTo>
                  <a:lnTo>
                    <a:pt x="599287" y="587548"/>
                  </a:lnTo>
                  <a:lnTo>
                    <a:pt x="599374" y="587402"/>
                  </a:lnTo>
                  <a:lnTo>
                    <a:pt x="599462" y="587256"/>
                  </a:lnTo>
                  <a:lnTo>
                    <a:pt x="599551" y="587111"/>
                  </a:lnTo>
                  <a:lnTo>
                    <a:pt x="599641" y="586966"/>
                  </a:lnTo>
                  <a:lnTo>
                    <a:pt x="599731" y="586822"/>
                  </a:lnTo>
                  <a:lnTo>
                    <a:pt x="599821" y="586678"/>
                  </a:lnTo>
                  <a:lnTo>
                    <a:pt x="599913" y="586535"/>
                  </a:lnTo>
                  <a:lnTo>
                    <a:pt x="600005" y="586392"/>
                  </a:lnTo>
                  <a:lnTo>
                    <a:pt x="600097" y="586249"/>
                  </a:lnTo>
                  <a:lnTo>
                    <a:pt x="600191" y="586107"/>
                  </a:lnTo>
                  <a:lnTo>
                    <a:pt x="600285" y="585965"/>
                  </a:lnTo>
                  <a:lnTo>
                    <a:pt x="600379" y="585824"/>
                  </a:lnTo>
                  <a:lnTo>
                    <a:pt x="600474" y="585683"/>
                  </a:lnTo>
                  <a:lnTo>
                    <a:pt x="600570" y="585542"/>
                  </a:lnTo>
                  <a:lnTo>
                    <a:pt x="600667" y="585402"/>
                  </a:lnTo>
                  <a:lnTo>
                    <a:pt x="600764" y="585262"/>
                  </a:lnTo>
                  <a:lnTo>
                    <a:pt x="600861" y="585123"/>
                  </a:lnTo>
                  <a:lnTo>
                    <a:pt x="600960" y="584984"/>
                  </a:lnTo>
                  <a:lnTo>
                    <a:pt x="601059" y="584846"/>
                  </a:lnTo>
                  <a:lnTo>
                    <a:pt x="601158" y="584708"/>
                  </a:lnTo>
                  <a:lnTo>
                    <a:pt x="601258" y="584571"/>
                  </a:lnTo>
                  <a:lnTo>
                    <a:pt x="601359" y="584434"/>
                  </a:lnTo>
                  <a:lnTo>
                    <a:pt x="601460" y="584297"/>
                  </a:lnTo>
                  <a:lnTo>
                    <a:pt x="601562" y="584161"/>
                  </a:lnTo>
                  <a:lnTo>
                    <a:pt x="601665" y="584025"/>
                  </a:lnTo>
                  <a:lnTo>
                    <a:pt x="601768" y="583890"/>
                  </a:lnTo>
                  <a:lnTo>
                    <a:pt x="601871" y="583755"/>
                  </a:lnTo>
                  <a:lnTo>
                    <a:pt x="601976" y="583621"/>
                  </a:lnTo>
                  <a:lnTo>
                    <a:pt x="602081" y="583487"/>
                  </a:lnTo>
                  <a:lnTo>
                    <a:pt x="602186" y="583354"/>
                  </a:lnTo>
                  <a:lnTo>
                    <a:pt x="602292" y="583221"/>
                  </a:lnTo>
                  <a:lnTo>
                    <a:pt x="602399" y="583089"/>
                  </a:lnTo>
                  <a:lnTo>
                    <a:pt x="602506" y="582957"/>
                  </a:lnTo>
                  <a:lnTo>
                    <a:pt x="602614" y="582825"/>
                  </a:lnTo>
                  <a:lnTo>
                    <a:pt x="602723" y="582695"/>
                  </a:lnTo>
                  <a:lnTo>
                    <a:pt x="602832" y="582564"/>
                  </a:lnTo>
                  <a:lnTo>
                    <a:pt x="602941" y="582434"/>
                  </a:lnTo>
                  <a:lnTo>
                    <a:pt x="603051" y="582305"/>
                  </a:lnTo>
                  <a:lnTo>
                    <a:pt x="603162" y="582176"/>
                  </a:lnTo>
                  <a:lnTo>
                    <a:pt x="603273" y="582047"/>
                  </a:lnTo>
                  <a:lnTo>
                    <a:pt x="603385" y="581919"/>
                  </a:lnTo>
                  <a:lnTo>
                    <a:pt x="603498" y="581792"/>
                  </a:lnTo>
                  <a:lnTo>
                    <a:pt x="604764" y="580420"/>
                  </a:lnTo>
                  <a:lnTo>
                    <a:pt x="604955" y="580224"/>
                  </a:lnTo>
                  <a:lnTo>
                    <a:pt x="605666" y="579511"/>
                  </a:lnTo>
                  <a:lnTo>
                    <a:pt x="605989" y="579623"/>
                  </a:lnTo>
                  <a:lnTo>
                    <a:pt x="606635" y="579845"/>
                  </a:lnTo>
                  <a:lnTo>
                    <a:pt x="607282" y="580064"/>
                  </a:lnTo>
                  <a:lnTo>
                    <a:pt x="608254" y="580386"/>
                  </a:lnTo>
                  <a:lnTo>
                    <a:pt x="608579" y="580492"/>
                  </a:lnTo>
                  <a:lnTo>
                    <a:pt x="608904" y="580598"/>
                  </a:lnTo>
                  <a:lnTo>
                    <a:pt x="609229" y="580702"/>
                  </a:lnTo>
                  <a:lnTo>
                    <a:pt x="609554" y="580806"/>
                  </a:lnTo>
                  <a:lnTo>
                    <a:pt x="609880" y="580909"/>
                  </a:lnTo>
                  <a:lnTo>
                    <a:pt x="610205" y="581012"/>
                  </a:lnTo>
                  <a:lnTo>
                    <a:pt x="610531" y="581113"/>
                  </a:lnTo>
                  <a:lnTo>
                    <a:pt x="610858" y="581214"/>
                  </a:lnTo>
                  <a:lnTo>
                    <a:pt x="611184" y="581315"/>
                  </a:lnTo>
                  <a:lnTo>
                    <a:pt x="611511" y="581414"/>
                  </a:lnTo>
                  <a:lnTo>
                    <a:pt x="611838" y="581513"/>
                  </a:lnTo>
                  <a:lnTo>
                    <a:pt x="612165" y="581611"/>
                  </a:lnTo>
                  <a:lnTo>
                    <a:pt x="612492" y="581708"/>
                  </a:lnTo>
                  <a:lnTo>
                    <a:pt x="612819" y="581805"/>
                  </a:lnTo>
                  <a:lnTo>
                    <a:pt x="614789" y="582368"/>
                  </a:lnTo>
                  <a:lnTo>
                    <a:pt x="618634" y="583393"/>
                  </a:lnTo>
                  <a:lnTo>
                    <a:pt x="621995" y="584204"/>
                  </a:lnTo>
                  <a:lnTo>
                    <a:pt x="630097" y="586167"/>
                  </a:lnTo>
                  <a:lnTo>
                    <a:pt x="633089" y="586872"/>
                  </a:lnTo>
                  <a:lnTo>
                    <a:pt x="633204" y="586394"/>
                  </a:lnTo>
                  <a:lnTo>
                    <a:pt x="633502" y="585224"/>
                  </a:lnTo>
                  <a:lnTo>
                    <a:pt x="633573" y="584972"/>
                  </a:lnTo>
                  <a:lnTo>
                    <a:pt x="634013" y="583500"/>
                  </a:lnTo>
                  <a:lnTo>
                    <a:pt x="637163" y="572025"/>
                  </a:lnTo>
                  <a:lnTo>
                    <a:pt x="641440" y="556455"/>
                  </a:lnTo>
                  <a:lnTo>
                    <a:pt x="642344" y="553062"/>
                  </a:lnTo>
                  <a:lnTo>
                    <a:pt x="642832" y="551238"/>
                  </a:lnTo>
                  <a:lnTo>
                    <a:pt x="643018" y="550544"/>
                  </a:lnTo>
                  <a:lnTo>
                    <a:pt x="646725" y="553877"/>
                  </a:lnTo>
                  <a:lnTo>
                    <a:pt x="646897" y="554048"/>
                  </a:lnTo>
                  <a:lnTo>
                    <a:pt x="647068" y="554217"/>
                  </a:lnTo>
                  <a:lnTo>
                    <a:pt x="647240" y="554387"/>
                  </a:lnTo>
                  <a:lnTo>
                    <a:pt x="647413" y="554555"/>
                  </a:lnTo>
                  <a:lnTo>
                    <a:pt x="647587" y="554723"/>
                  </a:lnTo>
                  <a:lnTo>
                    <a:pt x="647761" y="554891"/>
                  </a:lnTo>
                  <a:lnTo>
                    <a:pt x="647935" y="555058"/>
                  </a:lnTo>
                  <a:lnTo>
                    <a:pt x="648110" y="555225"/>
                  </a:lnTo>
                  <a:lnTo>
                    <a:pt x="648285" y="555391"/>
                  </a:lnTo>
                  <a:lnTo>
                    <a:pt x="648461" y="555556"/>
                  </a:lnTo>
                  <a:lnTo>
                    <a:pt x="648638" y="555721"/>
                  </a:lnTo>
                  <a:lnTo>
                    <a:pt x="648815" y="555885"/>
                  </a:lnTo>
                  <a:lnTo>
                    <a:pt x="648992" y="556049"/>
                  </a:lnTo>
                  <a:lnTo>
                    <a:pt x="649170" y="556212"/>
                  </a:lnTo>
                  <a:lnTo>
                    <a:pt x="649349" y="556374"/>
                  </a:lnTo>
                  <a:lnTo>
                    <a:pt x="649528" y="556536"/>
                  </a:lnTo>
                  <a:lnTo>
                    <a:pt x="649707" y="556698"/>
                  </a:lnTo>
                  <a:lnTo>
                    <a:pt x="649888" y="556859"/>
                  </a:lnTo>
                  <a:lnTo>
                    <a:pt x="650068" y="557019"/>
                  </a:lnTo>
                  <a:lnTo>
                    <a:pt x="650249" y="557179"/>
                  </a:lnTo>
                  <a:lnTo>
                    <a:pt x="650431" y="557338"/>
                  </a:lnTo>
                  <a:lnTo>
                    <a:pt x="650613" y="557496"/>
                  </a:lnTo>
                  <a:lnTo>
                    <a:pt x="650796" y="557654"/>
                  </a:lnTo>
                  <a:lnTo>
                    <a:pt x="650979" y="557812"/>
                  </a:lnTo>
                  <a:lnTo>
                    <a:pt x="651162" y="557969"/>
                  </a:lnTo>
                  <a:lnTo>
                    <a:pt x="651346" y="558125"/>
                  </a:lnTo>
                  <a:lnTo>
                    <a:pt x="651531" y="558281"/>
                  </a:lnTo>
                  <a:lnTo>
                    <a:pt x="651716" y="558436"/>
                  </a:lnTo>
                  <a:lnTo>
                    <a:pt x="651902" y="558590"/>
                  </a:lnTo>
                  <a:lnTo>
                    <a:pt x="652088" y="558744"/>
                  </a:lnTo>
                  <a:lnTo>
                    <a:pt x="652274" y="558897"/>
                  </a:lnTo>
                  <a:lnTo>
                    <a:pt x="652461" y="559050"/>
                  </a:lnTo>
                  <a:lnTo>
                    <a:pt x="652649" y="559202"/>
                  </a:lnTo>
                  <a:lnTo>
                    <a:pt x="652836" y="559354"/>
                  </a:lnTo>
                  <a:lnTo>
                    <a:pt x="653025" y="559504"/>
                  </a:lnTo>
                  <a:lnTo>
                    <a:pt x="653214" y="559655"/>
                  </a:lnTo>
                  <a:lnTo>
                    <a:pt x="653403" y="559804"/>
                  </a:lnTo>
                  <a:lnTo>
                    <a:pt x="653593" y="559954"/>
                  </a:lnTo>
                  <a:lnTo>
                    <a:pt x="653783" y="560102"/>
                  </a:lnTo>
                  <a:lnTo>
                    <a:pt x="653974" y="560250"/>
                  </a:lnTo>
                  <a:lnTo>
                    <a:pt x="654165" y="560397"/>
                  </a:lnTo>
                  <a:lnTo>
                    <a:pt x="654357" y="560544"/>
                  </a:lnTo>
                  <a:lnTo>
                    <a:pt x="654549" y="560690"/>
                  </a:lnTo>
                  <a:lnTo>
                    <a:pt x="654742" y="560836"/>
                  </a:lnTo>
                  <a:lnTo>
                    <a:pt x="654935" y="560980"/>
                  </a:lnTo>
                  <a:lnTo>
                    <a:pt x="655129" y="561125"/>
                  </a:lnTo>
                  <a:lnTo>
                    <a:pt x="655323" y="561268"/>
                  </a:lnTo>
                  <a:lnTo>
                    <a:pt x="655517" y="561411"/>
                  </a:lnTo>
                  <a:lnTo>
                    <a:pt x="655712" y="561554"/>
                  </a:lnTo>
                  <a:lnTo>
                    <a:pt x="655907" y="561695"/>
                  </a:lnTo>
                  <a:lnTo>
                    <a:pt x="656103" y="561837"/>
                  </a:lnTo>
                  <a:lnTo>
                    <a:pt x="656300" y="561977"/>
                  </a:lnTo>
                  <a:lnTo>
                    <a:pt x="656496" y="562117"/>
                  </a:lnTo>
                  <a:lnTo>
                    <a:pt x="656693" y="562256"/>
                  </a:lnTo>
                  <a:lnTo>
                    <a:pt x="656891" y="562395"/>
                  </a:lnTo>
                  <a:lnTo>
                    <a:pt x="657089" y="562533"/>
                  </a:lnTo>
                  <a:lnTo>
                    <a:pt x="657287" y="562670"/>
                  </a:lnTo>
                  <a:lnTo>
                    <a:pt x="657486" y="562807"/>
                  </a:lnTo>
                  <a:lnTo>
                    <a:pt x="657686" y="562943"/>
                  </a:lnTo>
                  <a:lnTo>
                    <a:pt x="657885" y="563079"/>
                  </a:lnTo>
                  <a:lnTo>
                    <a:pt x="658085" y="563214"/>
                  </a:lnTo>
                  <a:lnTo>
                    <a:pt x="658286" y="563348"/>
                  </a:lnTo>
                  <a:lnTo>
                    <a:pt x="658487" y="563481"/>
                  </a:lnTo>
                  <a:lnTo>
                    <a:pt x="658688" y="563615"/>
                  </a:lnTo>
                  <a:lnTo>
                    <a:pt x="658890" y="563747"/>
                  </a:lnTo>
                  <a:lnTo>
                    <a:pt x="659093" y="563878"/>
                  </a:lnTo>
                  <a:lnTo>
                    <a:pt x="659295" y="564009"/>
                  </a:lnTo>
                  <a:lnTo>
                    <a:pt x="659498" y="564140"/>
                  </a:lnTo>
                  <a:lnTo>
                    <a:pt x="659702" y="564270"/>
                  </a:lnTo>
                  <a:lnTo>
                    <a:pt x="659906" y="564399"/>
                  </a:lnTo>
                  <a:lnTo>
                    <a:pt x="660110" y="564527"/>
                  </a:lnTo>
                  <a:lnTo>
                    <a:pt x="660315" y="564655"/>
                  </a:lnTo>
                  <a:lnTo>
                    <a:pt x="660520" y="564782"/>
                  </a:lnTo>
                  <a:lnTo>
                    <a:pt x="660725" y="564909"/>
                  </a:lnTo>
                  <a:lnTo>
                    <a:pt x="660931" y="565034"/>
                  </a:lnTo>
                  <a:lnTo>
                    <a:pt x="661138" y="565160"/>
                  </a:lnTo>
                  <a:lnTo>
                    <a:pt x="661344" y="565284"/>
                  </a:lnTo>
                  <a:lnTo>
                    <a:pt x="661551" y="565408"/>
                  </a:lnTo>
                  <a:lnTo>
                    <a:pt x="662130" y="565745"/>
                  </a:lnTo>
                  <a:lnTo>
                    <a:pt x="662331" y="565863"/>
                  </a:lnTo>
                  <a:lnTo>
                    <a:pt x="662532" y="565981"/>
                  </a:lnTo>
                  <a:lnTo>
                    <a:pt x="662734" y="566097"/>
                  </a:lnTo>
                  <a:lnTo>
                    <a:pt x="662936" y="566213"/>
                  </a:lnTo>
                  <a:lnTo>
                    <a:pt x="663138" y="566328"/>
                  </a:lnTo>
                  <a:lnTo>
                    <a:pt x="663341" y="566443"/>
                  </a:lnTo>
                  <a:lnTo>
                    <a:pt x="663545" y="566557"/>
                  </a:lnTo>
                  <a:lnTo>
                    <a:pt x="663748" y="566670"/>
                  </a:lnTo>
                  <a:lnTo>
                    <a:pt x="663952" y="566782"/>
                  </a:lnTo>
                  <a:lnTo>
                    <a:pt x="664157" y="566894"/>
                  </a:lnTo>
                  <a:lnTo>
                    <a:pt x="664362" y="567005"/>
                  </a:lnTo>
                  <a:lnTo>
                    <a:pt x="664567" y="567115"/>
                  </a:lnTo>
                  <a:lnTo>
                    <a:pt x="664775" y="567228"/>
                  </a:lnTo>
                  <a:lnTo>
                    <a:pt x="664984" y="567341"/>
                  </a:lnTo>
                  <a:lnTo>
                    <a:pt x="665192" y="567455"/>
                  </a:lnTo>
                  <a:lnTo>
                    <a:pt x="665399" y="567570"/>
                  </a:lnTo>
                  <a:lnTo>
                    <a:pt x="665606" y="567686"/>
                  </a:lnTo>
                  <a:lnTo>
                    <a:pt x="665813" y="567801"/>
                  </a:lnTo>
                  <a:lnTo>
                    <a:pt x="666019" y="567918"/>
                  </a:lnTo>
                  <a:lnTo>
                    <a:pt x="666225" y="568036"/>
                  </a:lnTo>
                  <a:lnTo>
                    <a:pt x="666431" y="568154"/>
                  </a:lnTo>
                  <a:lnTo>
                    <a:pt x="666637" y="568272"/>
                  </a:lnTo>
                  <a:lnTo>
                    <a:pt x="666851" y="568376"/>
                  </a:lnTo>
                  <a:lnTo>
                    <a:pt x="667066" y="568480"/>
                  </a:lnTo>
                  <a:lnTo>
                    <a:pt x="667281" y="568582"/>
                  </a:lnTo>
                  <a:lnTo>
                    <a:pt x="667496" y="568684"/>
                  </a:lnTo>
                  <a:lnTo>
                    <a:pt x="667712" y="568785"/>
                  </a:lnTo>
                  <a:lnTo>
                    <a:pt x="667928" y="568886"/>
                  </a:lnTo>
                  <a:lnTo>
                    <a:pt x="668144" y="568986"/>
                  </a:lnTo>
                  <a:lnTo>
                    <a:pt x="668361" y="569085"/>
                  </a:lnTo>
                  <a:lnTo>
                    <a:pt x="668578" y="569184"/>
                  </a:lnTo>
                  <a:lnTo>
                    <a:pt x="668795" y="569281"/>
                  </a:lnTo>
                  <a:lnTo>
                    <a:pt x="669012" y="569379"/>
                  </a:lnTo>
                  <a:lnTo>
                    <a:pt x="669230" y="569475"/>
                  </a:lnTo>
                  <a:lnTo>
                    <a:pt x="669448" y="569571"/>
                  </a:lnTo>
                  <a:lnTo>
                    <a:pt x="669666" y="569666"/>
                  </a:lnTo>
                  <a:lnTo>
                    <a:pt x="669885" y="569761"/>
                  </a:lnTo>
                  <a:lnTo>
                    <a:pt x="670104" y="569854"/>
                  </a:lnTo>
                  <a:lnTo>
                    <a:pt x="670324" y="569948"/>
                  </a:lnTo>
                  <a:lnTo>
                    <a:pt x="670543" y="570040"/>
                  </a:lnTo>
                  <a:lnTo>
                    <a:pt x="670763" y="570132"/>
                  </a:lnTo>
                  <a:lnTo>
                    <a:pt x="670983" y="570223"/>
                  </a:lnTo>
                  <a:lnTo>
                    <a:pt x="671204" y="570313"/>
                  </a:lnTo>
                  <a:lnTo>
                    <a:pt x="671424" y="570403"/>
                  </a:lnTo>
                  <a:lnTo>
                    <a:pt x="671645" y="570492"/>
                  </a:lnTo>
                  <a:lnTo>
                    <a:pt x="671867" y="570580"/>
                  </a:lnTo>
                  <a:lnTo>
                    <a:pt x="672088" y="570667"/>
                  </a:lnTo>
                  <a:lnTo>
                    <a:pt x="672310" y="570754"/>
                  </a:lnTo>
                  <a:lnTo>
                    <a:pt x="672532" y="570841"/>
                  </a:lnTo>
                  <a:lnTo>
                    <a:pt x="672755" y="570926"/>
                  </a:lnTo>
                  <a:lnTo>
                    <a:pt x="672977" y="571011"/>
                  </a:lnTo>
                  <a:lnTo>
                    <a:pt x="673200" y="571095"/>
                  </a:lnTo>
                  <a:lnTo>
                    <a:pt x="673423" y="571178"/>
                  </a:lnTo>
                  <a:lnTo>
                    <a:pt x="673646" y="571261"/>
                  </a:lnTo>
                  <a:lnTo>
                    <a:pt x="673870" y="571343"/>
                  </a:lnTo>
                  <a:lnTo>
                    <a:pt x="674094" y="571424"/>
                  </a:lnTo>
                  <a:lnTo>
                    <a:pt x="674318" y="571505"/>
                  </a:lnTo>
                  <a:lnTo>
                    <a:pt x="674543" y="571584"/>
                  </a:lnTo>
                  <a:lnTo>
                    <a:pt x="674767" y="571664"/>
                  </a:lnTo>
                  <a:lnTo>
                    <a:pt x="674989" y="571743"/>
                  </a:lnTo>
                  <a:lnTo>
                    <a:pt x="676997" y="572427"/>
                  </a:lnTo>
                  <a:lnTo>
                    <a:pt x="686574" y="575545"/>
                  </a:lnTo>
                  <a:lnTo>
                    <a:pt x="691080" y="577013"/>
                  </a:lnTo>
                  <a:lnTo>
                    <a:pt x="694799" y="578224"/>
                  </a:lnTo>
                  <a:lnTo>
                    <a:pt x="699242" y="579671"/>
                  </a:lnTo>
                  <a:lnTo>
                    <a:pt x="699996" y="579916"/>
                  </a:lnTo>
                  <a:lnTo>
                    <a:pt x="704993" y="581543"/>
                  </a:lnTo>
                  <a:lnTo>
                    <a:pt x="708773" y="582775"/>
                  </a:lnTo>
                  <a:lnTo>
                    <a:pt x="710068" y="583196"/>
                  </a:lnTo>
                  <a:lnTo>
                    <a:pt x="713936" y="584456"/>
                  </a:lnTo>
                  <a:lnTo>
                    <a:pt x="714682" y="584698"/>
                  </a:lnTo>
                  <a:lnTo>
                    <a:pt x="716956" y="585441"/>
                  </a:lnTo>
                  <a:lnTo>
                    <a:pt x="721481" y="586916"/>
                  </a:lnTo>
                  <a:lnTo>
                    <a:pt x="728150" y="589092"/>
                  </a:lnTo>
                  <a:lnTo>
                    <a:pt x="734857" y="591255"/>
                  </a:lnTo>
                  <a:lnTo>
                    <a:pt x="737557" y="592136"/>
                  </a:lnTo>
                  <a:lnTo>
                    <a:pt x="737788" y="592206"/>
                  </a:lnTo>
                  <a:lnTo>
                    <a:pt x="738019" y="592276"/>
                  </a:lnTo>
                  <a:lnTo>
                    <a:pt x="738250" y="592345"/>
                  </a:lnTo>
                  <a:lnTo>
                    <a:pt x="738481" y="592413"/>
                  </a:lnTo>
                  <a:lnTo>
                    <a:pt x="738713" y="592481"/>
                  </a:lnTo>
                  <a:lnTo>
                    <a:pt x="738944" y="592547"/>
                  </a:lnTo>
                  <a:lnTo>
                    <a:pt x="739176" y="592613"/>
                  </a:lnTo>
                  <a:lnTo>
                    <a:pt x="739408" y="592679"/>
                  </a:lnTo>
                  <a:lnTo>
                    <a:pt x="739641" y="592743"/>
                  </a:lnTo>
                  <a:lnTo>
                    <a:pt x="739873" y="592807"/>
                  </a:lnTo>
                  <a:lnTo>
                    <a:pt x="740106" y="592870"/>
                  </a:lnTo>
                  <a:lnTo>
                    <a:pt x="740339" y="592932"/>
                  </a:lnTo>
                  <a:lnTo>
                    <a:pt x="740572" y="592994"/>
                  </a:lnTo>
                  <a:lnTo>
                    <a:pt x="740806" y="593055"/>
                  </a:lnTo>
                  <a:lnTo>
                    <a:pt x="741039" y="593115"/>
                  </a:lnTo>
                  <a:lnTo>
                    <a:pt x="741273" y="593174"/>
                  </a:lnTo>
                  <a:lnTo>
                    <a:pt x="741507" y="593233"/>
                  </a:lnTo>
                  <a:lnTo>
                    <a:pt x="741741" y="593291"/>
                  </a:lnTo>
                  <a:lnTo>
                    <a:pt x="741975" y="593348"/>
                  </a:lnTo>
                  <a:lnTo>
                    <a:pt x="742210" y="593404"/>
                  </a:lnTo>
                  <a:lnTo>
                    <a:pt x="742444" y="593460"/>
                  </a:lnTo>
                  <a:lnTo>
                    <a:pt x="742679" y="593515"/>
                  </a:lnTo>
                  <a:lnTo>
                    <a:pt x="742914" y="593569"/>
                  </a:lnTo>
                  <a:lnTo>
                    <a:pt x="743260" y="593647"/>
                  </a:lnTo>
                  <a:lnTo>
                    <a:pt x="743606" y="593725"/>
                  </a:lnTo>
                  <a:lnTo>
                    <a:pt x="743952" y="593803"/>
                  </a:lnTo>
                  <a:lnTo>
                    <a:pt x="744298" y="593879"/>
                  </a:lnTo>
                  <a:lnTo>
                    <a:pt x="744645" y="593955"/>
                  </a:lnTo>
                  <a:lnTo>
                    <a:pt x="744992" y="594030"/>
                  </a:lnTo>
                  <a:lnTo>
                    <a:pt x="745338" y="594105"/>
                  </a:lnTo>
                  <a:lnTo>
                    <a:pt x="745685" y="594178"/>
                  </a:lnTo>
                  <a:lnTo>
                    <a:pt x="746051" y="594255"/>
                  </a:lnTo>
                  <a:lnTo>
                    <a:pt x="746417" y="594331"/>
                  </a:lnTo>
                  <a:lnTo>
                    <a:pt x="746783" y="594407"/>
                  </a:lnTo>
                  <a:lnTo>
                    <a:pt x="747150" y="594481"/>
                  </a:lnTo>
                  <a:lnTo>
                    <a:pt x="747516" y="594555"/>
                  </a:lnTo>
                  <a:lnTo>
                    <a:pt x="747883" y="594628"/>
                  </a:lnTo>
                  <a:lnTo>
                    <a:pt x="748250" y="594699"/>
                  </a:lnTo>
                  <a:lnTo>
                    <a:pt x="748617" y="594771"/>
                  </a:lnTo>
                  <a:lnTo>
                    <a:pt x="748984" y="594841"/>
                  </a:lnTo>
                  <a:lnTo>
                    <a:pt x="749352" y="594911"/>
                  </a:lnTo>
                  <a:lnTo>
                    <a:pt x="749719" y="594980"/>
                  </a:lnTo>
                  <a:lnTo>
                    <a:pt x="750087" y="595048"/>
                  </a:lnTo>
                  <a:lnTo>
                    <a:pt x="750429" y="595110"/>
                  </a:lnTo>
                  <a:lnTo>
                    <a:pt x="750771" y="595172"/>
                  </a:lnTo>
                  <a:lnTo>
                    <a:pt x="751113" y="595234"/>
                  </a:lnTo>
                  <a:lnTo>
                    <a:pt x="751455" y="595294"/>
                  </a:lnTo>
                  <a:lnTo>
                    <a:pt x="751797" y="595354"/>
                  </a:lnTo>
                  <a:lnTo>
                    <a:pt x="752140" y="595413"/>
                  </a:lnTo>
                  <a:lnTo>
                    <a:pt x="752483" y="595472"/>
                  </a:lnTo>
                  <a:lnTo>
                    <a:pt x="752825" y="595529"/>
                  </a:lnTo>
                  <a:lnTo>
                    <a:pt x="753168" y="595586"/>
                  </a:lnTo>
                  <a:lnTo>
                    <a:pt x="753511" y="595643"/>
                  </a:lnTo>
                  <a:lnTo>
                    <a:pt x="757655" y="595537"/>
                  </a:lnTo>
                  <a:lnTo>
                    <a:pt x="762907" y="592094"/>
                  </a:lnTo>
                  <a:lnTo>
                    <a:pt x="765294" y="588990"/>
                  </a:lnTo>
                  <a:lnTo>
                    <a:pt x="766676" y="587192"/>
                  </a:lnTo>
                  <a:lnTo>
                    <a:pt x="784873" y="578629"/>
                  </a:lnTo>
                  <a:lnTo>
                    <a:pt x="786115" y="579170"/>
                  </a:lnTo>
                  <a:lnTo>
                    <a:pt x="789687" y="580721"/>
                  </a:lnTo>
                  <a:lnTo>
                    <a:pt x="790143" y="579674"/>
                  </a:lnTo>
                  <a:lnTo>
                    <a:pt x="791756" y="575990"/>
                  </a:lnTo>
                  <a:lnTo>
                    <a:pt x="792805" y="573595"/>
                  </a:lnTo>
                  <a:lnTo>
                    <a:pt x="793166" y="572768"/>
                  </a:lnTo>
                  <a:lnTo>
                    <a:pt x="793693" y="571564"/>
                  </a:lnTo>
                  <a:lnTo>
                    <a:pt x="794090" y="570652"/>
                  </a:lnTo>
                  <a:lnTo>
                    <a:pt x="780912" y="565032"/>
                  </a:lnTo>
                  <a:lnTo>
                    <a:pt x="709200" y="532981"/>
                  </a:lnTo>
                  <a:lnTo>
                    <a:pt x="708788" y="532774"/>
                  </a:lnTo>
                  <a:lnTo>
                    <a:pt x="708377" y="532567"/>
                  </a:lnTo>
                  <a:lnTo>
                    <a:pt x="707966" y="532359"/>
                  </a:lnTo>
                  <a:lnTo>
                    <a:pt x="707555" y="532151"/>
                  </a:lnTo>
                  <a:lnTo>
                    <a:pt x="707144" y="531942"/>
                  </a:lnTo>
                  <a:lnTo>
                    <a:pt x="706734" y="531733"/>
                  </a:lnTo>
                  <a:lnTo>
                    <a:pt x="706324" y="531522"/>
                  </a:lnTo>
                  <a:lnTo>
                    <a:pt x="705915" y="531311"/>
                  </a:lnTo>
                  <a:lnTo>
                    <a:pt x="705505" y="531100"/>
                  </a:lnTo>
                  <a:lnTo>
                    <a:pt x="705097" y="530888"/>
                  </a:lnTo>
                  <a:lnTo>
                    <a:pt x="704688" y="530675"/>
                  </a:lnTo>
                  <a:lnTo>
                    <a:pt x="704280" y="530461"/>
                  </a:lnTo>
                  <a:lnTo>
                    <a:pt x="703872" y="530247"/>
                  </a:lnTo>
                  <a:lnTo>
                    <a:pt x="703464" y="530032"/>
                  </a:lnTo>
                  <a:lnTo>
                    <a:pt x="703057" y="529817"/>
                  </a:lnTo>
                  <a:lnTo>
                    <a:pt x="702650" y="529601"/>
                  </a:lnTo>
                  <a:lnTo>
                    <a:pt x="702244" y="529384"/>
                  </a:lnTo>
                  <a:lnTo>
                    <a:pt x="701838" y="529166"/>
                  </a:lnTo>
                  <a:lnTo>
                    <a:pt x="701423" y="528944"/>
                  </a:lnTo>
                  <a:lnTo>
                    <a:pt x="701009" y="528720"/>
                  </a:lnTo>
                  <a:lnTo>
                    <a:pt x="700595" y="528496"/>
                  </a:lnTo>
                  <a:lnTo>
                    <a:pt x="700181" y="528271"/>
                  </a:lnTo>
                  <a:lnTo>
                    <a:pt x="699768" y="528046"/>
                  </a:lnTo>
                  <a:lnTo>
                    <a:pt x="699355" y="527820"/>
                  </a:lnTo>
                  <a:lnTo>
                    <a:pt x="698942" y="527593"/>
                  </a:lnTo>
                  <a:lnTo>
                    <a:pt x="698530" y="527365"/>
                  </a:lnTo>
                  <a:lnTo>
                    <a:pt x="698118" y="527137"/>
                  </a:lnTo>
                  <a:lnTo>
                    <a:pt x="697707" y="526908"/>
                  </a:lnTo>
                  <a:lnTo>
                    <a:pt x="697296" y="526679"/>
                  </a:lnTo>
                  <a:lnTo>
                    <a:pt x="696885" y="526449"/>
                  </a:lnTo>
                  <a:lnTo>
                    <a:pt x="696475" y="526218"/>
                  </a:lnTo>
                  <a:lnTo>
                    <a:pt x="696065" y="525987"/>
                  </a:lnTo>
                  <a:lnTo>
                    <a:pt x="695656" y="525754"/>
                  </a:lnTo>
                  <a:lnTo>
                    <a:pt x="695246" y="525522"/>
                  </a:lnTo>
                  <a:lnTo>
                    <a:pt x="694838" y="525288"/>
                  </a:lnTo>
                  <a:lnTo>
                    <a:pt x="694429" y="525054"/>
                  </a:lnTo>
                  <a:lnTo>
                    <a:pt x="694021" y="524819"/>
                  </a:lnTo>
                  <a:lnTo>
                    <a:pt x="693613" y="524584"/>
                  </a:lnTo>
                  <a:lnTo>
                    <a:pt x="693206" y="524348"/>
                  </a:lnTo>
                  <a:lnTo>
                    <a:pt x="692799" y="524111"/>
                  </a:lnTo>
                  <a:lnTo>
                    <a:pt x="692393" y="523874"/>
                  </a:lnTo>
                  <a:lnTo>
                    <a:pt x="691986" y="523635"/>
                  </a:lnTo>
                  <a:lnTo>
                    <a:pt x="691581" y="523397"/>
                  </a:lnTo>
                  <a:lnTo>
                    <a:pt x="691175" y="523157"/>
                  </a:lnTo>
                  <a:lnTo>
                    <a:pt x="690770" y="522917"/>
                  </a:lnTo>
                  <a:lnTo>
                    <a:pt x="690366" y="522677"/>
                  </a:lnTo>
                  <a:lnTo>
                    <a:pt x="689961" y="522435"/>
                  </a:lnTo>
                  <a:lnTo>
                    <a:pt x="689558" y="522193"/>
                  </a:lnTo>
                  <a:lnTo>
                    <a:pt x="689154" y="521951"/>
                  </a:lnTo>
                  <a:lnTo>
                    <a:pt x="688751" y="521707"/>
                  </a:lnTo>
                  <a:lnTo>
                    <a:pt x="688348" y="521463"/>
                  </a:lnTo>
                  <a:lnTo>
                    <a:pt x="687946" y="521219"/>
                  </a:lnTo>
                  <a:lnTo>
                    <a:pt x="687544" y="520973"/>
                  </a:lnTo>
                  <a:lnTo>
                    <a:pt x="687143" y="520727"/>
                  </a:lnTo>
                  <a:lnTo>
                    <a:pt x="686742" y="520481"/>
                  </a:lnTo>
                  <a:lnTo>
                    <a:pt x="686341" y="520234"/>
                  </a:lnTo>
                  <a:lnTo>
                    <a:pt x="685941" y="519986"/>
                  </a:lnTo>
                  <a:lnTo>
                    <a:pt x="685541" y="519737"/>
                  </a:lnTo>
                  <a:lnTo>
                    <a:pt x="685141" y="519488"/>
                  </a:lnTo>
                  <a:lnTo>
                    <a:pt x="684742" y="519238"/>
                  </a:lnTo>
                  <a:lnTo>
                    <a:pt x="684343" y="518988"/>
                  </a:lnTo>
                  <a:lnTo>
                    <a:pt x="683945" y="518737"/>
                  </a:lnTo>
                  <a:lnTo>
                    <a:pt x="683547" y="518485"/>
                  </a:lnTo>
                  <a:lnTo>
                    <a:pt x="683150" y="518233"/>
                  </a:lnTo>
                  <a:lnTo>
                    <a:pt x="682753" y="517980"/>
                  </a:lnTo>
                  <a:lnTo>
                    <a:pt x="682356" y="517726"/>
                  </a:lnTo>
                  <a:lnTo>
                    <a:pt x="681960" y="517472"/>
                  </a:lnTo>
                  <a:lnTo>
                    <a:pt x="681564" y="517217"/>
                  </a:lnTo>
                  <a:lnTo>
                    <a:pt x="681169" y="516961"/>
                  </a:lnTo>
                  <a:lnTo>
                    <a:pt x="680773" y="516705"/>
                  </a:lnTo>
                  <a:lnTo>
                    <a:pt x="680379" y="516448"/>
                  </a:lnTo>
                  <a:lnTo>
                    <a:pt x="679985" y="516190"/>
                  </a:lnTo>
                  <a:lnTo>
                    <a:pt x="679591" y="515932"/>
                  </a:lnTo>
                  <a:lnTo>
                    <a:pt x="679197" y="515673"/>
                  </a:lnTo>
                  <a:lnTo>
                    <a:pt x="678805" y="515414"/>
                  </a:lnTo>
                  <a:lnTo>
                    <a:pt x="678412" y="515154"/>
                  </a:lnTo>
                  <a:lnTo>
                    <a:pt x="678020" y="514893"/>
                  </a:lnTo>
                  <a:lnTo>
                    <a:pt x="677628" y="514632"/>
                  </a:lnTo>
                  <a:lnTo>
                    <a:pt x="677237" y="514370"/>
                  </a:lnTo>
                  <a:lnTo>
                    <a:pt x="676846" y="514107"/>
                  </a:lnTo>
                  <a:lnTo>
                    <a:pt x="676456" y="513844"/>
                  </a:lnTo>
                  <a:lnTo>
                    <a:pt x="676066" y="513580"/>
                  </a:lnTo>
                  <a:lnTo>
                    <a:pt x="675676" y="513316"/>
                  </a:lnTo>
                  <a:lnTo>
                    <a:pt x="675287" y="513051"/>
                  </a:lnTo>
                  <a:lnTo>
                    <a:pt x="674898" y="512785"/>
                  </a:lnTo>
                  <a:lnTo>
                    <a:pt x="674510" y="512518"/>
                  </a:lnTo>
                  <a:lnTo>
                    <a:pt x="674122" y="512251"/>
                  </a:lnTo>
                  <a:lnTo>
                    <a:pt x="673734" y="511984"/>
                  </a:lnTo>
                  <a:lnTo>
                    <a:pt x="673347" y="511715"/>
                  </a:lnTo>
                  <a:lnTo>
                    <a:pt x="672961" y="511447"/>
                  </a:lnTo>
                  <a:lnTo>
                    <a:pt x="672575" y="511177"/>
                  </a:lnTo>
                  <a:lnTo>
                    <a:pt x="672189" y="510907"/>
                  </a:lnTo>
                  <a:lnTo>
                    <a:pt x="671804" y="510636"/>
                  </a:lnTo>
                  <a:lnTo>
                    <a:pt x="671419" y="510365"/>
                  </a:lnTo>
                  <a:lnTo>
                    <a:pt x="671034" y="510093"/>
                  </a:lnTo>
                  <a:lnTo>
                    <a:pt x="670650" y="509820"/>
                  </a:lnTo>
                  <a:lnTo>
                    <a:pt x="670267" y="509547"/>
                  </a:lnTo>
                  <a:lnTo>
                    <a:pt x="669884" y="509273"/>
                  </a:lnTo>
                  <a:lnTo>
                    <a:pt x="669501" y="508998"/>
                  </a:lnTo>
                  <a:lnTo>
                    <a:pt x="669119" y="508723"/>
                  </a:lnTo>
                  <a:lnTo>
                    <a:pt x="668737" y="508448"/>
                  </a:lnTo>
                  <a:lnTo>
                    <a:pt x="668356" y="508171"/>
                  </a:lnTo>
                  <a:lnTo>
                    <a:pt x="667975" y="507894"/>
                  </a:lnTo>
                  <a:lnTo>
                    <a:pt x="667594" y="507617"/>
                  </a:lnTo>
                  <a:lnTo>
                    <a:pt x="667214" y="507338"/>
                  </a:lnTo>
                  <a:lnTo>
                    <a:pt x="666835" y="507060"/>
                  </a:lnTo>
                  <a:lnTo>
                    <a:pt x="666456" y="506780"/>
                  </a:lnTo>
                  <a:lnTo>
                    <a:pt x="666077" y="506500"/>
                  </a:lnTo>
                  <a:lnTo>
                    <a:pt x="665699" y="506219"/>
                  </a:lnTo>
                  <a:lnTo>
                    <a:pt x="665321" y="505938"/>
                  </a:lnTo>
                  <a:lnTo>
                    <a:pt x="664946" y="505658"/>
                  </a:lnTo>
                  <a:lnTo>
                    <a:pt x="664572" y="505377"/>
                  </a:lnTo>
                  <a:lnTo>
                    <a:pt x="664197" y="505096"/>
                  </a:lnTo>
                  <a:lnTo>
                    <a:pt x="663824" y="504814"/>
                  </a:lnTo>
                  <a:lnTo>
                    <a:pt x="663451" y="504531"/>
                  </a:lnTo>
                  <a:lnTo>
                    <a:pt x="663078" y="504248"/>
                  </a:lnTo>
                  <a:lnTo>
                    <a:pt x="662706" y="503964"/>
                  </a:lnTo>
                  <a:lnTo>
                    <a:pt x="662334" y="503680"/>
                  </a:lnTo>
                  <a:lnTo>
                    <a:pt x="661962" y="503395"/>
                  </a:lnTo>
                  <a:lnTo>
                    <a:pt x="661591" y="503110"/>
                  </a:lnTo>
                  <a:lnTo>
                    <a:pt x="661221" y="502823"/>
                  </a:lnTo>
                  <a:lnTo>
                    <a:pt x="660851" y="502537"/>
                  </a:lnTo>
                  <a:lnTo>
                    <a:pt x="660481" y="502249"/>
                  </a:lnTo>
                  <a:lnTo>
                    <a:pt x="660112" y="501961"/>
                  </a:lnTo>
                  <a:lnTo>
                    <a:pt x="659744" y="501673"/>
                  </a:lnTo>
                  <a:lnTo>
                    <a:pt x="659376" y="501384"/>
                  </a:lnTo>
                  <a:lnTo>
                    <a:pt x="659008" y="501094"/>
                  </a:lnTo>
                  <a:lnTo>
                    <a:pt x="658641" y="500804"/>
                  </a:lnTo>
                  <a:lnTo>
                    <a:pt x="658274" y="500513"/>
                  </a:lnTo>
                  <a:lnTo>
                    <a:pt x="657907" y="500221"/>
                  </a:lnTo>
                  <a:lnTo>
                    <a:pt x="657542" y="499929"/>
                  </a:lnTo>
                  <a:lnTo>
                    <a:pt x="657176" y="499636"/>
                  </a:lnTo>
                  <a:lnTo>
                    <a:pt x="656811" y="499343"/>
                  </a:lnTo>
                  <a:lnTo>
                    <a:pt x="656447" y="499049"/>
                  </a:lnTo>
                  <a:lnTo>
                    <a:pt x="656083" y="498755"/>
                  </a:lnTo>
                  <a:lnTo>
                    <a:pt x="655719" y="498460"/>
                  </a:lnTo>
                  <a:lnTo>
                    <a:pt x="655356" y="498164"/>
                  </a:lnTo>
                  <a:lnTo>
                    <a:pt x="654994" y="497868"/>
                  </a:lnTo>
                  <a:lnTo>
                    <a:pt x="654632" y="497571"/>
                  </a:lnTo>
                  <a:lnTo>
                    <a:pt x="654270" y="497274"/>
                  </a:lnTo>
                  <a:lnTo>
                    <a:pt x="653909" y="496976"/>
                  </a:lnTo>
                  <a:lnTo>
                    <a:pt x="653548" y="496678"/>
                  </a:lnTo>
                  <a:lnTo>
                    <a:pt x="653188" y="496378"/>
                  </a:lnTo>
                  <a:lnTo>
                    <a:pt x="652828" y="496079"/>
                  </a:lnTo>
                  <a:lnTo>
                    <a:pt x="652469" y="495779"/>
                  </a:lnTo>
                  <a:lnTo>
                    <a:pt x="652110" y="495478"/>
                  </a:lnTo>
                  <a:lnTo>
                    <a:pt x="651752" y="495176"/>
                  </a:lnTo>
                  <a:lnTo>
                    <a:pt x="651394" y="494874"/>
                  </a:lnTo>
                  <a:lnTo>
                    <a:pt x="651037" y="494572"/>
                  </a:lnTo>
                  <a:lnTo>
                    <a:pt x="650680" y="494269"/>
                  </a:lnTo>
                  <a:lnTo>
                    <a:pt x="650324" y="493965"/>
                  </a:lnTo>
                  <a:lnTo>
                    <a:pt x="649968" y="493661"/>
                  </a:lnTo>
                  <a:lnTo>
                    <a:pt x="649613" y="493356"/>
                  </a:lnTo>
                  <a:lnTo>
                    <a:pt x="649258" y="493050"/>
                  </a:lnTo>
                  <a:lnTo>
                    <a:pt x="648903" y="492744"/>
                  </a:lnTo>
                  <a:lnTo>
                    <a:pt x="648550" y="492438"/>
                  </a:lnTo>
                  <a:lnTo>
                    <a:pt x="648196" y="492131"/>
                  </a:lnTo>
                  <a:lnTo>
                    <a:pt x="647843" y="491823"/>
                  </a:lnTo>
                  <a:lnTo>
                    <a:pt x="647491" y="491515"/>
                  </a:lnTo>
                  <a:lnTo>
                    <a:pt x="647139" y="491206"/>
                  </a:lnTo>
                  <a:lnTo>
                    <a:pt x="646787" y="490896"/>
                  </a:lnTo>
                  <a:lnTo>
                    <a:pt x="646436" y="490586"/>
                  </a:lnTo>
                  <a:lnTo>
                    <a:pt x="543369" y="399344"/>
                  </a:lnTo>
                  <a:lnTo>
                    <a:pt x="542979" y="399002"/>
                  </a:lnTo>
                  <a:lnTo>
                    <a:pt x="542590" y="398658"/>
                  </a:lnTo>
                  <a:lnTo>
                    <a:pt x="542201" y="398315"/>
                  </a:lnTo>
                  <a:lnTo>
                    <a:pt x="541813" y="397970"/>
                  </a:lnTo>
                  <a:lnTo>
                    <a:pt x="541426" y="397626"/>
                  </a:lnTo>
                  <a:lnTo>
                    <a:pt x="541038" y="397280"/>
                  </a:lnTo>
                  <a:lnTo>
                    <a:pt x="540652" y="396934"/>
                  </a:lnTo>
                  <a:lnTo>
                    <a:pt x="540471" y="396772"/>
                  </a:lnTo>
                  <a:lnTo>
                    <a:pt x="540266" y="396588"/>
                  </a:lnTo>
                  <a:lnTo>
                    <a:pt x="539880" y="396240"/>
                  </a:lnTo>
                  <a:lnTo>
                    <a:pt x="539495" y="395893"/>
                  </a:lnTo>
                  <a:lnTo>
                    <a:pt x="539110" y="395544"/>
                  </a:lnTo>
                  <a:lnTo>
                    <a:pt x="538726" y="395196"/>
                  </a:lnTo>
                  <a:lnTo>
                    <a:pt x="538343" y="394846"/>
                  </a:lnTo>
                  <a:lnTo>
                    <a:pt x="537960" y="394496"/>
                  </a:lnTo>
                  <a:lnTo>
                    <a:pt x="537806" y="394356"/>
                  </a:lnTo>
                  <a:lnTo>
                    <a:pt x="537577" y="394146"/>
                  </a:lnTo>
                  <a:lnTo>
                    <a:pt x="537195" y="393795"/>
                  </a:lnTo>
                  <a:lnTo>
                    <a:pt x="536814" y="393443"/>
                  </a:lnTo>
                  <a:lnTo>
                    <a:pt x="536433" y="393091"/>
                  </a:lnTo>
                  <a:lnTo>
                    <a:pt x="536052" y="392738"/>
                  </a:lnTo>
                  <a:lnTo>
                    <a:pt x="535672" y="392385"/>
                  </a:lnTo>
                  <a:lnTo>
                    <a:pt x="535293" y="392031"/>
                  </a:lnTo>
                  <a:lnTo>
                    <a:pt x="534914" y="391677"/>
                  </a:lnTo>
                  <a:lnTo>
                    <a:pt x="534535" y="391322"/>
                  </a:lnTo>
                  <a:lnTo>
                    <a:pt x="534157" y="390966"/>
                  </a:lnTo>
                  <a:lnTo>
                    <a:pt x="533780" y="390610"/>
                  </a:lnTo>
                  <a:lnTo>
                    <a:pt x="533403" y="390253"/>
                  </a:lnTo>
                  <a:lnTo>
                    <a:pt x="533027" y="389896"/>
                  </a:lnTo>
                  <a:lnTo>
                    <a:pt x="532651" y="389539"/>
                  </a:lnTo>
                  <a:lnTo>
                    <a:pt x="532275" y="389180"/>
                  </a:lnTo>
                  <a:lnTo>
                    <a:pt x="531901" y="388821"/>
                  </a:lnTo>
                  <a:lnTo>
                    <a:pt x="531526" y="388462"/>
                  </a:lnTo>
                  <a:lnTo>
                    <a:pt x="531153" y="388102"/>
                  </a:lnTo>
                  <a:lnTo>
                    <a:pt x="530779" y="387742"/>
                  </a:lnTo>
                  <a:lnTo>
                    <a:pt x="530407" y="387381"/>
                  </a:lnTo>
                  <a:lnTo>
                    <a:pt x="530034" y="387019"/>
                  </a:lnTo>
                  <a:lnTo>
                    <a:pt x="529663" y="386657"/>
                  </a:lnTo>
                  <a:lnTo>
                    <a:pt x="529292" y="386294"/>
                  </a:lnTo>
                  <a:lnTo>
                    <a:pt x="528921" y="385931"/>
                  </a:lnTo>
                  <a:lnTo>
                    <a:pt x="528551" y="385567"/>
                  </a:lnTo>
                  <a:lnTo>
                    <a:pt x="528181" y="385203"/>
                  </a:lnTo>
                  <a:lnTo>
                    <a:pt x="527812" y="384838"/>
                  </a:lnTo>
                  <a:lnTo>
                    <a:pt x="527444" y="384473"/>
                  </a:lnTo>
                  <a:lnTo>
                    <a:pt x="527076" y="384107"/>
                  </a:lnTo>
                  <a:lnTo>
                    <a:pt x="526709" y="383740"/>
                  </a:lnTo>
                  <a:lnTo>
                    <a:pt x="526342" y="383373"/>
                  </a:lnTo>
                  <a:lnTo>
                    <a:pt x="525975" y="383006"/>
                  </a:lnTo>
                  <a:lnTo>
                    <a:pt x="525609" y="382638"/>
                  </a:lnTo>
                  <a:lnTo>
                    <a:pt x="525244" y="382269"/>
                  </a:lnTo>
                  <a:lnTo>
                    <a:pt x="524879" y="381900"/>
                  </a:lnTo>
                  <a:lnTo>
                    <a:pt x="524515" y="381530"/>
                  </a:lnTo>
                  <a:lnTo>
                    <a:pt x="524152" y="381160"/>
                  </a:lnTo>
                  <a:lnTo>
                    <a:pt x="523788" y="380789"/>
                  </a:lnTo>
                  <a:lnTo>
                    <a:pt x="523426" y="380418"/>
                  </a:lnTo>
                  <a:lnTo>
                    <a:pt x="523064" y="380046"/>
                  </a:lnTo>
                  <a:lnTo>
                    <a:pt x="522702" y="379674"/>
                  </a:lnTo>
                  <a:lnTo>
                    <a:pt x="522341" y="379301"/>
                  </a:lnTo>
                  <a:lnTo>
                    <a:pt x="521981" y="378928"/>
                  </a:lnTo>
                  <a:lnTo>
                    <a:pt x="521765" y="378703"/>
                  </a:lnTo>
                  <a:lnTo>
                    <a:pt x="521621" y="378554"/>
                  </a:lnTo>
                  <a:lnTo>
                    <a:pt x="521262" y="378179"/>
                  </a:lnTo>
                  <a:lnTo>
                    <a:pt x="520903" y="377804"/>
                  </a:lnTo>
                  <a:lnTo>
                    <a:pt x="520545" y="377429"/>
                  </a:lnTo>
                  <a:lnTo>
                    <a:pt x="520187" y="377053"/>
                  </a:lnTo>
                  <a:lnTo>
                    <a:pt x="519830" y="376676"/>
                  </a:lnTo>
                  <a:lnTo>
                    <a:pt x="519473" y="376299"/>
                  </a:lnTo>
                  <a:lnTo>
                    <a:pt x="519117" y="375922"/>
                  </a:lnTo>
                  <a:lnTo>
                    <a:pt x="518762" y="375544"/>
                  </a:lnTo>
                  <a:lnTo>
                    <a:pt x="518407" y="375165"/>
                  </a:lnTo>
                  <a:lnTo>
                    <a:pt x="518052" y="374786"/>
                  </a:lnTo>
                  <a:lnTo>
                    <a:pt x="517699" y="374406"/>
                  </a:lnTo>
                  <a:lnTo>
                    <a:pt x="517345" y="374026"/>
                  </a:lnTo>
                  <a:lnTo>
                    <a:pt x="516993" y="373645"/>
                  </a:lnTo>
                  <a:lnTo>
                    <a:pt x="516641" y="373264"/>
                  </a:lnTo>
                  <a:lnTo>
                    <a:pt x="516289" y="372882"/>
                  </a:lnTo>
                  <a:lnTo>
                    <a:pt x="515938" y="372500"/>
                  </a:lnTo>
                  <a:lnTo>
                    <a:pt x="515587" y="372117"/>
                  </a:lnTo>
                  <a:lnTo>
                    <a:pt x="515237" y="371734"/>
                  </a:lnTo>
                  <a:lnTo>
                    <a:pt x="514888" y="371350"/>
                  </a:lnTo>
                  <a:lnTo>
                    <a:pt x="514539" y="370966"/>
                  </a:lnTo>
                  <a:lnTo>
                    <a:pt x="514191" y="370581"/>
                  </a:lnTo>
                  <a:lnTo>
                    <a:pt x="513843" y="370196"/>
                  </a:lnTo>
                  <a:lnTo>
                    <a:pt x="513496" y="369810"/>
                  </a:lnTo>
                  <a:lnTo>
                    <a:pt x="513149" y="369423"/>
                  </a:lnTo>
                  <a:lnTo>
                    <a:pt x="512803" y="369037"/>
                  </a:lnTo>
                  <a:lnTo>
                    <a:pt x="512458" y="368649"/>
                  </a:lnTo>
                  <a:lnTo>
                    <a:pt x="512113" y="368261"/>
                  </a:lnTo>
                  <a:lnTo>
                    <a:pt x="511769" y="367873"/>
                  </a:lnTo>
                  <a:lnTo>
                    <a:pt x="511425" y="367484"/>
                  </a:lnTo>
                  <a:lnTo>
                    <a:pt x="511082" y="367095"/>
                  </a:lnTo>
                  <a:lnTo>
                    <a:pt x="510739" y="366705"/>
                  </a:lnTo>
                  <a:lnTo>
                    <a:pt x="510397" y="366314"/>
                  </a:lnTo>
                  <a:lnTo>
                    <a:pt x="510056" y="365923"/>
                  </a:lnTo>
                  <a:lnTo>
                    <a:pt x="509715" y="365532"/>
                  </a:lnTo>
                  <a:lnTo>
                    <a:pt x="509374" y="365140"/>
                  </a:lnTo>
                  <a:lnTo>
                    <a:pt x="509034" y="364748"/>
                  </a:lnTo>
                  <a:lnTo>
                    <a:pt x="508695" y="364355"/>
                  </a:lnTo>
                  <a:lnTo>
                    <a:pt x="508357" y="363962"/>
                  </a:lnTo>
                  <a:lnTo>
                    <a:pt x="508019" y="363568"/>
                  </a:lnTo>
                  <a:lnTo>
                    <a:pt x="507681" y="363173"/>
                  </a:lnTo>
                  <a:lnTo>
                    <a:pt x="507344" y="362778"/>
                  </a:lnTo>
                  <a:lnTo>
                    <a:pt x="507008" y="362383"/>
                  </a:lnTo>
                  <a:lnTo>
                    <a:pt x="506672" y="361987"/>
                  </a:lnTo>
                  <a:lnTo>
                    <a:pt x="506337" y="361591"/>
                  </a:lnTo>
                  <a:lnTo>
                    <a:pt x="506002" y="361194"/>
                  </a:lnTo>
                  <a:lnTo>
                    <a:pt x="505668" y="360797"/>
                  </a:lnTo>
                  <a:lnTo>
                    <a:pt x="505335" y="360399"/>
                  </a:lnTo>
                  <a:lnTo>
                    <a:pt x="505002" y="360000"/>
                  </a:lnTo>
                  <a:lnTo>
                    <a:pt x="504670" y="359602"/>
                  </a:lnTo>
                  <a:lnTo>
                    <a:pt x="504338" y="359202"/>
                  </a:lnTo>
                  <a:lnTo>
                    <a:pt x="504167" y="358994"/>
                  </a:lnTo>
                  <a:lnTo>
                    <a:pt x="503996" y="358784"/>
                  </a:lnTo>
                  <a:lnTo>
                    <a:pt x="503826" y="358574"/>
                  </a:lnTo>
                  <a:lnTo>
                    <a:pt x="503657" y="358364"/>
                  </a:lnTo>
                  <a:lnTo>
                    <a:pt x="503488" y="358153"/>
                  </a:lnTo>
                  <a:lnTo>
                    <a:pt x="503320" y="357942"/>
                  </a:lnTo>
                  <a:lnTo>
                    <a:pt x="503153" y="357730"/>
                  </a:lnTo>
                  <a:lnTo>
                    <a:pt x="502986" y="357518"/>
                  </a:lnTo>
                  <a:lnTo>
                    <a:pt x="502819" y="357305"/>
                  </a:lnTo>
                  <a:lnTo>
                    <a:pt x="502654" y="357092"/>
                  </a:lnTo>
                  <a:lnTo>
                    <a:pt x="502488" y="356879"/>
                  </a:lnTo>
                  <a:lnTo>
                    <a:pt x="502324" y="356665"/>
                  </a:lnTo>
                  <a:lnTo>
                    <a:pt x="502160" y="356450"/>
                  </a:lnTo>
                  <a:lnTo>
                    <a:pt x="501997" y="356235"/>
                  </a:lnTo>
                  <a:lnTo>
                    <a:pt x="501834" y="356020"/>
                  </a:lnTo>
                  <a:lnTo>
                    <a:pt x="501672" y="355804"/>
                  </a:lnTo>
                  <a:lnTo>
                    <a:pt x="501510" y="355587"/>
                  </a:lnTo>
                  <a:lnTo>
                    <a:pt x="501349" y="355370"/>
                  </a:lnTo>
                  <a:lnTo>
                    <a:pt x="501189" y="355153"/>
                  </a:lnTo>
                  <a:lnTo>
                    <a:pt x="501029" y="354935"/>
                  </a:lnTo>
                  <a:lnTo>
                    <a:pt x="500870" y="354717"/>
                  </a:lnTo>
                  <a:lnTo>
                    <a:pt x="500712" y="354498"/>
                  </a:lnTo>
                  <a:lnTo>
                    <a:pt x="500554" y="354279"/>
                  </a:lnTo>
                  <a:lnTo>
                    <a:pt x="500397" y="354060"/>
                  </a:lnTo>
                  <a:lnTo>
                    <a:pt x="500240" y="353840"/>
                  </a:lnTo>
                  <a:lnTo>
                    <a:pt x="500084" y="353619"/>
                  </a:lnTo>
                  <a:lnTo>
                    <a:pt x="499929" y="353398"/>
                  </a:lnTo>
                  <a:lnTo>
                    <a:pt x="499774" y="353177"/>
                  </a:lnTo>
                  <a:lnTo>
                    <a:pt x="499620" y="352955"/>
                  </a:lnTo>
                  <a:lnTo>
                    <a:pt x="499467" y="352733"/>
                  </a:lnTo>
                  <a:lnTo>
                    <a:pt x="499314" y="352510"/>
                  </a:lnTo>
                  <a:lnTo>
                    <a:pt x="499162" y="352287"/>
                  </a:lnTo>
                  <a:lnTo>
                    <a:pt x="499010" y="352064"/>
                  </a:lnTo>
                  <a:lnTo>
                    <a:pt x="498859" y="351840"/>
                  </a:lnTo>
                  <a:lnTo>
                    <a:pt x="498709" y="351616"/>
                  </a:lnTo>
                  <a:lnTo>
                    <a:pt x="498559" y="351391"/>
                  </a:lnTo>
                  <a:lnTo>
                    <a:pt x="498410" y="351166"/>
                  </a:lnTo>
                  <a:lnTo>
                    <a:pt x="498262" y="350940"/>
                  </a:lnTo>
                  <a:lnTo>
                    <a:pt x="498114" y="350714"/>
                  </a:lnTo>
                  <a:lnTo>
                    <a:pt x="497967" y="350487"/>
                  </a:lnTo>
                  <a:lnTo>
                    <a:pt x="497820" y="350260"/>
                  </a:lnTo>
                  <a:lnTo>
                    <a:pt x="497674" y="350033"/>
                  </a:lnTo>
                  <a:lnTo>
                    <a:pt x="497529" y="349805"/>
                  </a:lnTo>
                  <a:lnTo>
                    <a:pt x="497384" y="349577"/>
                  </a:lnTo>
                  <a:lnTo>
                    <a:pt x="497240" y="349349"/>
                  </a:lnTo>
                  <a:lnTo>
                    <a:pt x="497097" y="349120"/>
                  </a:lnTo>
                  <a:lnTo>
                    <a:pt x="496954" y="348890"/>
                  </a:lnTo>
                  <a:lnTo>
                    <a:pt x="496812" y="348661"/>
                  </a:lnTo>
                  <a:lnTo>
                    <a:pt x="496671" y="348431"/>
                  </a:lnTo>
                  <a:lnTo>
                    <a:pt x="496530" y="348200"/>
                  </a:lnTo>
                  <a:lnTo>
                    <a:pt x="496390" y="347969"/>
                  </a:lnTo>
                  <a:lnTo>
                    <a:pt x="496251" y="347738"/>
                  </a:lnTo>
                  <a:lnTo>
                    <a:pt x="496112" y="347506"/>
                  </a:lnTo>
                  <a:lnTo>
                    <a:pt x="495974" y="347274"/>
                  </a:lnTo>
                  <a:lnTo>
                    <a:pt x="495837" y="347041"/>
                  </a:lnTo>
                  <a:lnTo>
                    <a:pt x="495700" y="346808"/>
                  </a:lnTo>
                  <a:lnTo>
                    <a:pt x="495564" y="346575"/>
                  </a:lnTo>
                  <a:lnTo>
                    <a:pt x="495428" y="346341"/>
                  </a:lnTo>
                  <a:lnTo>
                    <a:pt x="495293" y="346107"/>
                  </a:lnTo>
                  <a:lnTo>
                    <a:pt x="495159" y="345873"/>
                  </a:lnTo>
                  <a:lnTo>
                    <a:pt x="495026" y="345638"/>
                  </a:lnTo>
                  <a:lnTo>
                    <a:pt x="494893" y="345403"/>
                  </a:lnTo>
                  <a:lnTo>
                    <a:pt x="494761" y="345167"/>
                  </a:lnTo>
                  <a:lnTo>
                    <a:pt x="494629" y="344931"/>
                  </a:lnTo>
                  <a:lnTo>
                    <a:pt x="494498" y="344695"/>
                  </a:lnTo>
                  <a:lnTo>
                    <a:pt x="494368" y="344458"/>
                  </a:lnTo>
                  <a:lnTo>
                    <a:pt x="494239" y="344221"/>
                  </a:lnTo>
                  <a:lnTo>
                    <a:pt x="494110" y="343984"/>
                  </a:lnTo>
                  <a:lnTo>
                    <a:pt x="493982" y="343746"/>
                  </a:lnTo>
                  <a:lnTo>
                    <a:pt x="493854" y="343508"/>
                  </a:lnTo>
                  <a:lnTo>
                    <a:pt x="493727" y="343269"/>
                  </a:lnTo>
                  <a:lnTo>
                    <a:pt x="493601" y="343030"/>
                  </a:lnTo>
                  <a:lnTo>
                    <a:pt x="493476" y="342791"/>
                  </a:lnTo>
                  <a:lnTo>
                    <a:pt x="493351" y="342551"/>
                  </a:lnTo>
                  <a:lnTo>
                    <a:pt x="493227" y="342311"/>
                  </a:lnTo>
                  <a:lnTo>
                    <a:pt x="493103" y="342071"/>
                  </a:lnTo>
                  <a:lnTo>
                    <a:pt x="492981" y="341830"/>
                  </a:lnTo>
                  <a:lnTo>
                    <a:pt x="492858" y="341589"/>
                  </a:lnTo>
                  <a:lnTo>
                    <a:pt x="492737" y="341348"/>
                  </a:lnTo>
                  <a:lnTo>
                    <a:pt x="492616" y="341106"/>
                  </a:lnTo>
                  <a:lnTo>
                    <a:pt x="492496" y="340864"/>
                  </a:lnTo>
                  <a:lnTo>
                    <a:pt x="492377" y="340622"/>
                  </a:lnTo>
                  <a:lnTo>
                    <a:pt x="492258" y="340379"/>
                  </a:lnTo>
                  <a:lnTo>
                    <a:pt x="492140" y="340136"/>
                  </a:lnTo>
                  <a:lnTo>
                    <a:pt x="492023" y="339893"/>
                  </a:lnTo>
                  <a:lnTo>
                    <a:pt x="491906" y="339649"/>
                  </a:lnTo>
                  <a:lnTo>
                    <a:pt x="491790" y="339405"/>
                  </a:lnTo>
                  <a:lnTo>
                    <a:pt x="491675" y="339161"/>
                  </a:lnTo>
                  <a:lnTo>
                    <a:pt x="491560" y="338916"/>
                  </a:lnTo>
                  <a:lnTo>
                    <a:pt x="491447" y="338671"/>
                  </a:lnTo>
                  <a:lnTo>
                    <a:pt x="491333" y="338426"/>
                  </a:lnTo>
                  <a:lnTo>
                    <a:pt x="491221" y="338180"/>
                  </a:lnTo>
                  <a:lnTo>
                    <a:pt x="491109" y="337934"/>
                  </a:lnTo>
                  <a:lnTo>
                    <a:pt x="490998" y="337688"/>
                  </a:lnTo>
                  <a:lnTo>
                    <a:pt x="490888" y="337441"/>
                  </a:lnTo>
                  <a:lnTo>
                    <a:pt x="490778" y="337194"/>
                  </a:lnTo>
                  <a:lnTo>
                    <a:pt x="490669" y="336947"/>
                  </a:lnTo>
                  <a:lnTo>
                    <a:pt x="490560" y="336699"/>
                  </a:lnTo>
                  <a:lnTo>
                    <a:pt x="490453" y="336451"/>
                  </a:lnTo>
                  <a:lnTo>
                    <a:pt x="490346" y="336203"/>
                  </a:lnTo>
                  <a:lnTo>
                    <a:pt x="490240" y="335955"/>
                  </a:lnTo>
                  <a:lnTo>
                    <a:pt x="490134" y="335706"/>
                  </a:lnTo>
                  <a:lnTo>
                    <a:pt x="490029" y="335457"/>
                  </a:lnTo>
                  <a:lnTo>
                    <a:pt x="489925" y="335208"/>
                  </a:lnTo>
                  <a:lnTo>
                    <a:pt x="489577" y="334426"/>
                  </a:lnTo>
                  <a:lnTo>
                    <a:pt x="489229" y="333644"/>
                  </a:lnTo>
                  <a:lnTo>
                    <a:pt x="488880" y="332863"/>
                  </a:lnTo>
                  <a:lnTo>
                    <a:pt x="488530" y="332082"/>
                  </a:lnTo>
                  <a:lnTo>
                    <a:pt x="488180" y="331302"/>
                  </a:lnTo>
                  <a:lnTo>
                    <a:pt x="487828" y="330522"/>
                  </a:lnTo>
                  <a:lnTo>
                    <a:pt x="487476" y="329742"/>
                  </a:lnTo>
                  <a:lnTo>
                    <a:pt x="487124" y="328962"/>
                  </a:lnTo>
                  <a:lnTo>
                    <a:pt x="486770" y="328183"/>
                  </a:lnTo>
                  <a:lnTo>
                    <a:pt x="486416" y="327404"/>
                  </a:lnTo>
                  <a:lnTo>
                    <a:pt x="486062" y="326625"/>
                  </a:lnTo>
                  <a:lnTo>
                    <a:pt x="485706" y="325847"/>
                  </a:lnTo>
                  <a:lnTo>
                    <a:pt x="485350" y="325069"/>
                  </a:lnTo>
                  <a:lnTo>
                    <a:pt x="484993" y="324291"/>
                  </a:lnTo>
                  <a:lnTo>
                    <a:pt x="484636" y="323514"/>
                  </a:lnTo>
                  <a:lnTo>
                    <a:pt x="484278" y="322737"/>
                  </a:lnTo>
                  <a:lnTo>
                    <a:pt x="483919" y="321960"/>
                  </a:lnTo>
                  <a:lnTo>
                    <a:pt x="483559" y="321184"/>
                  </a:lnTo>
                  <a:lnTo>
                    <a:pt x="483199" y="320408"/>
                  </a:lnTo>
                  <a:lnTo>
                    <a:pt x="483059" y="320108"/>
                  </a:lnTo>
                  <a:lnTo>
                    <a:pt x="482984" y="319947"/>
                  </a:lnTo>
                  <a:lnTo>
                    <a:pt x="482838" y="319632"/>
                  </a:lnTo>
                  <a:lnTo>
                    <a:pt x="482476" y="318857"/>
                  </a:lnTo>
                  <a:lnTo>
                    <a:pt x="482114" y="318082"/>
                  </a:lnTo>
                  <a:lnTo>
                    <a:pt x="481782" y="317373"/>
                  </a:lnTo>
                  <a:lnTo>
                    <a:pt x="481450" y="316665"/>
                  </a:lnTo>
                  <a:lnTo>
                    <a:pt x="481117" y="315958"/>
                  </a:lnTo>
                  <a:lnTo>
                    <a:pt x="480783" y="315250"/>
                  </a:lnTo>
                  <a:lnTo>
                    <a:pt x="480449" y="314543"/>
                  </a:lnTo>
                  <a:lnTo>
                    <a:pt x="480082" y="313769"/>
                  </a:lnTo>
                  <a:lnTo>
                    <a:pt x="479715" y="312995"/>
                  </a:lnTo>
                  <a:lnTo>
                    <a:pt x="479347" y="312221"/>
                  </a:lnTo>
                  <a:lnTo>
                    <a:pt x="478978" y="311448"/>
                  </a:lnTo>
                  <a:lnTo>
                    <a:pt x="478609" y="310675"/>
                  </a:lnTo>
                  <a:lnTo>
                    <a:pt x="478239" y="309903"/>
                  </a:lnTo>
                  <a:lnTo>
                    <a:pt x="477868" y="309130"/>
                  </a:lnTo>
                  <a:lnTo>
                    <a:pt x="477496" y="308358"/>
                  </a:lnTo>
                  <a:lnTo>
                    <a:pt x="477124" y="307587"/>
                  </a:lnTo>
                  <a:lnTo>
                    <a:pt x="476751" y="306816"/>
                  </a:lnTo>
                  <a:lnTo>
                    <a:pt x="476378" y="306045"/>
                  </a:lnTo>
                  <a:lnTo>
                    <a:pt x="476004" y="305274"/>
                  </a:lnTo>
                  <a:lnTo>
                    <a:pt x="475904" y="305069"/>
                  </a:lnTo>
                  <a:lnTo>
                    <a:pt x="475807" y="304871"/>
                  </a:lnTo>
                  <a:lnTo>
                    <a:pt x="475629" y="304504"/>
                  </a:lnTo>
                  <a:lnTo>
                    <a:pt x="475253" y="303734"/>
                  </a:lnTo>
                  <a:lnTo>
                    <a:pt x="474877" y="302965"/>
                  </a:lnTo>
                  <a:lnTo>
                    <a:pt x="474500" y="302195"/>
                  </a:lnTo>
                  <a:lnTo>
                    <a:pt x="474122" y="301426"/>
                  </a:lnTo>
                  <a:lnTo>
                    <a:pt x="473744" y="300658"/>
                  </a:lnTo>
                  <a:lnTo>
                    <a:pt x="473365" y="299890"/>
                  </a:lnTo>
                  <a:lnTo>
                    <a:pt x="472985" y="299122"/>
                  </a:lnTo>
                  <a:lnTo>
                    <a:pt x="472604" y="298354"/>
                  </a:lnTo>
                  <a:lnTo>
                    <a:pt x="472223" y="297587"/>
                  </a:lnTo>
                  <a:lnTo>
                    <a:pt x="471841" y="296820"/>
                  </a:lnTo>
                  <a:lnTo>
                    <a:pt x="471459" y="296054"/>
                  </a:lnTo>
                  <a:lnTo>
                    <a:pt x="471076" y="295288"/>
                  </a:lnTo>
                  <a:lnTo>
                    <a:pt x="470692" y="294522"/>
                  </a:lnTo>
                  <a:lnTo>
                    <a:pt x="470307" y="293757"/>
                  </a:lnTo>
                  <a:lnTo>
                    <a:pt x="469922" y="292992"/>
                  </a:lnTo>
                  <a:lnTo>
                    <a:pt x="469536" y="292227"/>
                  </a:lnTo>
                  <a:lnTo>
                    <a:pt x="469150" y="291462"/>
                  </a:lnTo>
                  <a:lnTo>
                    <a:pt x="468762" y="290698"/>
                  </a:lnTo>
                  <a:lnTo>
                    <a:pt x="468468" y="290118"/>
                  </a:lnTo>
                  <a:lnTo>
                    <a:pt x="468374" y="289935"/>
                  </a:lnTo>
                  <a:lnTo>
                    <a:pt x="467986" y="289171"/>
                  </a:lnTo>
                  <a:lnTo>
                    <a:pt x="467596" y="288408"/>
                  </a:lnTo>
                  <a:lnTo>
                    <a:pt x="467206" y="287646"/>
                  </a:lnTo>
                  <a:lnTo>
                    <a:pt x="466816" y="286883"/>
                  </a:lnTo>
                  <a:lnTo>
                    <a:pt x="466424" y="286121"/>
                  </a:lnTo>
                  <a:lnTo>
                    <a:pt x="466032" y="285360"/>
                  </a:lnTo>
                  <a:lnTo>
                    <a:pt x="465639" y="284599"/>
                  </a:lnTo>
                  <a:lnTo>
                    <a:pt x="465246" y="283838"/>
                  </a:lnTo>
                  <a:lnTo>
                    <a:pt x="464852" y="283077"/>
                  </a:lnTo>
                  <a:lnTo>
                    <a:pt x="464738" y="282864"/>
                  </a:lnTo>
                  <a:lnTo>
                    <a:pt x="464624" y="282651"/>
                  </a:lnTo>
                  <a:lnTo>
                    <a:pt x="464509" y="282439"/>
                  </a:lnTo>
                  <a:lnTo>
                    <a:pt x="464394" y="282227"/>
                  </a:lnTo>
                  <a:lnTo>
                    <a:pt x="464278" y="282016"/>
                  </a:lnTo>
                  <a:lnTo>
                    <a:pt x="464161" y="281804"/>
                  </a:lnTo>
                  <a:lnTo>
                    <a:pt x="464043" y="281594"/>
                  </a:lnTo>
                  <a:lnTo>
                    <a:pt x="463925" y="281383"/>
                  </a:lnTo>
                  <a:lnTo>
                    <a:pt x="463805" y="281169"/>
                  </a:lnTo>
                  <a:lnTo>
                    <a:pt x="463683" y="280955"/>
                  </a:lnTo>
                  <a:lnTo>
                    <a:pt x="463561" y="280742"/>
                  </a:lnTo>
                  <a:lnTo>
                    <a:pt x="463438" y="280529"/>
                  </a:lnTo>
                  <a:lnTo>
                    <a:pt x="463315" y="280317"/>
                  </a:lnTo>
                  <a:lnTo>
                    <a:pt x="463190" y="280105"/>
                  </a:lnTo>
                  <a:lnTo>
                    <a:pt x="463066" y="279893"/>
                  </a:lnTo>
                  <a:lnTo>
                    <a:pt x="462940" y="279682"/>
                  </a:lnTo>
                  <a:lnTo>
                    <a:pt x="462814" y="279471"/>
                  </a:lnTo>
                  <a:lnTo>
                    <a:pt x="462687" y="279260"/>
                  </a:lnTo>
                  <a:lnTo>
                    <a:pt x="462560" y="279050"/>
                  </a:lnTo>
                  <a:lnTo>
                    <a:pt x="462432" y="278840"/>
                  </a:lnTo>
                  <a:lnTo>
                    <a:pt x="462303" y="278631"/>
                  </a:lnTo>
                  <a:lnTo>
                    <a:pt x="462174" y="278422"/>
                  </a:lnTo>
                  <a:lnTo>
                    <a:pt x="462044" y="278213"/>
                  </a:lnTo>
                  <a:lnTo>
                    <a:pt x="461913" y="278005"/>
                  </a:lnTo>
                  <a:lnTo>
                    <a:pt x="461782" y="277798"/>
                  </a:lnTo>
                  <a:lnTo>
                    <a:pt x="461650" y="277590"/>
                  </a:lnTo>
                  <a:lnTo>
                    <a:pt x="461517" y="277383"/>
                  </a:lnTo>
                  <a:lnTo>
                    <a:pt x="461384" y="277177"/>
                  </a:lnTo>
                  <a:lnTo>
                    <a:pt x="461250" y="276971"/>
                  </a:lnTo>
                  <a:lnTo>
                    <a:pt x="461116" y="276765"/>
                  </a:lnTo>
                  <a:lnTo>
                    <a:pt x="460981" y="276560"/>
                  </a:lnTo>
                  <a:lnTo>
                    <a:pt x="460845" y="276355"/>
                  </a:lnTo>
                  <a:lnTo>
                    <a:pt x="460708" y="276151"/>
                  </a:lnTo>
                  <a:lnTo>
                    <a:pt x="460571" y="275947"/>
                  </a:lnTo>
                  <a:lnTo>
                    <a:pt x="460434" y="275743"/>
                  </a:lnTo>
                  <a:lnTo>
                    <a:pt x="460295" y="275540"/>
                  </a:lnTo>
                  <a:lnTo>
                    <a:pt x="460157" y="275337"/>
                  </a:lnTo>
                  <a:lnTo>
                    <a:pt x="460017" y="275135"/>
                  </a:lnTo>
                  <a:lnTo>
                    <a:pt x="459877" y="274933"/>
                  </a:lnTo>
                  <a:lnTo>
                    <a:pt x="459736" y="274732"/>
                  </a:lnTo>
                  <a:lnTo>
                    <a:pt x="459595" y="274531"/>
                  </a:lnTo>
                  <a:lnTo>
                    <a:pt x="459453" y="274330"/>
                  </a:lnTo>
                  <a:lnTo>
                    <a:pt x="459310" y="274130"/>
                  </a:lnTo>
                  <a:lnTo>
                    <a:pt x="459167" y="273931"/>
                  </a:lnTo>
                  <a:lnTo>
                    <a:pt x="459023" y="273732"/>
                  </a:lnTo>
                  <a:lnTo>
                    <a:pt x="458878" y="273533"/>
                  </a:lnTo>
                  <a:lnTo>
                    <a:pt x="458733" y="273335"/>
                  </a:lnTo>
                  <a:lnTo>
                    <a:pt x="458588" y="273137"/>
                  </a:lnTo>
                  <a:lnTo>
                    <a:pt x="458441" y="272939"/>
                  </a:lnTo>
                  <a:lnTo>
                    <a:pt x="458294" y="272742"/>
                  </a:lnTo>
                  <a:lnTo>
                    <a:pt x="458147" y="272546"/>
                  </a:lnTo>
                  <a:lnTo>
                    <a:pt x="457999" y="272350"/>
                  </a:lnTo>
                  <a:lnTo>
                    <a:pt x="457850" y="272154"/>
                  </a:lnTo>
                  <a:lnTo>
                    <a:pt x="457701" y="271959"/>
                  </a:lnTo>
                  <a:lnTo>
                    <a:pt x="457551" y="271765"/>
                  </a:lnTo>
                  <a:lnTo>
                    <a:pt x="457249" y="271377"/>
                  </a:lnTo>
                  <a:lnTo>
                    <a:pt x="457097" y="271184"/>
                  </a:lnTo>
                  <a:lnTo>
                    <a:pt x="456945" y="270991"/>
                  </a:lnTo>
                  <a:lnTo>
                    <a:pt x="456792" y="270799"/>
                  </a:lnTo>
                  <a:lnTo>
                    <a:pt x="456638" y="270607"/>
                  </a:lnTo>
                  <a:lnTo>
                    <a:pt x="456484" y="270416"/>
                  </a:lnTo>
                  <a:lnTo>
                    <a:pt x="456330" y="270225"/>
                  </a:lnTo>
                  <a:lnTo>
                    <a:pt x="456174" y="270035"/>
                  </a:lnTo>
                  <a:lnTo>
                    <a:pt x="456018" y="269845"/>
                  </a:lnTo>
                  <a:lnTo>
                    <a:pt x="455862" y="269655"/>
                  </a:lnTo>
                  <a:lnTo>
                    <a:pt x="455705" y="269467"/>
                  </a:lnTo>
                  <a:lnTo>
                    <a:pt x="455547" y="269278"/>
                  </a:lnTo>
                  <a:lnTo>
                    <a:pt x="455389" y="269090"/>
                  </a:lnTo>
                  <a:lnTo>
                    <a:pt x="455230" y="268903"/>
                  </a:lnTo>
                  <a:lnTo>
                    <a:pt x="455071" y="268716"/>
                  </a:lnTo>
                  <a:lnTo>
                    <a:pt x="454911" y="268530"/>
                  </a:lnTo>
                  <a:lnTo>
                    <a:pt x="454750" y="268344"/>
                  </a:lnTo>
                  <a:lnTo>
                    <a:pt x="454589" y="268158"/>
                  </a:lnTo>
                  <a:lnTo>
                    <a:pt x="454428" y="267973"/>
                  </a:lnTo>
                  <a:lnTo>
                    <a:pt x="454265" y="267789"/>
                  </a:lnTo>
                  <a:lnTo>
                    <a:pt x="454102" y="267605"/>
                  </a:lnTo>
                  <a:lnTo>
                    <a:pt x="453939" y="267422"/>
                  </a:lnTo>
                  <a:lnTo>
                    <a:pt x="453775" y="267239"/>
                  </a:lnTo>
                  <a:lnTo>
                    <a:pt x="453611" y="267057"/>
                  </a:lnTo>
                  <a:lnTo>
                    <a:pt x="453446" y="266875"/>
                  </a:lnTo>
                  <a:lnTo>
                    <a:pt x="453280" y="266693"/>
                  </a:lnTo>
                  <a:lnTo>
                    <a:pt x="453114" y="266513"/>
                  </a:lnTo>
                  <a:lnTo>
                    <a:pt x="452947" y="266332"/>
                  </a:lnTo>
                  <a:lnTo>
                    <a:pt x="452780" y="266152"/>
                  </a:lnTo>
                  <a:lnTo>
                    <a:pt x="452612" y="265973"/>
                  </a:lnTo>
                  <a:lnTo>
                    <a:pt x="452443" y="265794"/>
                  </a:lnTo>
                  <a:lnTo>
                    <a:pt x="452274" y="265616"/>
                  </a:lnTo>
                  <a:lnTo>
                    <a:pt x="452105" y="265439"/>
                  </a:lnTo>
                  <a:lnTo>
                    <a:pt x="451935" y="265261"/>
                  </a:lnTo>
                  <a:lnTo>
                    <a:pt x="451764" y="265085"/>
                  </a:lnTo>
                  <a:lnTo>
                    <a:pt x="451593" y="264909"/>
                  </a:lnTo>
                  <a:lnTo>
                    <a:pt x="451421" y="264733"/>
                  </a:lnTo>
                  <a:lnTo>
                    <a:pt x="451249" y="264558"/>
                  </a:lnTo>
                  <a:lnTo>
                    <a:pt x="451076" y="264384"/>
                  </a:lnTo>
                  <a:lnTo>
                    <a:pt x="450903" y="264210"/>
                  </a:lnTo>
                  <a:lnTo>
                    <a:pt x="450729" y="264036"/>
                  </a:lnTo>
                  <a:lnTo>
                    <a:pt x="450555" y="263863"/>
                  </a:lnTo>
                  <a:lnTo>
                    <a:pt x="450380" y="263691"/>
                  </a:lnTo>
                  <a:lnTo>
                    <a:pt x="450204" y="263519"/>
                  </a:lnTo>
                  <a:lnTo>
                    <a:pt x="450028" y="263348"/>
                  </a:lnTo>
                  <a:lnTo>
                    <a:pt x="449852" y="263177"/>
                  </a:lnTo>
                  <a:lnTo>
                    <a:pt x="449675" y="263007"/>
                  </a:lnTo>
                  <a:lnTo>
                    <a:pt x="449497" y="262838"/>
                  </a:lnTo>
                  <a:lnTo>
                    <a:pt x="449319" y="262668"/>
                  </a:lnTo>
                  <a:lnTo>
                    <a:pt x="449140" y="262500"/>
                  </a:lnTo>
                  <a:lnTo>
                    <a:pt x="448961" y="262332"/>
                  </a:lnTo>
                  <a:lnTo>
                    <a:pt x="448782" y="262165"/>
                  </a:lnTo>
                  <a:lnTo>
                    <a:pt x="448601" y="261998"/>
                  </a:lnTo>
                  <a:lnTo>
                    <a:pt x="448421" y="261832"/>
                  </a:lnTo>
                  <a:lnTo>
                    <a:pt x="448240" y="261666"/>
                  </a:lnTo>
                  <a:lnTo>
                    <a:pt x="448058" y="261501"/>
                  </a:lnTo>
                  <a:lnTo>
                    <a:pt x="447876" y="261336"/>
                  </a:lnTo>
                  <a:lnTo>
                    <a:pt x="447693" y="261172"/>
                  </a:lnTo>
                  <a:lnTo>
                    <a:pt x="447510" y="261009"/>
                  </a:lnTo>
                  <a:lnTo>
                    <a:pt x="447326" y="260846"/>
                  </a:lnTo>
                  <a:lnTo>
                    <a:pt x="447142" y="260684"/>
                  </a:lnTo>
                  <a:lnTo>
                    <a:pt x="446957" y="260522"/>
                  </a:lnTo>
                  <a:lnTo>
                    <a:pt x="446772" y="260361"/>
                  </a:lnTo>
                  <a:lnTo>
                    <a:pt x="446586" y="260200"/>
                  </a:lnTo>
                  <a:lnTo>
                    <a:pt x="446400" y="260040"/>
                  </a:lnTo>
                  <a:lnTo>
                    <a:pt x="446213" y="259881"/>
                  </a:lnTo>
                  <a:lnTo>
                    <a:pt x="446026" y="259722"/>
                  </a:lnTo>
                  <a:lnTo>
                    <a:pt x="445838" y="259564"/>
                  </a:lnTo>
                  <a:lnTo>
                    <a:pt x="445650" y="259406"/>
                  </a:lnTo>
                  <a:lnTo>
                    <a:pt x="445461" y="259249"/>
                  </a:lnTo>
                  <a:lnTo>
                    <a:pt x="445272" y="259093"/>
                  </a:lnTo>
                  <a:lnTo>
                    <a:pt x="445082" y="258937"/>
                  </a:lnTo>
                  <a:lnTo>
                    <a:pt x="444892" y="258782"/>
                  </a:lnTo>
                  <a:lnTo>
                    <a:pt x="444702" y="258627"/>
                  </a:lnTo>
                  <a:lnTo>
                    <a:pt x="444511" y="258473"/>
                  </a:lnTo>
                  <a:lnTo>
                    <a:pt x="444319" y="258319"/>
                  </a:lnTo>
                  <a:lnTo>
                    <a:pt x="444127" y="258166"/>
                  </a:lnTo>
                  <a:lnTo>
                    <a:pt x="443934" y="258014"/>
                  </a:lnTo>
                  <a:lnTo>
                    <a:pt x="443741" y="257862"/>
                  </a:lnTo>
                  <a:lnTo>
                    <a:pt x="443548" y="257711"/>
                  </a:lnTo>
                  <a:lnTo>
                    <a:pt x="443354" y="257561"/>
                  </a:lnTo>
                  <a:lnTo>
                    <a:pt x="443160" y="257411"/>
                  </a:lnTo>
                  <a:lnTo>
                    <a:pt x="442965" y="257262"/>
                  </a:lnTo>
                  <a:lnTo>
                    <a:pt x="442770" y="257113"/>
                  </a:lnTo>
                  <a:lnTo>
                    <a:pt x="442574" y="256965"/>
                  </a:lnTo>
                  <a:lnTo>
                    <a:pt x="442378" y="256817"/>
                  </a:lnTo>
                  <a:lnTo>
                    <a:pt x="442181" y="256671"/>
                  </a:lnTo>
                  <a:lnTo>
                    <a:pt x="441984" y="256524"/>
                  </a:lnTo>
                  <a:lnTo>
                    <a:pt x="441786" y="256379"/>
                  </a:lnTo>
                  <a:lnTo>
                    <a:pt x="441588" y="256234"/>
                  </a:lnTo>
                  <a:lnTo>
                    <a:pt x="441390" y="256089"/>
                  </a:lnTo>
                  <a:lnTo>
                    <a:pt x="441191" y="255945"/>
                  </a:lnTo>
                  <a:lnTo>
                    <a:pt x="440992" y="255802"/>
                  </a:lnTo>
                  <a:lnTo>
                    <a:pt x="440792" y="255660"/>
                  </a:lnTo>
                  <a:lnTo>
                    <a:pt x="440592" y="255518"/>
                  </a:lnTo>
                  <a:lnTo>
                    <a:pt x="440391" y="255377"/>
                  </a:lnTo>
                  <a:lnTo>
                    <a:pt x="440190" y="255236"/>
                  </a:lnTo>
                  <a:lnTo>
                    <a:pt x="439988" y="255096"/>
                  </a:lnTo>
                  <a:lnTo>
                    <a:pt x="439786" y="254956"/>
                  </a:lnTo>
                  <a:lnTo>
                    <a:pt x="439584" y="254818"/>
                  </a:lnTo>
                  <a:lnTo>
                    <a:pt x="439381" y="254679"/>
                  </a:lnTo>
                  <a:lnTo>
                    <a:pt x="439178" y="254542"/>
                  </a:lnTo>
                  <a:lnTo>
                    <a:pt x="438974" y="254405"/>
                  </a:lnTo>
                  <a:lnTo>
                    <a:pt x="438770" y="254269"/>
                  </a:lnTo>
                  <a:lnTo>
                    <a:pt x="438565" y="254133"/>
                  </a:lnTo>
                  <a:lnTo>
                    <a:pt x="438361" y="253998"/>
                  </a:lnTo>
                  <a:lnTo>
                    <a:pt x="438155" y="253864"/>
                  </a:lnTo>
                  <a:lnTo>
                    <a:pt x="437949" y="253730"/>
                  </a:lnTo>
                  <a:lnTo>
                    <a:pt x="437743" y="253597"/>
                  </a:lnTo>
                  <a:lnTo>
                    <a:pt x="437537" y="253465"/>
                  </a:lnTo>
                  <a:lnTo>
                    <a:pt x="437330" y="253333"/>
                  </a:lnTo>
                  <a:lnTo>
                    <a:pt x="437122" y="253202"/>
                  </a:lnTo>
                  <a:lnTo>
                    <a:pt x="436914" y="253071"/>
                  </a:lnTo>
                  <a:lnTo>
                    <a:pt x="436706" y="252941"/>
                  </a:lnTo>
                  <a:lnTo>
                    <a:pt x="436498" y="252812"/>
                  </a:lnTo>
                  <a:lnTo>
                    <a:pt x="436289" y="252683"/>
                  </a:lnTo>
                  <a:lnTo>
                    <a:pt x="436079" y="252556"/>
                  </a:lnTo>
                  <a:lnTo>
                    <a:pt x="435869" y="252428"/>
                  </a:lnTo>
                  <a:lnTo>
                    <a:pt x="435659" y="252302"/>
                  </a:lnTo>
                  <a:lnTo>
                    <a:pt x="435449" y="252176"/>
                  </a:lnTo>
                  <a:lnTo>
                    <a:pt x="435238" y="252051"/>
                  </a:lnTo>
                  <a:lnTo>
                    <a:pt x="435026" y="251926"/>
                  </a:lnTo>
                  <a:lnTo>
                    <a:pt x="434815" y="251802"/>
                  </a:lnTo>
                  <a:lnTo>
                    <a:pt x="434602" y="251679"/>
                  </a:lnTo>
                  <a:lnTo>
                    <a:pt x="434390" y="251556"/>
                  </a:lnTo>
                  <a:lnTo>
                    <a:pt x="434177" y="251434"/>
                  </a:lnTo>
                  <a:lnTo>
                    <a:pt x="433964" y="251313"/>
                  </a:lnTo>
                  <a:lnTo>
                    <a:pt x="433750" y="251192"/>
                  </a:lnTo>
                  <a:lnTo>
                    <a:pt x="433536" y="251072"/>
                  </a:lnTo>
                  <a:lnTo>
                    <a:pt x="433322" y="250953"/>
                  </a:lnTo>
                  <a:lnTo>
                    <a:pt x="433107" y="250834"/>
                  </a:lnTo>
                  <a:lnTo>
                    <a:pt x="432892" y="250716"/>
                  </a:lnTo>
                  <a:lnTo>
                    <a:pt x="432676" y="250599"/>
                  </a:lnTo>
                  <a:lnTo>
                    <a:pt x="432461" y="250482"/>
                  </a:lnTo>
                  <a:lnTo>
                    <a:pt x="432244" y="250366"/>
                  </a:lnTo>
                  <a:lnTo>
                    <a:pt x="432028" y="250251"/>
                  </a:lnTo>
                  <a:lnTo>
                    <a:pt x="431811" y="250136"/>
                  </a:lnTo>
                  <a:lnTo>
                    <a:pt x="431594" y="250022"/>
                  </a:lnTo>
                  <a:lnTo>
                    <a:pt x="431376" y="249909"/>
                  </a:lnTo>
                  <a:lnTo>
                    <a:pt x="431158" y="249796"/>
                  </a:lnTo>
                  <a:lnTo>
                    <a:pt x="430940" y="249684"/>
                  </a:lnTo>
                  <a:lnTo>
                    <a:pt x="430721" y="249573"/>
                  </a:lnTo>
                  <a:lnTo>
                    <a:pt x="430502" y="249462"/>
                  </a:lnTo>
                  <a:lnTo>
                    <a:pt x="430283" y="249353"/>
                  </a:lnTo>
                  <a:lnTo>
                    <a:pt x="430063" y="249243"/>
                  </a:lnTo>
                  <a:lnTo>
                    <a:pt x="429843" y="249135"/>
                  </a:lnTo>
                  <a:lnTo>
                    <a:pt x="429623" y="249027"/>
                  </a:lnTo>
                  <a:lnTo>
                    <a:pt x="429402" y="248920"/>
                  </a:lnTo>
                  <a:lnTo>
                    <a:pt x="429181" y="248813"/>
                  </a:lnTo>
                  <a:lnTo>
                    <a:pt x="428960" y="248708"/>
                  </a:lnTo>
                  <a:lnTo>
                    <a:pt x="428738" y="248603"/>
                  </a:lnTo>
                  <a:lnTo>
                    <a:pt x="428516" y="248498"/>
                  </a:lnTo>
                  <a:lnTo>
                    <a:pt x="428294" y="248394"/>
                  </a:lnTo>
                  <a:lnTo>
                    <a:pt x="428071" y="248291"/>
                  </a:lnTo>
                  <a:lnTo>
                    <a:pt x="427848" y="248189"/>
                  </a:lnTo>
                  <a:lnTo>
                    <a:pt x="427625" y="248087"/>
                  </a:lnTo>
                  <a:lnTo>
                    <a:pt x="427401" y="247987"/>
                  </a:lnTo>
                  <a:lnTo>
                    <a:pt x="427178" y="247886"/>
                  </a:lnTo>
                  <a:lnTo>
                    <a:pt x="426953" y="247787"/>
                  </a:lnTo>
                  <a:lnTo>
                    <a:pt x="426729" y="247688"/>
                  </a:lnTo>
                  <a:lnTo>
                    <a:pt x="426504" y="247590"/>
                  </a:lnTo>
                  <a:lnTo>
                    <a:pt x="426279" y="247492"/>
                  </a:lnTo>
                  <a:lnTo>
                    <a:pt x="426054" y="247396"/>
                  </a:lnTo>
                  <a:lnTo>
                    <a:pt x="425828" y="247300"/>
                  </a:lnTo>
                  <a:lnTo>
                    <a:pt x="425602" y="247204"/>
                  </a:lnTo>
                  <a:lnTo>
                    <a:pt x="425376" y="247110"/>
                  </a:lnTo>
                  <a:lnTo>
                    <a:pt x="425149" y="247016"/>
                  </a:lnTo>
                  <a:lnTo>
                    <a:pt x="424922" y="246922"/>
                  </a:lnTo>
                  <a:lnTo>
                    <a:pt x="424600" y="246792"/>
                  </a:lnTo>
                  <a:lnTo>
                    <a:pt x="424468" y="246738"/>
                  </a:lnTo>
                  <a:lnTo>
                    <a:pt x="424240" y="246647"/>
                  </a:lnTo>
                  <a:lnTo>
                    <a:pt x="424012" y="246557"/>
                  </a:lnTo>
                  <a:lnTo>
                    <a:pt x="423784" y="246467"/>
                  </a:lnTo>
                  <a:lnTo>
                    <a:pt x="423555" y="246378"/>
                  </a:lnTo>
                  <a:lnTo>
                    <a:pt x="423326" y="246290"/>
                  </a:lnTo>
                  <a:lnTo>
                    <a:pt x="423097" y="246202"/>
                  </a:lnTo>
                  <a:lnTo>
                    <a:pt x="422868" y="246115"/>
                  </a:lnTo>
                  <a:lnTo>
                    <a:pt x="422638" y="246029"/>
                  </a:lnTo>
                  <a:lnTo>
                    <a:pt x="422408" y="245944"/>
                  </a:lnTo>
                  <a:lnTo>
                    <a:pt x="422178" y="245859"/>
                  </a:lnTo>
                  <a:lnTo>
                    <a:pt x="421948" y="245775"/>
                  </a:lnTo>
                  <a:lnTo>
                    <a:pt x="421717" y="245692"/>
                  </a:lnTo>
                  <a:lnTo>
                    <a:pt x="421486" y="245609"/>
                  </a:lnTo>
                  <a:lnTo>
                    <a:pt x="420742" y="245363"/>
                  </a:lnTo>
                  <a:lnTo>
                    <a:pt x="419999" y="245117"/>
                  </a:lnTo>
                  <a:lnTo>
                    <a:pt x="419255" y="244872"/>
                  </a:lnTo>
                  <a:lnTo>
                    <a:pt x="418511" y="244628"/>
                  </a:lnTo>
                  <a:lnTo>
                    <a:pt x="417766" y="244385"/>
                  </a:lnTo>
                  <a:lnTo>
                    <a:pt x="417022" y="244142"/>
                  </a:lnTo>
                  <a:lnTo>
                    <a:pt x="416277" y="243900"/>
                  </a:lnTo>
                  <a:lnTo>
                    <a:pt x="415532" y="243659"/>
                  </a:lnTo>
                  <a:lnTo>
                    <a:pt x="414786" y="243418"/>
                  </a:lnTo>
                  <a:lnTo>
                    <a:pt x="414041" y="243178"/>
                  </a:lnTo>
                  <a:lnTo>
                    <a:pt x="413295" y="242939"/>
                  </a:lnTo>
                  <a:lnTo>
                    <a:pt x="412549" y="242701"/>
                  </a:lnTo>
                  <a:lnTo>
                    <a:pt x="411803" y="242463"/>
                  </a:lnTo>
                  <a:lnTo>
                    <a:pt x="411056" y="242226"/>
                  </a:lnTo>
                  <a:lnTo>
                    <a:pt x="410309" y="241990"/>
                  </a:lnTo>
                  <a:lnTo>
                    <a:pt x="409562" y="241754"/>
                  </a:lnTo>
                  <a:lnTo>
                    <a:pt x="408815" y="241519"/>
                  </a:lnTo>
                  <a:lnTo>
                    <a:pt x="407996" y="241263"/>
                  </a:lnTo>
                  <a:lnTo>
                    <a:pt x="407320" y="241052"/>
                  </a:lnTo>
                  <a:lnTo>
                    <a:pt x="406572" y="240819"/>
                  </a:lnTo>
                  <a:lnTo>
                    <a:pt x="405824" y="240587"/>
                  </a:lnTo>
                  <a:lnTo>
                    <a:pt x="405076" y="240356"/>
                  </a:lnTo>
                  <a:lnTo>
                    <a:pt x="404327" y="240126"/>
                  </a:lnTo>
                  <a:lnTo>
                    <a:pt x="403579" y="239896"/>
                  </a:lnTo>
                  <a:lnTo>
                    <a:pt x="402830" y="239667"/>
                  </a:lnTo>
                  <a:lnTo>
                    <a:pt x="402081" y="239439"/>
                  </a:lnTo>
                  <a:lnTo>
                    <a:pt x="401331" y="239211"/>
                  </a:lnTo>
                  <a:lnTo>
                    <a:pt x="400582" y="238984"/>
                  </a:lnTo>
                  <a:lnTo>
                    <a:pt x="399832" y="238758"/>
                  </a:lnTo>
                  <a:lnTo>
                    <a:pt x="399082" y="238533"/>
                  </a:lnTo>
                  <a:lnTo>
                    <a:pt x="398331" y="238308"/>
                  </a:lnTo>
                  <a:lnTo>
                    <a:pt x="397581" y="238084"/>
                  </a:lnTo>
                  <a:lnTo>
                    <a:pt x="396830" y="237861"/>
                  </a:lnTo>
                  <a:lnTo>
                    <a:pt x="396079" y="237639"/>
                  </a:lnTo>
                  <a:lnTo>
                    <a:pt x="395328" y="237417"/>
                  </a:lnTo>
                  <a:lnTo>
                    <a:pt x="394345" y="237128"/>
                  </a:lnTo>
                  <a:lnTo>
                    <a:pt x="393825" y="236975"/>
                  </a:lnTo>
                  <a:lnTo>
                    <a:pt x="393073" y="236756"/>
                  </a:lnTo>
                  <a:lnTo>
                    <a:pt x="392321" y="236537"/>
                  </a:lnTo>
                  <a:lnTo>
                    <a:pt x="391569" y="236319"/>
                  </a:lnTo>
                  <a:lnTo>
                    <a:pt x="390817" y="236102"/>
                  </a:lnTo>
                  <a:lnTo>
                    <a:pt x="390064" y="235885"/>
                  </a:lnTo>
                  <a:lnTo>
                    <a:pt x="389311" y="235669"/>
                  </a:lnTo>
                  <a:lnTo>
                    <a:pt x="388558" y="235454"/>
                  </a:lnTo>
                  <a:lnTo>
                    <a:pt x="387805" y="235239"/>
                  </a:lnTo>
                  <a:lnTo>
                    <a:pt x="383433" y="234162"/>
                  </a:lnTo>
                  <a:lnTo>
                    <a:pt x="383130" y="234088"/>
                  </a:lnTo>
                  <a:lnTo>
                    <a:pt x="382693" y="233980"/>
                  </a:lnTo>
                  <a:lnTo>
                    <a:pt x="364136" y="229408"/>
                  </a:lnTo>
                  <a:lnTo>
                    <a:pt x="363923" y="229356"/>
                  </a:lnTo>
                  <a:lnTo>
                    <a:pt x="363710" y="229303"/>
                  </a:lnTo>
                  <a:lnTo>
                    <a:pt x="363497" y="229249"/>
                  </a:lnTo>
                  <a:lnTo>
                    <a:pt x="363285" y="229195"/>
                  </a:lnTo>
                  <a:lnTo>
                    <a:pt x="363073" y="229139"/>
                  </a:lnTo>
                  <a:lnTo>
                    <a:pt x="362860" y="229083"/>
                  </a:lnTo>
                  <a:lnTo>
                    <a:pt x="362649" y="229026"/>
                  </a:lnTo>
                  <a:lnTo>
                    <a:pt x="362437" y="228969"/>
                  </a:lnTo>
                  <a:lnTo>
                    <a:pt x="362225" y="228910"/>
                  </a:lnTo>
                  <a:lnTo>
                    <a:pt x="362014" y="228851"/>
                  </a:lnTo>
                  <a:lnTo>
                    <a:pt x="361803" y="228792"/>
                  </a:lnTo>
                  <a:lnTo>
                    <a:pt x="361592" y="228731"/>
                  </a:lnTo>
                  <a:lnTo>
                    <a:pt x="361381" y="228670"/>
                  </a:lnTo>
                  <a:lnTo>
                    <a:pt x="361171" y="228608"/>
                  </a:lnTo>
                  <a:lnTo>
                    <a:pt x="360960" y="228545"/>
                  </a:lnTo>
                  <a:lnTo>
                    <a:pt x="360750" y="228482"/>
                  </a:lnTo>
                  <a:lnTo>
                    <a:pt x="360540" y="228417"/>
                  </a:lnTo>
                  <a:lnTo>
                    <a:pt x="360331" y="228352"/>
                  </a:lnTo>
                  <a:lnTo>
                    <a:pt x="360121" y="228287"/>
                  </a:lnTo>
                  <a:lnTo>
                    <a:pt x="359912" y="228220"/>
                  </a:lnTo>
                  <a:lnTo>
                    <a:pt x="359703" y="228153"/>
                  </a:lnTo>
                  <a:lnTo>
                    <a:pt x="359495" y="228085"/>
                  </a:lnTo>
                  <a:lnTo>
                    <a:pt x="359286" y="228017"/>
                  </a:lnTo>
                  <a:lnTo>
                    <a:pt x="359078" y="227947"/>
                  </a:lnTo>
                  <a:lnTo>
                    <a:pt x="358870" y="227877"/>
                  </a:lnTo>
                  <a:lnTo>
                    <a:pt x="358662" y="227806"/>
                  </a:lnTo>
                  <a:lnTo>
                    <a:pt x="358455" y="227735"/>
                  </a:lnTo>
                  <a:lnTo>
                    <a:pt x="358248" y="227663"/>
                  </a:lnTo>
                  <a:lnTo>
                    <a:pt x="358041" y="227590"/>
                  </a:lnTo>
                  <a:lnTo>
                    <a:pt x="357834" y="227516"/>
                  </a:lnTo>
                  <a:lnTo>
                    <a:pt x="357627" y="227442"/>
                  </a:lnTo>
                  <a:lnTo>
                    <a:pt x="357421" y="227366"/>
                  </a:lnTo>
                  <a:lnTo>
                    <a:pt x="357215" y="227291"/>
                  </a:lnTo>
                  <a:lnTo>
                    <a:pt x="357009" y="227214"/>
                  </a:lnTo>
                  <a:lnTo>
                    <a:pt x="356804" y="227137"/>
                  </a:lnTo>
                  <a:lnTo>
                    <a:pt x="356599" y="227059"/>
                  </a:lnTo>
                  <a:lnTo>
                    <a:pt x="356394" y="226980"/>
                  </a:lnTo>
                  <a:lnTo>
                    <a:pt x="356189" y="226901"/>
                  </a:lnTo>
                  <a:lnTo>
                    <a:pt x="355985" y="226820"/>
                  </a:lnTo>
                  <a:lnTo>
                    <a:pt x="355781" y="226740"/>
                  </a:lnTo>
                  <a:lnTo>
                    <a:pt x="355577" y="226658"/>
                  </a:lnTo>
                  <a:lnTo>
                    <a:pt x="355374" y="226576"/>
                  </a:lnTo>
                  <a:lnTo>
                    <a:pt x="355171" y="226493"/>
                  </a:lnTo>
                  <a:lnTo>
                    <a:pt x="354968" y="226409"/>
                  </a:lnTo>
                  <a:lnTo>
                    <a:pt x="354765" y="226324"/>
                  </a:lnTo>
                  <a:lnTo>
                    <a:pt x="354563" y="226239"/>
                  </a:lnTo>
                  <a:lnTo>
                    <a:pt x="354361" y="226153"/>
                  </a:lnTo>
                  <a:lnTo>
                    <a:pt x="354159" y="226067"/>
                  </a:lnTo>
                  <a:lnTo>
                    <a:pt x="353958" y="225980"/>
                  </a:lnTo>
                  <a:lnTo>
                    <a:pt x="353757" y="225892"/>
                  </a:lnTo>
                  <a:lnTo>
                    <a:pt x="353556" y="225803"/>
                  </a:lnTo>
                  <a:lnTo>
                    <a:pt x="353355" y="225714"/>
                  </a:lnTo>
                  <a:lnTo>
                    <a:pt x="353155" y="225624"/>
                  </a:lnTo>
                  <a:lnTo>
                    <a:pt x="352955" y="225533"/>
                  </a:lnTo>
                  <a:lnTo>
                    <a:pt x="352756" y="225441"/>
                  </a:lnTo>
                  <a:lnTo>
                    <a:pt x="352557" y="225349"/>
                  </a:lnTo>
                  <a:lnTo>
                    <a:pt x="352358" y="225256"/>
                  </a:lnTo>
                  <a:lnTo>
                    <a:pt x="352159" y="225163"/>
                  </a:lnTo>
                  <a:lnTo>
                    <a:pt x="351961" y="225068"/>
                  </a:lnTo>
                  <a:lnTo>
                    <a:pt x="351763" y="224973"/>
                  </a:lnTo>
                  <a:lnTo>
                    <a:pt x="351565" y="224878"/>
                  </a:lnTo>
                  <a:lnTo>
                    <a:pt x="351368" y="224781"/>
                  </a:lnTo>
                  <a:lnTo>
                    <a:pt x="351171" y="224684"/>
                  </a:lnTo>
                  <a:lnTo>
                    <a:pt x="350975" y="224587"/>
                  </a:lnTo>
                  <a:lnTo>
                    <a:pt x="350778" y="224488"/>
                  </a:lnTo>
                  <a:lnTo>
                    <a:pt x="350582" y="224389"/>
                  </a:lnTo>
                  <a:lnTo>
                    <a:pt x="350387" y="224289"/>
                  </a:lnTo>
                  <a:lnTo>
                    <a:pt x="350192" y="224189"/>
                  </a:lnTo>
                  <a:lnTo>
                    <a:pt x="349997" y="224088"/>
                  </a:lnTo>
                  <a:lnTo>
                    <a:pt x="349802" y="223986"/>
                  </a:lnTo>
                  <a:lnTo>
                    <a:pt x="349608" y="223884"/>
                  </a:lnTo>
                  <a:lnTo>
                    <a:pt x="349414" y="223780"/>
                  </a:lnTo>
                  <a:lnTo>
                    <a:pt x="349221" y="223676"/>
                  </a:lnTo>
                  <a:lnTo>
                    <a:pt x="349028" y="223572"/>
                  </a:lnTo>
                  <a:lnTo>
                    <a:pt x="348835" y="223467"/>
                  </a:lnTo>
                  <a:lnTo>
                    <a:pt x="348643" y="223361"/>
                  </a:lnTo>
                  <a:lnTo>
                    <a:pt x="348451" y="223254"/>
                  </a:lnTo>
                  <a:lnTo>
                    <a:pt x="348259" y="223147"/>
                  </a:lnTo>
                  <a:lnTo>
                    <a:pt x="348068" y="223039"/>
                  </a:lnTo>
                  <a:lnTo>
                    <a:pt x="347877" y="222931"/>
                  </a:lnTo>
                  <a:lnTo>
                    <a:pt x="347687" y="222821"/>
                  </a:lnTo>
                  <a:lnTo>
                    <a:pt x="347497" y="222711"/>
                  </a:lnTo>
                  <a:lnTo>
                    <a:pt x="347307" y="222601"/>
                  </a:lnTo>
                  <a:lnTo>
                    <a:pt x="347118" y="222490"/>
                  </a:lnTo>
                  <a:lnTo>
                    <a:pt x="346929" y="222378"/>
                  </a:lnTo>
                  <a:lnTo>
                    <a:pt x="346740" y="222265"/>
                  </a:lnTo>
                  <a:lnTo>
                    <a:pt x="346552" y="222152"/>
                  </a:lnTo>
                  <a:lnTo>
                    <a:pt x="346364" y="222038"/>
                  </a:lnTo>
                  <a:lnTo>
                    <a:pt x="346177" y="221924"/>
                  </a:lnTo>
                  <a:lnTo>
                    <a:pt x="345990" y="221808"/>
                  </a:lnTo>
                  <a:lnTo>
                    <a:pt x="345617" y="221576"/>
                  </a:lnTo>
                  <a:lnTo>
                    <a:pt x="345432" y="221459"/>
                  </a:lnTo>
                  <a:lnTo>
                    <a:pt x="345246" y="221341"/>
                  </a:lnTo>
                  <a:lnTo>
                    <a:pt x="345061" y="221223"/>
                  </a:lnTo>
                  <a:lnTo>
                    <a:pt x="344877" y="221104"/>
                  </a:lnTo>
                  <a:lnTo>
                    <a:pt x="344690" y="220982"/>
                  </a:lnTo>
                  <a:lnTo>
                    <a:pt x="344504" y="220860"/>
                  </a:lnTo>
                  <a:lnTo>
                    <a:pt x="344318" y="220737"/>
                  </a:lnTo>
                  <a:lnTo>
                    <a:pt x="344132" y="220614"/>
                  </a:lnTo>
                  <a:lnTo>
                    <a:pt x="343948" y="220490"/>
                  </a:lnTo>
                  <a:lnTo>
                    <a:pt x="343763" y="220365"/>
                  </a:lnTo>
                  <a:lnTo>
                    <a:pt x="343579" y="220240"/>
                  </a:lnTo>
                  <a:lnTo>
                    <a:pt x="343395" y="220114"/>
                  </a:lnTo>
                  <a:lnTo>
                    <a:pt x="343212" y="219987"/>
                  </a:lnTo>
                  <a:lnTo>
                    <a:pt x="343029" y="219860"/>
                  </a:lnTo>
                  <a:lnTo>
                    <a:pt x="342847" y="219732"/>
                  </a:lnTo>
                  <a:lnTo>
                    <a:pt x="342665" y="219603"/>
                  </a:lnTo>
                  <a:lnTo>
                    <a:pt x="342484" y="219474"/>
                  </a:lnTo>
                  <a:lnTo>
                    <a:pt x="342303" y="219344"/>
                  </a:lnTo>
                  <a:lnTo>
                    <a:pt x="342122" y="219214"/>
                  </a:lnTo>
                  <a:lnTo>
                    <a:pt x="341942" y="219082"/>
                  </a:lnTo>
                  <a:lnTo>
                    <a:pt x="341763" y="218950"/>
                  </a:lnTo>
                  <a:lnTo>
                    <a:pt x="341584" y="218818"/>
                  </a:lnTo>
                  <a:lnTo>
                    <a:pt x="341409" y="218688"/>
                  </a:lnTo>
                  <a:lnTo>
                    <a:pt x="341234" y="218557"/>
                  </a:lnTo>
                  <a:lnTo>
                    <a:pt x="341060" y="218425"/>
                  </a:lnTo>
                  <a:lnTo>
                    <a:pt x="340887" y="218293"/>
                  </a:lnTo>
                  <a:lnTo>
                    <a:pt x="340714" y="218161"/>
                  </a:lnTo>
                  <a:lnTo>
                    <a:pt x="340541" y="218027"/>
                  </a:lnTo>
                  <a:lnTo>
                    <a:pt x="340369" y="217894"/>
                  </a:lnTo>
                  <a:lnTo>
                    <a:pt x="340198" y="217759"/>
                  </a:lnTo>
                  <a:lnTo>
                    <a:pt x="340027" y="217624"/>
                  </a:lnTo>
                  <a:lnTo>
                    <a:pt x="339856" y="217488"/>
                  </a:lnTo>
                  <a:lnTo>
                    <a:pt x="339686" y="217352"/>
                  </a:lnTo>
                  <a:lnTo>
                    <a:pt x="339516" y="217215"/>
                  </a:lnTo>
                  <a:lnTo>
                    <a:pt x="339347" y="217078"/>
                  </a:lnTo>
                  <a:lnTo>
                    <a:pt x="339178" y="216940"/>
                  </a:lnTo>
                  <a:lnTo>
                    <a:pt x="339010" y="216801"/>
                  </a:lnTo>
                  <a:lnTo>
                    <a:pt x="338842" y="216662"/>
                  </a:lnTo>
                  <a:lnTo>
                    <a:pt x="338674" y="216522"/>
                  </a:lnTo>
                  <a:lnTo>
                    <a:pt x="338508" y="216382"/>
                  </a:lnTo>
                  <a:lnTo>
                    <a:pt x="338341" y="216241"/>
                  </a:lnTo>
                  <a:lnTo>
                    <a:pt x="338175" y="216100"/>
                  </a:lnTo>
                  <a:lnTo>
                    <a:pt x="338010" y="215958"/>
                  </a:lnTo>
                  <a:lnTo>
                    <a:pt x="337845" y="215815"/>
                  </a:lnTo>
                  <a:lnTo>
                    <a:pt x="337681" y="215672"/>
                  </a:lnTo>
                  <a:lnTo>
                    <a:pt x="337517" y="215528"/>
                  </a:lnTo>
                  <a:lnTo>
                    <a:pt x="337353" y="215384"/>
                  </a:lnTo>
                  <a:lnTo>
                    <a:pt x="337190" y="215239"/>
                  </a:lnTo>
                  <a:lnTo>
                    <a:pt x="337028" y="215093"/>
                  </a:lnTo>
                  <a:lnTo>
                    <a:pt x="336866" y="214947"/>
                  </a:lnTo>
                  <a:lnTo>
                    <a:pt x="336705" y="214801"/>
                  </a:lnTo>
                  <a:lnTo>
                    <a:pt x="336544" y="214653"/>
                  </a:lnTo>
                  <a:lnTo>
                    <a:pt x="336383" y="214506"/>
                  </a:lnTo>
                  <a:lnTo>
                    <a:pt x="336223" y="214357"/>
                  </a:lnTo>
                  <a:lnTo>
                    <a:pt x="336064" y="214209"/>
                  </a:lnTo>
                  <a:lnTo>
                    <a:pt x="335905" y="214059"/>
                  </a:lnTo>
                  <a:lnTo>
                    <a:pt x="335747" y="213909"/>
                  </a:lnTo>
                  <a:lnTo>
                    <a:pt x="335589" y="213759"/>
                  </a:lnTo>
                  <a:lnTo>
                    <a:pt x="335432" y="213608"/>
                  </a:lnTo>
                  <a:lnTo>
                    <a:pt x="335275" y="213456"/>
                  </a:lnTo>
                  <a:lnTo>
                    <a:pt x="335119" y="213304"/>
                  </a:lnTo>
                  <a:lnTo>
                    <a:pt x="334963" y="213151"/>
                  </a:lnTo>
                  <a:lnTo>
                    <a:pt x="334808" y="212998"/>
                  </a:lnTo>
                  <a:lnTo>
                    <a:pt x="334653" y="212844"/>
                  </a:lnTo>
                  <a:lnTo>
                    <a:pt x="334499" y="212690"/>
                  </a:lnTo>
                  <a:lnTo>
                    <a:pt x="334345" y="212535"/>
                  </a:lnTo>
                  <a:lnTo>
                    <a:pt x="334192" y="212380"/>
                  </a:lnTo>
                  <a:lnTo>
                    <a:pt x="334039" y="212224"/>
                  </a:lnTo>
                  <a:lnTo>
                    <a:pt x="333887" y="212068"/>
                  </a:lnTo>
                  <a:lnTo>
                    <a:pt x="333736" y="211911"/>
                  </a:lnTo>
                  <a:lnTo>
                    <a:pt x="333585" y="211753"/>
                  </a:lnTo>
                  <a:lnTo>
                    <a:pt x="333435" y="211595"/>
                  </a:lnTo>
                  <a:lnTo>
                    <a:pt x="333285" y="211437"/>
                  </a:lnTo>
                  <a:lnTo>
                    <a:pt x="333136" y="211278"/>
                  </a:lnTo>
                  <a:lnTo>
                    <a:pt x="332987" y="211118"/>
                  </a:lnTo>
                  <a:lnTo>
                    <a:pt x="332839" y="210958"/>
                  </a:lnTo>
                  <a:lnTo>
                    <a:pt x="332691" y="210797"/>
                  </a:lnTo>
                  <a:lnTo>
                    <a:pt x="332544" y="210636"/>
                  </a:lnTo>
                  <a:lnTo>
                    <a:pt x="332397" y="210475"/>
                  </a:lnTo>
                  <a:lnTo>
                    <a:pt x="332251" y="210313"/>
                  </a:lnTo>
                  <a:lnTo>
                    <a:pt x="332106" y="210150"/>
                  </a:lnTo>
                  <a:lnTo>
                    <a:pt x="331961" y="209987"/>
                  </a:lnTo>
                  <a:lnTo>
                    <a:pt x="331817" y="209823"/>
                  </a:lnTo>
                  <a:lnTo>
                    <a:pt x="331673" y="209659"/>
                  </a:lnTo>
                  <a:lnTo>
                    <a:pt x="331530" y="209495"/>
                  </a:lnTo>
                  <a:lnTo>
                    <a:pt x="331388" y="209329"/>
                  </a:lnTo>
                  <a:lnTo>
                    <a:pt x="331246" y="209164"/>
                  </a:lnTo>
                  <a:lnTo>
                    <a:pt x="331104" y="208998"/>
                  </a:lnTo>
                  <a:lnTo>
                    <a:pt x="330963" y="208831"/>
                  </a:lnTo>
                  <a:lnTo>
                    <a:pt x="330823" y="208664"/>
                  </a:lnTo>
                  <a:lnTo>
                    <a:pt x="330683" y="208497"/>
                  </a:lnTo>
                  <a:lnTo>
                    <a:pt x="330544" y="208328"/>
                  </a:lnTo>
                  <a:lnTo>
                    <a:pt x="330406" y="208160"/>
                  </a:lnTo>
                  <a:lnTo>
                    <a:pt x="330268" y="207991"/>
                  </a:lnTo>
                  <a:lnTo>
                    <a:pt x="330130" y="207821"/>
                  </a:lnTo>
                  <a:lnTo>
                    <a:pt x="329993" y="207651"/>
                  </a:lnTo>
                  <a:lnTo>
                    <a:pt x="329857" y="207481"/>
                  </a:lnTo>
                  <a:lnTo>
                    <a:pt x="329722" y="207310"/>
                  </a:lnTo>
                  <a:lnTo>
                    <a:pt x="329587" y="207139"/>
                  </a:lnTo>
                  <a:lnTo>
                    <a:pt x="329452" y="206967"/>
                  </a:lnTo>
                  <a:lnTo>
                    <a:pt x="329293" y="206783"/>
                  </a:lnTo>
                  <a:lnTo>
                    <a:pt x="329134" y="206599"/>
                  </a:lnTo>
                  <a:lnTo>
                    <a:pt x="328975" y="206415"/>
                  </a:lnTo>
                  <a:lnTo>
                    <a:pt x="328818" y="206229"/>
                  </a:lnTo>
                  <a:lnTo>
                    <a:pt x="328661" y="206044"/>
                  </a:lnTo>
                  <a:lnTo>
                    <a:pt x="328348" y="205671"/>
                  </a:lnTo>
                  <a:lnTo>
                    <a:pt x="328192" y="205484"/>
                  </a:lnTo>
                  <a:lnTo>
                    <a:pt x="328038" y="205297"/>
                  </a:lnTo>
                  <a:lnTo>
                    <a:pt x="327883" y="205109"/>
                  </a:lnTo>
                  <a:lnTo>
                    <a:pt x="327730" y="204920"/>
                  </a:lnTo>
                  <a:lnTo>
                    <a:pt x="327577" y="204731"/>
                  </a:lnTo>
                  <a:lnTo>
                    <a:pt x="327424" y="204542"/>
                  </a:lnTo>
                  <a:lnTo>
                    <a:pt x="327272" y="204352"/>
                  </a:lnTo>
                  <a:lnTo>
                    <a:pt x="327121" y="204161"/>
                  </a:lnTo>
                  <a:lnTo>
                    <a:pt x="326970" y="203970"/>
                  </a:lnTo>
                  <a:lnTo>
                    <a:pt x="326820" y="203779"/>
                  </a:lnTo>
                  <a:lnTo>
                    <a:pt x="326671" y="203587"/>
                  </a:lnTo>
                  <a:lnTo>
                    <a:pt x="326522" y="203395"/>
                  </a:lnTo>
                  <a:lnTo>
                    <a:pt x="326373" y="203202"/>
                  </a:lnTo>
                  <a:lnTo>
                    <a:pt x="326226" y="203009"/>
                  </a:lnTo>
                  <a:lnTo>
                    <a:pt x="326079" y="202815"/>
                  </a:lnTo>
                  <a:lnTo>
                    <a:pt x="325786" y="202426"/>
                  </a:lnTo>
                  <a:lnTo>
                    <a:pt x="325641" y="202231"/>
                  </a:lnTo>
                  <a:lnTo>
                    <a:pt x="325497" y="202035"/>
                  </a:lnTo>
                  <a:lnTo>
                    <a:pt x="325353" y="201839"/>
                  </a:lnTo>
                  <a:lnTo>
                    <a:pt x="325209" y="201643"/>
                  </a:lnTo>
                  <a:lnTo>
                    <a:pt x="325066" y="201446"/>
                  </a:lnTo>
                  <a:lnTo>
                    <a:pt x="324924" y="201248"/>
                  </a:lnTo>
                  <a:lnTo>
                    <a:pt x="324783" y="201051"/>
                  </a:lnTo>
                  <a:lnTo>
                    <a:pt x="324642" y="200852"/>
                  </a:lnTo>
                  <a:lnTo>
                    <a:pt x="324501" y="200654"/>
                  </a:lnTo>
                  <a:lnTo>
                    <a:pt x="324362" y="200455"/>
                  </a:lnTo>
                  <a:lnTo>
                    <a:pt x="324084" y="200055"/>
                  </a:lnTo>
                  <a:lnTo>
                    <a:pt x="323946" y="199854"/>
                  </a:lnTo>
                  <a:lnTo>
                    <a:pt x="323673" y="199452"/>
                  </a:lnTo>
                  <a:lnTo>
                    <a:pt x="323537" y="199250"/>
                  </a:lnTo>
                  <a:lnTo>
                    <a:pt x="323402" y="199048"/>
                  </a:lnTo>
                  <a:lnTo>
                    <a:pt x="323267" y="198845"/>
                  </a:lnTo>
                  <a:lnTo>
                    <a:pt x="323133" y="198642"/>
                  </a:lnTo>
                  <a:lnTo>
                    <a:pt x="322867" y="198235"/>
                  </a:lnTo>
                  <a:lnTo>
                    <a:pt x="322735" y="198031"/>
                  </a:lnTo>
                  <a:lnTo>
                    <a:pt x="322603" y="197826"/>
                  </a:lnTo>
                  <a:lnTo>
                    <a:pt x="322472" y="197621"/>
                  </a:lnTo>
                  <a:lnTo>
                    <a:pt x="322084" y="197003"/>
                  </a:lnTo>
                  <a:lnTo>
                    <a:pt x="321956" y="196796"/>
                  </a:lnTo>
                  <a:lnTo>
                    <a:pt x="321828" y="196589"/>
                  </a:lnTo>
                  <a:lnTo>
                    <a:pt x="321575" y="196173"/>
                  </a:lnTo>
                  <a:lnTo>
                    <a:pt x="321324" y="195756"/>
                  </a:lnTo>
                  <a:lnTo>
                    <a:pt x="321200" y="195547"/>
                  </a:lnTo>
                  <a:lnTo>
                    <a:pt x="321076" y="195337"/>
                  </a:lnTo>
                  <a:lnTo>
                    <a:pt x="320953" y="195127"/>
                  </a:lnTo>
                  <a:lnTo>
                    <a:pt x="320803" y="194869"/>
                  </a:lnTo>
                  <a:lnTo>
                    <a:pt x="320709" y="194706"/>
                  </a:lnTo>
                  <a:lnTo>
                    <a:pt x="320588" y="194495"/>
                  </a:lnTo>
                  <a:lnTo>
                    <a:pt x="320468" y="194284"/>
                  </a:lnTo>
                  <a:lnTo>
                    <a:pt x="320348" y="194072"/>
                  </a:lnTo>
                  <a:lnTo>
                    <a:pt x="320111" y="193647"/>
                  </a:lnTo>
                  <a:lnTo>
                    <a:pt x="319993" y="193434"/>
                  </a:lnTo>
                  <a:lnTo>
                    <a:pt x="319876" y="193221"/>
                  </a:lnTo>
                  <a:lnTo>
                    <a:pt x="319760" y="193007"/>
                  </a:lnTo>
                  <a:lnTo>
                    <a:pt x="319529" y="192578"/>
                  </a:lnTo>
                  <a:lnTo>
                    <a:pt x="319415" y="192363"/>
                  </a:lnTo>
                  <a:lnTo>
                    <a:pt x="319301" y="192148"/>
                  </a:lnTo>
                  <a:lnTo>
                    <a:pt x="319188" y="191933"/>
                  </a:lnTo>
                  <a:lnTo>
                    <a:pt x="319076" y="191717"/>
                  </a:lnTo>
                  <a:lnTo>
                    <a:pt x="318939" y="191452"/>
                  </a:lnTo>
                  <a:lnTo>
                    <a:pt x="318828" y="191235"/>
                  </a:lnTo>
                  <a:lnTo>
                    <a:pt x="318743" y="191067"/>
                  </a:lnTo>
                  <a:lnTo>
                    <a:pt x="318633" y="190850"/>
                  </a:lnTo>
                  <a:lnTo>
                    <a:pt x="318524" y="190632"/>
                  </a:lnTo>
                  <a:lnTo>
                    <a:pt x="318378" y="190337"/>
                  </a:lnTo>
                  <a:lnTo>
                    <a:pt x="318308" y="190196"/>
                  </a:lnTo>
                  <a:lnTo>
                    <a:pt x="318185" y="189943"/>
                  </a:lnTo>
                  <a:lnTo>
                    <a:pt x="318096" y="189758"/>
                  </a:lnTo>
                  <a:lnTo>
                    <a:pt x="317990" y="189539"/>
                  </a:lnTo>
                  <a:lnTo>
                    <a:pt x="317885" y="189319"/>
                  </a:lnTo>
                  <a:lnTo>
                    <a:pt x="317677" y="188879"/>
                  </a:lnTo>
                  <a:lnTo>
                    <a:pt x="317575" y="188658"/>
                  </a:lnTo>
                  <a:lnTo>
                    <a:pt x="317473" y="188437"/>
                  </a:lnTo>
                  <a:lnTo>
                    <a:pt x="317371" y="188216"/>
                  </a:lnTo>
                  <a:lnTo>
                    <a:pt x="317271" y="187994"/>
                  </a:lnTo>
                  <a:lnTo>
                    <a:pt x="317171" y="187772"/>
                  </a:lnTo>
                  <a:lnTo>
                    <a:pt x="317047" y="187494"/>
                  </a:lnTo>
                  <a:lnTo>
                    <a:pt x="316973" y="187327"/>
                  </a:lnTo>
                  <a:lnTo>
                    <a:pt x="316875" y="187105"/>
                  </a:lnTo>
                  <a:lnTo>
                    <a:pt x="316778" y="186881"/>
                  </a:lnTo>
                  <a:lnTo>
                    <a:pt x="316681" y="186658"/>
                  </a:lnTo>
                  <a:lnTo>
                    <a:pt x="316586" y="186434"/>
                  </a:lnTo>
                  <a:lnTo>
                    <a:pt x="316491" y="186210"/>
                  </a:lnTo>
                  <a:lnTo>
                    <a:pt x="316396" y="185986"/>
                  </a:lnTo>
                  <a:lnTo>
                    <a:pt x="316303" y="185761"/>
                  </a:lnTo>
                  <a:lnTo>
                    <a:pt x="316210" y="185536"/>
                  </a:lnTo>
                  <a:lnTo>
                    <a:pt x="316026" y="185085"/>
                  </a:lnTo>
                  <a:lnTo>
                    <a:pt x="315935" y="184860"/>
                  </a:lnTo>
                  <a:lnTo>
                    <a:pt x="315845" y="184633"/>
                  </a:lnTo>
                  <a:lnTo>
                    <a:pt x="315755" y="184407"/>
                  </a:lnTo>
                  <a:lnTo>
                    <a:pt x="315652" y="184142"/>
                  </a:lnTo>
                  <a:lnTo>
                    <a:pt x="315579" y="183953"/>
                  </a:lnTo>
                  <a:lnTo>
                    <a:pt x="315491" y="183726"/>
                  </a:lnTo>
                  <a:lnTo>
                    <a:pt x="315405" y="183499"/>
                  </a:lnTo>
                  <a:lnTo>
                    <a:pt x="315319" y="183271"/>
                  </a:lnTo>
                  <a:lnTo>
                    <a:pt x="315234" y="183043"/>
                  </a:lnTo>
                  <a:lnTo>
                    <a:pt x="315149" y="182814"/>
                  </a:lnTo>
                  <a:lnTo>
                    <a:pt x="314983" y="182357"/>
                  </a:lnTo>
                  <a:lnTo>
                    <a:pt x="314900" y="182128"/>
                  </a:lnTo>
                  <a:lnTo>
                    <a:pt x="314819" y="181898"/>
                  </a:lnTo>
                  <a:lnTo>
                    <a:pt x="314709" y="181585"/>
                  </a:lnTo>
                  <a:lnTo>
                    <a:pt x="314658" y="181439"/>
                  </a:lnTo>
                  <a:lnTo>
                    <a:pt x="314578" y="181209"/>
                  </a:lnTo>
                  <a:lnTo>
                    <a:pt x="314500" y="180978"/>
                  </a:lnTo>
                  <a:lnTo>
                    <a:pt x="314422" y="180748"/>
                  </a:lnTo>
                  <a:lnTo>
                    <a:pt x="314345" y="180517"/>
                  </a:lnTo>
                  <a:lnTo>
                    <a:pt x="314268" y="180286"/>
                  </a:lnTo>
                  <a:lnTo>
                    <a:pt x="314192" y="180054"/>
                  </a:lnTo>
                  <a:lnTo>
                    <a:pt x="314117" y="179823"/>
                  </a:lnTo>
                  <a:lnTo>
                    <a:pt x="314043" y="179591"/>
                  </a:lnTo>
                  <a:lnTo>
                    <a:pt x="313969" y="179359"/>
                  </a:lnTo>
                  <a:lnTo>
                    <a:pt x="313896" y="179127"/>
                  </a:lnTo>
                  <a:lnTo>
                    <a:pt x="313812" y="178853"/>
                  </a:lnTo>
                  <a:lnTo>
                    <a:pt x="313753" y="178661"/>
                  </a:lnTo>
                  <a:lnTo>
                    <a:pt x="313682" y="178428"/>
                  </a:lnTo>
                  <a:lnTo>
                    <a:pt x="313612" y="178195"/>
                  </a:lnTo>
                  <a:lnTo>
                    <a:pt x="313543" y="177962"/>
                  </a:lnTo>
                  <a:lnTo>
                    <a:pt x="313467" y="177701"/>
                  </a:lnTo>
                  <a:lnTo>
                    <a:pt x="313381" y="177406"/>
                  </a:lnTo>
                  <a:lnTo>
                    <a:pt x="313340" y="177260"/>
                  </a:lnTo>
                  <a:lnTo>
                    <a:pt x="313273" y="177026"/>
                  </a:lnTo>
                  <a:lnTo>
                    <a:pt x="313208" y="176791"/>
                  </a:lnTo>
                  <a:lnTo>
                    <a:pt x="313143" y="176557"/>
                  </a:lnTo>
                  <a:lnTo>
                    <a:pt x="313079" y="176322"/>
                  </a:lnTo>
                  <a:lnTo>
                    <a:pt x="313015" y="176087"/>
                  </a:lnTo>
                  <a:lnTo>
                    <a:pt x="312953" y="175852"/>
                  </a:lnTo>
                  <a:lnTo>
                    <a:pt x="312891" y="175616"/>
                  </a:lnTo>
                  <a:lnTo>
                    <a:pt x="312830" y="175380"/>
                  </a:lnTo>
                  <a:lnTo>
                    <a:pt x="312769" y="175144"/>
                  </a:lnTo>
                  <a:lnTo>
                    <a:pt x="312710" y="174908"/>
                  </a:lnTo>
                  <a:lnTo>
                    <a:pt x="312651" y="174672"/>
                  </a:lnTo>
                  <a:lnTo>
                    <a:pt x="312592" y="174436"/>
                  </a:lnTo>
                  <a:lnTo>
                    <a:pt x="312535" y="174199"/>
                  </a:lnTo>
                  <a:lnTo>
                    <a:pt x="312478" y="173962"/>
                  </a:lnTo>
                  <a:lnTo>
                    <a:pt x="312422" y="173725"/>
                  </a:lnTo>
                  <a:lnTo>
                    <a:pt x="312367" y="173488"/>
                  </a:lnTo>
                  <a:lnTo>
                    <a:pt x="312313" y="173251"/>
                  </a:lnTo>
                  <a:lnTo>
                    <a:pt x="312259" y="173013"/>
                  </a:lnTo>
                  <a:lnTo>
                    <a:pt x="312206" y="172776"/>
                  </a:lnTo>
                  <a:lnTo>
                    <a:pt x="312154" y="172538"/>
                  </a:lnTo>
                  <a:lnTo>
                    <a:pt x="312102" y="172300"/>
                  </a:lnTo>
                  <a:lnTo>
                    <a:pt x="312052" y="172062"/>
                  </a:lnTo>
                  <a:lnTo>
                    <a:pt x="312001" y="171823"/>
                  </a:lnTo>
                  <a:lnTo>
                    <a:pt x="311952" y="171585"/>
                  </a:lnTo>
                  <a:lnTo>
                    <a:pt x="311904" y="171346"/>
                  </a:lnTo>
                  <a:lnTo>
                    <a:pt x="311851" y="171081"/>
                  </a:lnTo>
                  <a:lnTo>
                    <a:pt x="311809" y="170868"/>
                  </a:lnTo>
                  <a:lnTo>
                    <a:pt x="311763" y="170629"/>
                  </a:lnTo>
                  <a:lnTo>
                    <a:pt x="311717" y="170390"/>
                  </a:lnTo>
                  <a:lnTo>
                    <a:pt x="311672" y="170151"/>
                  </a:lnTo>
                  <a:lnTo>
                    <a:pt x="311628" y="169911"/>
                  </a:lnTo>
                  <a:lnTo>
                    <a:pt x="311585" y="169672"/>
                  </a:lnTo>
                  <a:lnTo>
                    <a:pt x="310489" y="160860"/>
                  </a:lnTo>
                  <a:lnTo>
                    <a:pt x="309337" y="151613"/>
                  </a:lnTo>
                  <a:lnTo>
                    <a:pt x="307705" y="140824"/>
                  </a:lnTo>
                  <a:lnTo>
                    <a:pt x="305455" y="123187"/>
                  </a:lnTo>
                  <a:close/>
                </a:path>
              </a:pathLst>
            </a:custGeom>
            <a:solidFill>
              <a:srgbClr val="F9A9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7"/>
            <p:cNvSpPr/>
            <p:nvPr/>
          </p:nvSpPr>
          <p:spPr>
            <a:xfrm>
              <a:off x="4284411" y="3420437"/>
              <a:ext cx="308315" cy="359104"/>
            </a:xfrm>
            <a:custGeom>
              <a:avLst/>
              <a:gdLst/>
              <a:ahLst/>
              <a:cxnLst/>
              <a:rect l="0" t="0" r="0" b="0"/>
              <a:pathLst>
                <a:path w="308315" h="359104">
                  <a:moveTo>
                    <a:pt x="195032" y="20408"/>
                  </a:moveTo>
                  <a:lnTo>
                    <a:pt x="192995" y="19733"/>
                  </a:lnTo>
                  <a:lnTo>
                    <a:pt x="185495" y="17177"/>
                  </a:lnTo>
                  <a:lnTo>
                    <a:pt x="178031" y="14517"/>
                  </a:lnTo>
                  <a:lnTo>
                    <a:pt x="170605" y="11754"/>
                  </a:lnTo>
                  <a:lnTo>
                    <a:pt x="163217" y="8887"/>
                  </a:lnTo>
                  <a:lnTo>
                    <a:pt x="155405" y="5790"/>
                  </a:lnTo>
                  <a:lnTo>
                    <a:pt x="151470" y="4212"/>
                  </a:lnTo>
                  <a:lnTo>
                    <a:pt x="148354" y="2992"/>
                  </a:lnTo>
                  <a:lnTo>
                    <a:pt x="145198" y="1883"/>
                  </a:lnTo>
                  <a:lnTo>
                    <a:pt x="142005" y="886"/>
                  </a:lnTo>
                  <a:lnTo>
                    <a:pt x="140389" y="459"/>
                  </a:lnTo>
                  <a:lnTo>
                    <a:pt x="138744" y="163"/>
                  </a:lnTo>
                  <a:lnTo>
                    <a:pt x="137081" y="0"/>
                  </a:lnTo>
                  <a:lnTo>
                    <a:pt x="131456" y="278"/>
                  </a:lnTo>
                  <a:lnTo>
                    <a:pt x="129541" y="549"/>
                  </a:lnTo>
                  <a:lnTo>
                    <a:pt x="127646" y="938"/>
                  </a:lnTo>
                  <a:lnTo>
                    <a:pt x="125756" y="1449"/>
                  </a:lnTo>
                  <a:lnTo>
                    <a:pt x="123902" y="2078"/>
                  </a:lnTo>
                  <a:lnTo>
                    <a:pt x="122091" y="2821"/>
                  </a:lnTo>
                  <a:lnTo>
                    <a:pt x="120329" y="3675"/>
                  </a:lnTo>
                  <a:lnTo>
                    <a:pt x="118623" y="4638"/>
                  </a:lnTo>
                  <a:lnTo>
                    <a:pt x="116934" y="5738"/>
                  </a:lnTo>
                  <a:lnTo>
                    <a:pt x="115318" y="6945"/>
                  </a:lnTo>
                  <a:lnTo>
                    <a:pt x="108499" y="12484"/>
                  </a:lnTo>
                  <a:lnTo>
                    <a:pt x="101872" y="18544"/>
                  </a:lnTo>
                  <a:lnTo>
                    <a:pt x="101245" y="19060"/>
                  </a:lnTo>
                  <a:lnTo>
                    <a:pt x="99394" y="20617"/>
                  </a:lnTo>
                  <a:lnTo>
                    <a:pt x="99093" y="20864"/>
                  </a:lnTo>
                  <a:lnTo>
                    <a:pt x="98260" y="21563"/>
                  </a:lnTo>
                  <a:lnTo>
                    <a:pt x="96944" y="22616"/>
                  </a:lnTo>
                  <a:lnTo>
                    <a:pt x="96609" y="22884"/>
                  </a:lnTo>
                  <a:lnTo>
                    <a:pt x="96340" y="23104"/>
                  </a:lnTo>
                  <a:lnTo>
                    <a:pt x="95778" y="23562"/>
                  </a:lnTo>
                  <a:lnTo>
                    <a:pt x="93550" y="25384"/>
                  </a:lnTo>
                  <a:lnTo>
                    <a:pt x="93077" y="22047"/>
                  </a:lnTo>
                  <a:lnTo>
                    <a:pt x="91199" y="23563"/>
                  </a:lnTo>
                  <a:lnTo>
                    <a:pt x="89754" y="24734"/>
                  </a:lnTo>
                  <a:lnTo>
                    <a:pt x="85423" y="28266"/>
                  </a:lnTo>
                  <a:lnTo>
                    <a:pt x="79036" y="33495"/>
                  </a:lnTo>
                  <a:lnTo>
                    <a:pt x="70973" y="40084"/>
                  </a:lnTo>
                  <a:lnTo>
                    <a:pt x="61811" y="47572"/>
                  </a:lnTo>
                  <a:lnTo>
                    <a:pt x="53313" y="54894"/>
                  </a:lnTo>
                  <a:lnTo>
                    <a:pt x="50786" y="57050"/>
                  </a:lnTo>
                  <a:lnTo>
                    <a:pt x="48897" y="58621"/>
                  </a:lnTo>
                  <a:lnTo>
                    <a:pt x="44980" y="61756"/>
                  </a:lnTo>
                  <a:lnTo>
                    <a:pt x="41044" y="64907"/>
                  </a:lnTo>
                  <a:lnTo>
                    <a:pt x="36304" y="68659"/>
                  </a:lnTo>
                  <a:lnTo>
                    <a:pt x="33866" y="70375"/>
                  </a:lnTo>
                  <a:lnTo>
                    <a:pt x="33897" y="70771"/>
                  </a:lnTo>
                  <a:lnTo>
                    <a:pt x="33003" y="71371"/>
                  </a:lnTo>
                  <a:lnTo>
                    <a:pt x="32820" y="71432"/>
                  </a:lnTo>
                  <a:lnTo>
                    <a:pt x="32679" y="71371"/>
                  </a:lnTo>
                  <a:lnTo>
                    <a:pt x="32601" y="71229"/>
                  </a:lnTo>
                  <a:lnTo>
                    <a:pt x="31411" y="72011"/>
                  </a:lnTo>
                  <a:lnTo>
                    <a:pt x="29553" y="73135"/>
                  </a:lnTo>
                  <a:lnTo>
                    <a:pt x="27403" y="74314"/>
                  </a:lnTo>
                  <a:lnTo>
                    <a:pt x="25881" y="75059"/>
                  </a:lnTo>
                  <a:lnTo>
                    <a:pt x="23163" y="76282"/>
                  </a:lnTo>
                  <a:lnTo>
                    <a:pt x="21124" y="77166"/>
                  </a:lnTo>
                  <a:lnTo>
                    <a:pt x="19563" y="77789"/>
                  </a:lnTo>
                  <a:lnTo>
                    <a:pt x="15939" y="79084"/>
                  </a:lnTo>
                  <a:lnTo>
                    <a:pt x="8575" y="81723"/>
                  </a:lnTo>
                  <a:lnTo>
                    <a:pt x="5688" y="82760"/>
                  </a:lnTo>
                  <a:lnTo>
                    <a:pt x="2309" y="83979"/>
                  </a:lnTo>
                  <a:lnTo>
                    <a:pt x="2248" y="84363"/>
                  </a:lnTo>
                  <a:lnTo>
                    <a:pt x="0" y="85221"/>
                  </a:lnTo>
                  <a:lnTo>
                    <a:pt x="1115" y="87242"/>
                  </a:lnTo>
                  <a:lnTo>
                    <a:pt x="21880" y="124866"/>
                  </a:lnTo>
                  <a:lnTo>
                    <a:pt x="36256" y="137729"/>
                  </a:lnTo>
                  <a:lnTo>
                    <a:pt x="37330" y="138690"/>
                  </a:lnTo>
                  <a:lnTo>
                    <a:pt x="33148" y="144373"/>
                  </a:lnTo>
                  <a:lnTo>
                    <a:pt x="33537" y="144807"/>
                  </a:lnTo>
                  <a:lnTo>
                    <a:pt x="34127" y="145467"/>
                  </a:lnTo>
                  <a:lnTo>
                    <a:pt x="65825" y="181975"/>
                  </a:lnTo>
                  <a:lnTo>
                    <a:pt x="56871" y="199723"/>
                  </a:lnTo>
                  <a:lnTo>
                    <a:pt x="39990" y="224973"/>
                  </a:lnTo>
                  <a:lnTo>
                    <a:pt x="40525" y="225664"/>
                  </a:lnTo>
                  <a:lnTo>
                    <a:pt x="45347" y="231904"/>
                  </a:lnTo>
                  <a:lnTo>
                    <a:pt x="51923" y="240415"/>
                  </a:lnTo>
                  <a:lnTo>
                    <a:pt x="52469" y="241121"/>
                  </a:lnTo>
                  <a:lnTo>
                    <a:pt x="55061" y="244475"/>
                  </a:lnTo>
                  <a:lnTo>
                    <a:pt x="62708" y="254371"/>
                  </a:lnTo>
                  <a:lnTo>
                    <a:pt x="70100" y="263938"/>
                  </a:lnTo>
                  <a:lnTo>
                    <a:pt x="76467" y="270749"/>
                  </a:lnTo>
                  <a:lnTo>
                    <a:pt x="90488" y="292269"/>
                  </a:lnTo>
                  <a:lnTo>
                    <a:pt x="119005" y="336043"/>
                  </a:lnTo>
                  <a:lnTo>
                    <a:pt x="125481" y="345984"/>
                  </a:lnTo>
                  <a:lnTo>
                    <a:pt x="126424" y="347430"/>
                  </a:lnTo>
                  <a:lnTo>
                    <a:pt x="128780" y="351058"/>
                  </a:lnTo>
                  <a:lnTo>
                    <a:pt x="134153" y="359104"/>
                  </a:lnTo>
                  <a:lnTo>
                    <a:pt x="171451" y="340725"/>
                  </a:lnTo>
                  <a:lnTo>
                    <a:pt x="174414" y="339264"/>
                  </a:lnTo>
                  <a:lnTo>
                    <a:pt x="174906" y="339077"/>
                  </a:lnTo>
                  <a:lnTo>
                    <a:pt x="177569" y="339659"/>
                  </a:lnTo>
                  <a:lnTo>
                    <a:pt x="177784" y="339541"/>
                  </a:lnTo>
                  <a:lnTo>
                    <a:pt x="177930" y="339830"/>
                  </a:lnTo>
                  <a:lnTo>
                    <a:pt x="178369" y="339981"/>
                  </a:lnTo>
                  <a:lnTo>
                    <a:pt x="183869" y="338368"/>
                  </a:lnTo>
                  <a:lnTo>
                    <a:pt x="184844" y="338624"/>
                  </a:lnTo>
                  <a:lnTo>
                    <a:pt x="190064" y="336074"/>
                  </a:lnTo>
                  <a:lnTo>
                    <a:pt x="196399" y="332980"/>
                  </a:lnTo>
                  <a:lnTo>
                    <a:pt x="197289" y="332510"/>
                  </a:lnTo>
                  <a:lnTo>
                    <a:pt x="197769" y="332286"/>
                  </a:lnTo>
                  <a:lnTo>
                    <a:pt x="198060" y="332614"/>
                  </a:lnTo>
                  <a:lnTo>
                    <a:pt x="198880" y="332226"/>
                  </a:lnTo>
                  <a:lnTo>
                    <a:pt x="200957" y="331248"/>
                  </a:lnTo>
                  <a:lnTo>
                    <a:pt x="200875" y="330574"/>
                  </a:lnTo>
                  <a:lnTo>
                    <a:pt x="200793" y="329796"/>
                  </a:lnTo>
                  <a:lnTo>
                    <a:pt x="200761" y="329460"/>
                  </a:lnTo>
                  <a:lnTo>
                    <a:pt x="200723" y="329017"/>
                  </a:lnTo>
                  <a:lnTo>
                    <a:pt x="200666" y="328237"/>
                  </a:lnTo>
                  <a:lnTo>
                    <a:pt x="200633" y="327666"/>
                  </a:lnTo>
                  <a:lnTo>
                    <a:pt x="200408" y="322772"/>
                  </a:lnTo>
                  <a:lnTo>
                    <a:pt x="200453" y="320314"/>
                  </a:lnTo>
                  <a:lnTo>
                    <a:pt x="200487" y="319965"/>
                  </a:lnTo>
                  <a:lnTo>
                    <a:pt x="200544" y="319620"/>
                  </a:lnTo>
                  <a:lnTo>
                    <a:pt x="200624" y="319278"/>
                  </a:lnTo>
                  <a:lnTo>
                    <a:pt x="200663" y="319140"/>
                  </a:lnTo>
                  <a:lnTo>
                    <a:pt x="200725" y="318943"/>
                  </a:lnTo>
                  <a:lnTo>
                    <a:pt x="200848" y="318615"/>
                  </a:lnTo>
                  <a:lnTo>
                    <a:pt x="200992" y="318296"/>
                  </a:lnTo>
                  <a:lnTo>
                    <a:pt x="201157" y="317988"/>
                  </a:lnTo>
                  <a:lnTo>
                    <a:pt x="203486" y="313548"/>
                  </a:lnTo>
                  <a:lnTo>
                    <a:pt x="206670" y="311301"/>
                  </a:lnTo>
                  <a:lnTo>
                    <a:pt x="208566" y="310934"/>
                  </a:lnTo>
                  <a:lnTo>
                    <a:pt x="208788" y="310894"/>
                  </a:lnTo>
                  <a:lnTo>
                    <a:pt x="209152" y="310809"/>
                  </a:lnTo>
                  <a:lnTo>
                    <a:pt x="209376" y="310744"/>
                  </a:lnTo>
                  <a:lnTo>
                    <a:pt x="209510" y="310700"/>
                  </a:lnTo>
                  <a:lnTo>
                    <a:pt x="209860" y="310568"/>
                  </a:lnTo>
                  <a:lnTo>
                    <a:pt x="210150" y="310439"/>
                  </a:lnTo>
                  <a:lnTo>
                    <a:pt x="215421" y="307945"/>
                  </a:lnTo>
                  <a:lnTo>
                    <a:pt x="221669" y="305121"/>
                  </a:lnTo>
                  <a:lnTo>
                    <a:pt x="230984" y="300699"/>
                  </a:lnTo>
                  <a:lnTo>
                    <a:pt x="239419" y="296697"/>
                  </a:lnTo>
                  <a:lnTo>
                    <a:pt x="240023" y="296429"/>
                  </a:lnTo>
                  <a:lnTo>
                    <a:pt x="240632" y="296170"/>
                  </a:lnTo>
                  <a:lnTo>
                    <a:pt x="241244" y="295922"/>
                  </a:lnTo>
                  <a:lnTo>
                    <a:pt x="241861" y="295683"/>
                  </a:lnTo>
                  <a:lnTo>
                    <a:pt x="241991" y="295635"/>
                  </a:lnTo>
                  <a:lnTo>
                    <a:pt x="242482" y="295455"/>
                  </a:lnTo>
                  <a:lnTo>
                    <a:pt x="243106" y="295237"/>
                  </a:lnTo>
                  <a:lnTo>
                    <a:pt x="243733" y="295030"/>
                  </a:lnTo>
                  <a:lnTo>
                    <a:pt x="244364" y="294832"/>
                  </a:lnTo>
                  <a:lnTo>
                    <a:pt x="244734" y="294721"/>
                  </a:lnTo>
                  <a:lnTo>
                    <a:pt x="245980" y="294308"/>
                  </a:lnTo>
                  <a:lnTo>
                    <a:pt x="247054" y="293932"/>
                  </a:lnTo>
                  <a:lnTo>
                    <a:pt x="247229" y="293870"/>
                  </a:lnTo>
                  <a:lnTo>
                    <a:pt x="252551" y="291938"/>
                  </a:lnTo>
                  <a:lnTo>
                    <a:pt x="259636" y="288465"/>
                  </a:lnTo>
                  <a:lnTo>
                    <a:pt x="260270" y="288158"/>
                  </a:lnTo>
                  <a:lnTo>
                    <a:pt x="260932" y="287850"/>
                  </a:lnTo>
                  <a:lnTo>
                    <a:pt x="261724" y="287500"/>
                  </a:lnTo>
                  <a:lnTo>
                    <a:pt x="262271" y="287269"/>
                  </a:lnTo>
                  <a:lnTo>
                    <a:pt x="262947" y="286995"/>
                  </a:lnTo>
                  <a:lnTo>
                    <a:pt x="263628" y="286732"/>
                  </a:lnTo>
                  <a:lnTo>
                    <a:pt x="263859" y="286645"/>
                  </a:lnTo>
                  <a:lnTo>
                    <a:pt x="264574" y="286395"/>
                  </a:lnTo>
                  <a:lnTo>
                    <a:pt x="265318" y="286122"/>
                  </a:lnTo>
                  <a:lnTo>
                    <a:pt x="266057" y="285836"/>
                  </a:lnTo>
                  <a:lnTo>
                    <a:pt x="266345" y="285721"/>
                  </a:lnTo>
                  <a:lnTo>
                    <a:pt x="266791" y="285538"/>
                  </a:lnTo>
                  <a:lnTo>
                    <a:pt x="267520" y="285229"/>
                  </a:lnTo>
                  <a:lnTo>
                    <a:pt x="268244" y="284907"/>
                  </a:lnTo>
                  <a:lnTo>
                    <a:pt x="268777" y="284661"/>
                  </a:lnTo>
                  <a:lnTo>
                    <a:pt x="280293" y="279227"/>
                  </a:lnTo>
                  <a:lnTo>
                    <a:pt x="285079" y="276741"/>
                  </a:lnTo>
                  <a:lnTo>
                    <a:pt x="296762" y="272426"/>
                  </a:lnTo>
                  <a:lnTo>
                    <a:pt x="296926" y="272364"/>
                  </a:lnTo>
                  <a:lnTo>
                    <a:pt x="297750" y="272038"/>
                  </a:lnTo>
                  <a:lnTo>
                    <a:pt x="297948" y="271955"/>
                  </a:lnTo>
                  <a:lnTo>
                    <a:pt x="298562" y="271685"/>
                  </a:lnTo>
                  <a:lnTo>
                    <a:pt x="299110" y="271429"/>
                  </a:lnTo>
                  <a:lnTo>
                    <a:pt x="299362" y="271306"/>
                  </a:lnTo>
                  <a:lnTo>
                    <a:pt x="300150" y="270900"/>
                  </a:lnTo>
                  <a:lnTo>
                    <a:pt x="300924" y="270469"/>
                  </a:lnTo>
                  <a:lnTo>
                    <a:pt x="301148" y="270338"/>
                  </a:lnTo>
                  <a:lnTo>
                    <a:pt x="301856" y="269948"/>
                  </a:lnTo>
                  <a:lnTo>
                    <a:pt x="302550" y="269586"/>
                  </a:lnTo>
                  <a:lnTo>
                    <a:pt x="302816" y="269454"/>
                  </a:lnTo>
                  <a:lnTo>
                    <a:pt x="303791" y="268991"/>
                  </a:lnTo>
                  <a:lnTo>
                    <a:pt x="303987" y="268903"/>
                  </a:lnTo>
                  <a:lnTo>
                    <a:pt x="304781" y="268561"/>
                  </a:lnTo>
                  <a:lnTo>
                    <a:pt x="305575" y="268244"/>
                  </a:lnTo>
                  <a:lnTo>
                    <a:pt x="306017" y="268125"/>
                  </a:lnTo>
                  <a:lnTo>
                    <a:pt x="306290" y="268020"/>
                  </a:lnTo>
                  <a:lnTo>
                    <a:pt x="308315" y="260434"/>
                  </a:lnTo>
                  <a:lnTo>
                    <a:pt x="302858" y="246595"/>
                  </a:lnTo>
                  <a:lnTo>
                    <a:pt x="300578" y="240531"/>
                  </a:lnTo>
                  <a:lnTo>
                    <a:pt x="281506" y="189796"/>
                  </a:lnTo>
                  <a:lnTo>
                    <a:pt x="281414" y="189556"/>
                  </a:lnTo>
                  <a:lnTo>
                    <a:pt x="281321" y="189316"/>
                  </a:lnTo>
                  <a:lnTo>
                    <a:pt x="281228" y="189077"/>
                  </a:lnTo>
                  <a:lnTo>
                    <a:pt x="281116" y="188790"/>
                  </a:lnTo>
                  <a:lnTo>
                    <a:pt x="281040" y="188599"/>
                  </a:lnTo>
                  <a:lnTo>
                    <a:pt x="280945" y="188360"/>
                  </a:lnTo>
                  <a:lnTo>
                    <a:pt x="280849" y="188122"/>
                  </a:lnTo>
                  <a:lnTo>
                    <a:pt x="280753" y="187884"/>
                  </a:lnTo>
                  <a:lnTo>
                    <a:pt x="280656" y="187646"/>
                  </a:lnTo>
                  <a:lnTo>
                    <a:pt x="280459" y="187171"/>
                  </a:lnTo>
                  <a:lnTo>
                    <a:pt x="280360" y="186934"/>
                  </a:lnTo>
                  <a:lnTo>
                    <a:pt x="280260" y="186698"/>
                  </a:lnTo>
                  <a:lnTo>
                    <a:pt x="280160" y="186462"/>
                  </a:lnTo>
                  <a:lnTo>
                    <a:pt x="280059" y="186226"/>
                  </a:lnTo>
                  <a:lnTo>
                    <a:pt x="279957" y="185990"/>
                  </a:lnTo>
                  <a:lnTo>
                    <a:pt x="279854" y="185754"/>
                  </a:lnTo>
                  <a:lnTo>
                    <a:pt x="279751" y="185519"/>
                  </a:lnTo>
                  <a:lnTo>
                    <a:pt x="279647" y="185284"/>
                  </a:lnTo>
                  <a:lnTo>
                    <a:pt x="279543" y="185050"/>
                  </a:lnTo>
                  <a:lnTo>
                    <a:pt x="279437" y="184815"/>
                  </a:lnTo>
                  <a:lnTo>
                    <a:pt x="272395" y="168945"/>
                  </a:lnTo>
                  <a:lnTo>
                    <a:pt x="272308" y="168753"/>
                  </a:lnTo>
                  <a:lnTo>
                    <a:pt x="272221" y="168560"/>
                  </a:lnTo>
                  <a:lnTo>
                    <a:pt x="272133" y="168368"/>
                  </a:lnTo>
                  <a:lnTo>
                    <a:pt x="272031" y="168148"/>
                  </a:lnTo>
                  <a:lnTo>
                    <a:pt x="271955" y="167985"/>
                  </a:lnTo>
                  <a:lnTo>
                    <a:pt x="271775" y="167603"/>
                  </a:lnTo>
                  <a:lnTo>
                    <a:pt x="271683" y="167412"/>
                  </a:lnTo>
                  <a:lnTo>
                    <a:pt x="271591" y="167222"/>
                  </a:lnTo>
                  <a:lnTo>
                    <a:pt x="271498" y="167032"/>
                  </a:lnTo>
                  <a:lnTo>
                    <a:pt x="271405" y="166843"/>
                  </a:lnTo>
                  <a:lnTo>
                    <a:pt x="271311" y="166654"/>
                  </a:lnTo>
                  <a:lnTo>
                    <a:pt x="271216" y="166465"/>
                  </a:lnTo>
                  <a:lnTo>
                    <a:pt x="271120" y="166276"/>
                  </a:lnTo>
                  <a:lnTo>
                    <a:pt x="271024" y="166088"/>
                  </a:lnTo>
                  <a:lnTo>
                    <a:pt x="270927" y="165901"/>
                  </a:lnTo>
                  <a:lnTo>
                    <a:pt x="270829" y="165713"/>
                  </a:lnTo>
                  <a:lnTo>
                    <a:pt x="270731" y="165526"/>
                  </a:lnTo>
                  <a:lnTo>
                    <a:pt x="270632" y="165340"/>
                  </a:lnTo>
                  <a:lnTo>
                    <a:pt x="270532" y="165153"/>
                  </a:lnTo>
                  <a:lnTo>
                    <a:pt x="270432" y="164967"/>
                  </a:lnTo>
                  <a:lnTo>
                    <a:pt x="270331" y="164782"/>
                  </a:lnTo>
                  <a:lnTo>
                    <a:pt x="270204" y="164551"/>
                  </a:lnTo>
                  <a:lnTo>
                    <a:pt x="270127" y="164412"/>
                  </a:lnTo>
                  <a:lnTo>
                    <a:pt x="270024" y="164227"/>
                  </a:lnTo>
                  <a:lnTo>
                    <a:pt x="269920" y="164043"/>
                  </a:lnTo>
                  <a:lnTo>
                    <a:pt x="269816" y="163860"/>
                  </a:lnTo>
                  <a:lnTo>
                    <a:pt x="259019" y="144906"/>
                  </a:lnTo>
                  <a:lnTo>
                    <a:pt x="252848" y="134073"/>
                  </a:lnTo>
                  <a:lnTo>
                    <a:pt x="252736" y="133880"/>
                  </a:lnTo>
                  <a:lnTo>
                    <a:pt x="252600" y="133646"/>
                  </a:lnTo>
                  <a:lnTo>
                    <a:pt x="252513" y="133494"/>
                  </a:lnTo>
                  <a:lnTo>
                    <a:pt x="252403" y="133301"/>
                  </a:lnTo>
                  <a:lnTo>
                    <a:pt x="252294" y="133106"/>
                  </a:lnTo>
                  <a:lnTo>
                    <a:pt x="252077" y="132717"/>
                  </a:lnTo>
                  <a:lnTo>
                    <a:pt x="251969" y="132522"/>
                  </a:lnTo>
                  <a:lnTo>
                    <a:pt x="251862" y="132327"/>
                  </a:lnTo>
                  <a:lnTo>
                    <a:pt x="251756" y="132131"/>
                  </a:lnTo>
                  <a:lnTo>
                    <a:pt x="251645" y="131923"/>
                  </a:lnTo>
                  <a:lnTo>
                    <a:pt x="251546" y="131738"/>
                  </a:lnTo>
                  <a:lnTo>
                    <a:pt x="251442" y="131541"/>
                  </a:lnTo>
                  <a:lnTo>
                    <a:pt x="251339" y="131343"/>
                  </a:lnTo>
                  <a:lnTo>
                    <a:pt x="251236" y="131146"/>
                  </a:lnTo>
                  <a:lnTo>
                    <a:pt x="251134" y="130948"/>
                  </a:lnTo>
                  <a:lnTo>
                    <a:pt x="251033" y="130749"/>
                  </a:lnTo>
                  <a:lnTo>
                    <a:pt x="250932" y="130550"/>
                  </a:lnTo>
                  <a:lnTo>
                    <a:pt x="250833" y="130351"/>
                  </a:lnTo>
                  <a:lnTo>
                    <a:pt x="250733" y="130152"/>
                  </a:lnTo>
                  <a:lnTo>
                    <a:pt x="250635" y="129952"/>
                  </a:lnTo>
                  <a:lnTo>
                    <a:pt x="250527" y="129731"/>
                  </a:lnTo>
                  <a:lnTo>
                    <a:pt x="250440" y="129551"/>
                  </a:lnTo>
                  <a:lnTo>
                    <a:pt x="250314" y="129287"/>
                  </a:lnTo>
                  <a:lnTo>
                    <a:pt x="250248" y="129149"/>
                  </a:lnTo>
                  <a:lnTo>
                    <a:pt x="250153" y="128947"/>
                  </a:lnTo>
                  <a:lnTo>
                    <a:pt x="250059" y="128745"/>
                  </a:lnTo>
                  <a:lnTo>
                    <a:pt x="249965" y="128543"/>
                  </a:lnTo>
                  <a:lnTo>
                    <a:pt x="249873" y="128341"/>
                  </a:lnTo>
                  <a:lnTo>
                    <a:pt x="249780" y="128138"/>
                  </a:lnTo>
                  <a:lnTo>
                    <a:pt x="249689" y="127934"/>
                  </a:lnTo>
                  <a:lnTo>
                    <a:pt x="249484" y="127472"/>
                  </a:lnTo>
                  <a:lnTo>
                    <a:pt x="249419" y="127323"/>
                  </a:lnTo>
                  <a:lnTo>
                    <a:pt x="249331" y="127118"/>
                  </a:lnTo>
                  <a:lnTo>
                    <a:pt x="249243" y="126914"/>
                  </a:lnTo>
                  <a:lnTo>
                    <a:pt x="249156" y="126708"/>
                  </a:lnTo>
                  <a:lnTo>
                    <a:pt x="249069" y="126503"/>
                  </a:lnTo>
                  <a:lnTo>
                    <a:pt x="248984" y="126297"/>
                  </a:lnTo>
                  <a:lnTo>
                    <a:pt x="248899" y="126091"/>
                  </a:lnTo>
                  <a:lnTo>
                    <a:pt x="248814" y="125885"/>
                  </a:lnTo>
                  <a:lnTo>
                    <a:pt x="248731" y="125678"/>
                  </a:lnTo>
                  <a:lnTo>
                    <a:pt x="230011" y="80210"/>
                  </a:lnTo>
                  <a:lnTo>
                    <a:pt x="225381" y="68695"/>
                  </a:lnTo>
                  <a:lnTo>
                    <a:pt x="222157" y="57193"/>
                  </a:lnTo>
                  <a:lnTo>
                    <a:pt x="222159" y="57038"/>
                  </a:lnTo>
                  <a:lnTo>
                    <a:pt x="222161" y="56884"/>
                  </a:lnTo>
                  <a:lnTo>
                    <a:pt x="222165" y="56730"/>
                  </a:lnTo>
                  <a:lnTo>
                    <a:pt x="222169" y="56576"/>
                  </a:lnTo>
                  <a:lnTo>
                    <a:pt x="222174" y="56421"/>
                  </a:lnTo>
                  <a:lnTo>
                    <a:pt x="222179" y="56267"/>
                  </a:lnTo>
                  <a:lnTo>
                    <a:pt x="222186" y="56113"/>
                  </a:lnTo>
                  <a:lnTo>
                    <a:pt x="222193" y="55959"/>
                  </a:lnTo>
                  <a:lnTo>
                    <a:pt x="222201" y="55805"/>
                  </a:lnTo>
                  <a:lnTo>
                    <a:pt x="222209" y="55651"/>
                  </a:lnTo>
                  <a:lnTo>
                    <a:pt x="222219" y="55497"/>
                  </a:lnTo>
                  <a:lnTo>
                    <a:pt x="222229" y="55343"/>
                  </a:lnTo>
                  <a:lnTo>
                    <a:pt x="222240" y="55189"/>
                  </a:lnTo>
                  <a:lnTo>
                    <a:pt x="222247" y="55032"/>
                  </a:lnTo>
                  <a:lnTo>
                    <a:pt x="222254" y="54876"/>
                  </a:lnTo>
                  <a:lnTo>
                    <a:pt x="222263" y="54719"/>
                  </a:lnTo>
                  <a:lnTo>
                    <a:pt x="222272" y="54563"/>
                  </a:lnTo>
                  <a:lnTo>
                    <a:pt x="222282" y="54407"/>
                  </a:lnTo>
                  <a:lnTo>
                    <a:pt x="222293" y="54250"/>
                  </a:lnTo>
                  <a:lnTo>
                    <a:pt x="222305" y="54094"/>
                  </a:lnTo>
                  <a:lnTo>
                    <a:pt x="222317" y="53938"/>
                  </a:lnTo>
                  <a:lnTo>
                    <a:pt x="222330" y="53782"/>
                  </a:lnTo>
                  <a:lnTo>
                    <a:pt x="222344" y="53626"/>
                  </a:lnTo>
                  <a:lnTo>
                    <a:pt x="222360" y="53453"/>
                  </a:lnTo>
                  <a:lnTo>
                    <a:pt x="222374" y="53314"/>
                  </a:lnTo>
                  <a:lnTo>
                    <a:pt x="222390" y="53158"/>
                  </a:lnTo>
                  <a:lnTo>
                    <a:pt x="222407" y="53002"/>
                  </a:lnTo>
                  <a:lnTo>
                    <a:pt x="222425" y="52847"/>
                  </a:lnTo>
                  <a:lnTo>
                    <a:pt x="222444" y="52691"/>
                  </a:lnTo>
                  <a:lnTo>
                    <a:pt x="222504" y="52225"/>
                  </a:lnTo>
                  <a:lnTo>
                    <a:pt x="222525" y="52070"/>
                  </a:lnTo>
                  <a:lnTo>
                    <a:pt x="222548" y="51915"/>
                  </a:lnTo>
                  <a:lnTo>
                    <a:pt x="222571" y="51760"/>
                  </a:lnTo>
                  <a:lnTo>
                    <a:pt x="222595" y="51605"/>
                  </a:lnTo>
                  <a:lnTo>
                    <a:pt x="222619" y="51450"/>
                  </a:lnTo>
                  <a:lnTo>
                    <a:pt x="222671" y="51141"/>
                  </a:lnTo>
                  <a:lnTo>
                    <a:pt x="222698" y="50987"/>
                  </a:lnTo>
                  <a:lnTo>
                    <a:pt x="222725" y="50832"/>
                  </a:lnTo>
                  <a:lnTo>
                    <a:pt x="222754" y="50678"/>
                  </a:lnTo>
                  <a:lnTo>
                    <a:pt x="222783" y="50525"/>
                  </a:lnTo>
                  <a:lnTo>
                    <a:pt x="222813" y="50371"/>
                  </a:lnTo>
                  <a:lnTo>
                    <a:pt x="222843" y="50217"/>
                  </a:lnTo>
                  <a:lnTo>
                    <a:pt x="222875" y="50064"/>
                  </a:lnTo>
                  <a:lnTo>
                    <a:pt x="222907" y="49910"/>
                  </a:lnTo>
                  <a:lnTo>
                    <a:pt x="222940" y="49757"/>
                  </a:lnTo>
                  <a:lnTo>
                    <a:pt x="223033" y="49285"/>
                  </a:lnTo>
                  <a:lnTo>
                    <a:pt x="227777" y="25398"/>
                  </a:lnTo>
                  <a:lnTo>
                    <a:pt x="226470" y="21860"/>
                  </a:lnTo>
                  <a:lnTo>
                    <a:pt x="225839" y="20155"/>
                  </a:lnTo>
                  <a:lnTo>
                    <a:pt x="224630" y="16888"/>
                  </a:lnTo>
                  <a:lnTo>
                    <a:pt x="224434" y="16355"/>
                  </a:lnTo>
                  <a:lnTo>
                    <a:pt x="209689" y="21940"/>
                  </a:lnTo>
                  <a:lnTo>
                    <a:pt x="206685" y="23079"/>
                  </a:lnTo>
                  <a:lnTo>
                    <a:pt x="206140" y="23119"/>
                  </a:lnTo>
                  <a:lnTo>
                    <a:pt x="203362" y="23148"/>
                  </a:lnTo>
                  <a:lnTo>
                    <a:pt x="199551" y="21894"/>
                  </a:lnTo>
                  <a:close/>
                </a:path>
              </a:pathLst>
            </a:custGeom>
            <a:solidFill>
              <a:srgbClr val="F14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8"/>
            <p:cNvSpPr/>
            <p:nvPr/>
          </p:nvSpPr>
          <p:spPr>
            <a:xfrm>
              <a:off x="4034716" y="3501117"/>
              <a:ext cx="383848" cy="376454"/>
            </a:xfrm>
            <a:custGeom>
              <a:avLst/>
              <a:gdLst/>
              <a:ahLst/>
              <a:cxnLst/>
              <a:rect l="0" t="0" r="0" b="0"/>
              <a:pathLst>
                <a:path w="383848" h="376454">
                  <a:moveTo>
                    <a:pt x="249695" y="4541"/>
                  </a:moveTo>
                  <a:lnTo>
                    <a:pt x="249426" y="4054"/>
                  </a:lnTo>
                  <a:lnTo>
                    <a:pt x="249135" y="3528"/>
                  </a:lnTo>
                  <a:lnTo>
                    <a:pt x="247189" y="0"/>
                  </a:lnTo>
                  <a:lnTo>
                    <a:pt x="244702" y="567"/>
                  </a:lnTo>
                  <a:lnTo>
                    <a:pt x="239822" y="2016"/>
                  </a:lnTo>
                  <a:lnTo>
                    <a:pt x="227656" y="5627"/>
                  </a:lnTo>
                  <a:lnTo>
                    <a:pt x="221171" y="7552"/>
                  </a:lnTo>
                  <a:lnTo>
                    <a:pt x="216628" y="8901"/>
                  </a:lnTo>
                  <a:lnTo>
                    <a:pt x="216436" y="8946"/>
                  </a:lnTo>
                  <a:lnTo>
                    <a:pt x="216244" y="8993"/>
                  </a:lnTo>
                  <a:lnTo>
                    <a:pt x="216053" y="9040"/>
                  </a:lnTo>
                  <a:lnTo>
                    <a:pt x="215861" y="9088"/>
                  </a:lnTo>
                  <a:lnTo>
                    <a:pt x="215670" y="9136"/>
                  </a:lnTo>
                  <a:lnTo>
                    <a:pt x="215479" y="9186"/>
                  </a:lnTo>
                  <a:lnTo>
                    <a:pt x="215288" y="9236"/>
                  </a:lnTo>
                  <a:lnTo>
                    <a:pt x="215097" y="9287"/>
                  </a:lnTo>
                  <a:lnTo>
                    <a:pt x="214907" y="9338"/>
                  </a:lnTo>
                  <a:lnTo>
                    <a:pt x="214716" y="9391"/>
                  </a:lnTo>
                  <a:lnTo>
                    <a:pt x="214526" y="9444"/>
                  </a:lnTo>
                  <a:lnTo>
                    <a:pt x="214336" y="9497"/>
                  </a:lnTo>
                  <a:lnTo>
                    <a:pt x="214146" y="9552"/>
                  </a:lnTo>
                  <a:lnTo>
                    <a:pt x="213957" y="9607"/>
                  </a:lnTo>
                  <a:lnTo>
                    <a:pt x="213768" y="9663"/>
                  </a:lnTo>
                  <a:lnTo>
                    <a:pt x="213579" y="9720"/>
                  </a:lnTo>
                  <a:lnTo>
                    <a:pt x="213390" y="9778"/>
                  </a:lnTo>
                  <a:lnTo>
                    <a:pt x="213201" y="9836"/>
                  </a:lnTo>
                  <a:lnTo>
                    <a:pt x="213013" y="9895"/>
                  </a:lnTo>
                  <a:lnTo>
                    <a:pt x="212825" y="9955"/>
                  </a:lnTo>
                  <a:lnTo>
                    <a:pt x="212637" y="10015"/>
                  </a:lnTo>
                  <a:lnTo>
                    <a:pt x="212449" y="10076"/>
                  </a:lnTo>
                  <a:lnTo>
                    <a:pt x="212261" y="10138"/>
                  </a:lnTo>
                  <a:lnTo>
                    <a:pt x="212074" y="10201"/>
                  </a:lnTo>
                  <a:lnTo>
                    <a:pt x="211887" y="10264"/>
                  </a:lnTo>
                  <a:lnTo>
                    <a:pt x="211700" y="10328"/>
                  </a:lnTo>
                  <a:lnTo>
                    <a:pt x="211514" y="10393"/>
                  </a:lnTo>
                  <a:lnTo>
                    <a:pt x="211328" y="10459"/>
                  </a:lnTo>
                  <a:lnTo>
                    <a:pt x="211142" y="10525"/>
                  </a:lnTo>
                  <a:lnTo>
                    <a:pt x="210956" y="10592"/>
                  </a:lnTo>
                  <a:lnTo>
                    <a:pt x="210771" y="10660"/>
                  </a:lnTo>
                  <a:lnTo>
                    <a:pt x="210585" y="10728"/>
                  </a:lnTo>
                  <a:lnTo>
                    <a:pt x="210401" y="10798"/>
                  </a:lnTo>
                  <a:lnTo>
                    <a:pt x="210216" y="10867"/>
                  </a:lnTo>
                  <a:lnTo>
                    <a:pt x="210032" y="10938"/>
                  </a:lnTo>
                  <a:lnTo>
                    <a:pt x="209847" y="11009"/>
                  </a:lnTo>
                  <a:lnTo>
                    <a:pt x="209664" y="11082"/>
                  </a:lnTo>
                  <a:lnTo>
                    <a:pt x="209480" y="11154"/>
                  </a:lnTo>
                  <a:lnTo>
                    <a:pt x="209297" y="11228"/>
                  </a:lnTo>
                  <a:lnTo>
                    <a:pt x="209114" y="11302"/>
                  </a:lnTo>
                  <a:lnTo>
                    <a:pt x="208931" y="11377"/>
                  </a:lnTo>
                  <a:lnTo>
                    <a:pt x="208749" y="11453"/>
                  </a:lnTo>
                  <a:lnTo>
                    <a:pt x="208567" y="11529"/>
                  </a:lnTo>
                  <a:lnTo>
                    <a:pt x="208385" y="11606"/>
                  </a:lnTo>
                  <a:lnTo>
                    <a:pt x="208203" y="11684"/>
                  </a:lnTo>
                  <a:lnTo>
                    <a:pt x="208022" y="11763"/>
                  </a:lnTo>
                  <a:lnTo>
                    <a:pt x="207841" y="11842"/>
                  </a:lnTo>
                  <a:lnTo>
                    <a:pt x="207661" y="11922"/>
                  </a:lnTo>
                  <a:lnTo>
                    <a:pt x="207481" y="12002"/>
                  </a:lnTo>
                  <a:lnTo>
                    <a:pt x="207301" y="12084"/>
                  </a:lnTo>
                  <a:lnTo>
                    <a:pt x="207121" y="12166"/>
                  </a:lnTo>
                  <a:lnTo>
                    <a:pt x="206942" y="12248"/>
                  </a:lnTo>
                  <a:lnTo>
                    <a:pt x="206763" y="12332"/>
                  </a:lnTo>
                  <a:lnTo>
                    <a:pt x="206584" y="12416"/>
                  </a:lnTo>
                  <a:lnTo>
                    <a:pt x="206406" y="12501"/>
                  </a:lnTo>
                  <a:lnTo>
                    <a:pt x="206228" y="12586"/>
                  </a:lnTo>
                  <a:lnTo>
                    <a:pt x="206050" y="12672"/>
                  </a:lnTo>
                  <a:lnTo>
                    <a:pt x="205873" y="12759"/>
                  </a:lnTo>
                  <a:lnTo>
                    <a:pt x="205696" y="12847"/>
                  </a:lnTo>
                  <a:lnTo>
                    <a:pt x="205519" y="12935"/>
                  </a:lnTo>
                  <a:lnTo>
                    <a:pt x="205343" y="13024"/>
                  </a:lnTo>
                  <a:lnTo>
                    <a:pt x="205167" y="13114"/>
                  </a:lnTo>
                  <a:lnTo>
                    <a:pt x="204991" y="13204"/>
                  </a:lnTo>
                  <a:lnTo>
                    <a:pt x="204816" y="13295"/>
                  </a:lnTo>
                  <a:lnTo>
                    <a:pt x="204641" y="13387"/>
                  </a:lnTo>
                  <a:lnTo>
                    <a:pt x="204466" y="13480"/>
                  </a:lnTo>
                  <a:lnTo>
                    <a:pt x="204292" y="13573"/>
                  </a:lnTo>
                  <a:lnTo>
                    <a:pt x="204118" y="13666"/>
                  </a:lnTo>
                  <a:lnTo>
                    <a:pt x="203945" y="13761"/>
                  </a:lnTo>
                  <a:lnTo>
                    <a:pt x="203772" y="13856"/>
                  </a:lnTo>
                  <a:lnTo>
                    <a:pt x="203599" y="13952"/>
                  </a:lnTo>
                  <a:lnTo>
                    <a:pt x="203427" y="14048"/>
                  </a:lnTo>
                  <a:lnTo>
                    <a:pt x="203255" y="14145"/>
                  </a:lnTo>
                  <a:lnTo>
                    <a:pt x="203083" y="14243"/>
                  </a:lnTo>
                  <a:lnTo>
                    <a:pt x="202917" y="14336"/>
                  </a:lnTo>
                  <a:lnTo>
                    <a:pt x="202750" y="14429"/>
                  </a:lnTo>
                  <a:lnTo>
                    <a:pt x="202585" y="14523"/>
                  </a:lnTo>
                  <a:lnTo>
                    <a:pt x="202419" y="14618"/>
                  </a:lnTo>
                  <a:lnTo>
                    <a:pt x="202254" y="14714"/>
                  </a:lnTo>
                  <a:lnTo>
                    <a:pt x="202089" y="14810"/>
                  </a:lnTo>
                  <a:lnTo>
                    <a:pt x="201925" y="14906"/>
                  </a:lnTo>
                  <a:lnTo>
                    <a:pt x="201761" y="15004"/>
                  </a:lnTo>
                  <a:lnTo>
                    <a:pt x="201597" y="15102"/>
                  </a:lnTo>
                  <a:lnTo>
                    <a:pt x="201434" y="15200"/>
                  </a:lnTo>
                  <a:lnTo>
                    <a:pt x="201271" y="15299"/>
                  </a:lnTo>
                  <a:lnTo>
                    <a:pt x="201109" y="15399"/>
                  </a:lnTo>
                  <a:lnTo>
                    <a:pt x="200947" y="15500"/>
                  </a:lnTo>
                  <a:lnTo>
                    <a:pt x="200785" y="15601"/>
                  </a:lnTo>
                  <a:lnTo>
                    <a:pt x="200624" y="15703"/>
                  </a:lnTo>
                  <a:lnTo>
                    <a:pt x="200463" y="15805"/>
                  </a:lnTo>
                  <a:lnTo>
                    <a:pt x="200303" y="15908"/>
                  </a:lnTo>
                  <a:lnTo>
                    <a:pt x="200143" y="16012"/>
                  </a:lnTo>
                  <a:lnTo>
                    <a:pt x="199983" y="16117"/>
                  </a:lnTo>
                  <a:lnTo>
                    <a:pt x="199824" y="16221"/>
                  </a:lnTo>
                  <a:lnTo>
                    <a:pt x="199665" y="16327"/>
                  </a:lnTo>
                  <a:lnTo>
                    <a:pt x="199507" y="16433"/>
                  </a:lnTo>
                  <a:lnTo>
                    <a:pt x="199349" y="16540"/>
                  </a:lnTo>
                  <a:lnTo>
                    <a:pt x="199192" y="16648"/>
                  </a:lnTo>
                  <a:lnTo>
                    <a:pt x="199034" y="16756"/>
                  </a:lnTo>
                  <a:lnTo>
                    <a:pt x="198878" y="16865"/>
                  </a:lnTo>
                  <a:lnTo>
                    <a:pt x="198721" y="16974"/>
                  </a:lnTo>
                  <a:lnTo>
                    <a:pt x="198566" y="17084"/>
                  </a:lnTo>
                  <a:lnTo>
                    <a:pt x="198410" y="17194"/>
                  </a:lnTo>
                  <a:lnTo>
                    <a:pt x="198255" y="17306"/>
                  </a:lnTo>
                  <a:lnTo>
                    <a:pt x="198101" y="17417"/>
                  </a:lnTo>
                  <a:lnTo>
                    <a:pt x="197947" y="17530"/>
                  </a:lnTo>
                  <a:lnTo>
                    <a:pt x="197793" y="17643"/>
                  </a:lnTo>
                  <a:lnTo>
                    <a:pt x="197640" y="17756"/>
                  </a:lnTo>
                  <a:lnTo>
                    <a:pt x="197487" y="17871"/>
                  </a:lnTo>
                  <a:lnTo>
                    <a:pt x="197335" y="17985"/>
                  </a:lnTo>
                  <a:lnTo>
                    <a:pt x="197183" y="18101"/>
                  </a:lnTo>
                  <a:lnTo>
                    <a:pt x="197032" y="18217"/>
                  </a:lnTo>
                  <a:lnTo>
                    <a:pt x="196881" y="18333"/>
                  </a:lnTo>
                  <a:lnTo>
                    <a:pt x="196730" y="18451"/>
                  </a:lnTo>
                  <a:lnTo>
                    <a:pt x="196580" y="18569"/>
                  </a:lnTo>
                  <a:lnTo>
                    <a:pt x="196431" y="18687"/>
                  </a:lnTo>
                  <a:lnTo>
                    <a:pt x="196282" y="18806"/>
                  </a:lnTo>
                  <a:lnTo>
                    <a:pt x="196133" y="18925"/>
                  </a:lnTo>
                  <a:lnTo>
                    <a:pt x="195985" y="19046"/>
                  </a:lnTo>
                  <a:lnTo>
                    <a:pt x="195837" y="19166"/>
                  </a:lnTo>
                  <a:lnTo>
                    <a:pt x="195690" y="19288"/>
                  </a:lnTo>
                  <a:lnTo>
                    <a:pt x="195543" y="19410"/>
                  </a:lnTo>
                  <a:lnTo>
                    <a:pt x="195397" y="19532"/>
                  </a:lnTo>
                  <a:lnTo>
                    <a:pt x="195251" y="19655"/>
                  </a:lnTo>
                  <a:lnTo>
                    <a:pt x="195106" y="19779"/>
                  </a:lnTo>
                  <a:lnTo>
                    <a:pt x="194961" y="19903"/>
                  </a:lnTo>
                  <a:lnTo>
                    <a:pt x="194817" y="20028"/>
                  </a:lnTo>
                  <a:lnTo>
                    <a:pt x="194673" y="20153"/>
                  </a:lnTo>
                  <a:lnTo>
                    <a:pt x="194520" y="20281"/>
                  </a:lnTo>
                  <a:lnTo>
                    <a:pt x="194368" y="20410"/>
                  </a:lnTo>
                  <a:lnTo>
                    <a:pt x="194216" y="20539"/>
                  </a:lnTo>
                  <a:lnTo>
                    <a:pt x="194065" y="20669"/>
                  </a:lnTo>
                  <a:lnTo>
                    <a:pt x="193914" y="20800"/>
                  </a:lnTo>
                  <a:lnTo>
                    <a:pt x="193763" y="20931"/>
                  </a:lnTo>
                  <a:lnTo>
                    <a:pt x="193614" y="21063"/>
                  </a:lnTo>
                  <a:lnTo>
                    <a:pt x="193464" y="21195"/>
                  </a:lnTo>
                  <a:lnTo>
                    <a:pt x="193315" y="21328"/>
                  </a:lnTo>
                  <a:lnTo>
                    <a:pt x="193167" y="21461"/>
                  </a:lnTo>
                  <a:lnTo>
                    <a:pt x="193019" y="21595"/>
                  </a:lnTo>
                  <a:lnTo>
                    <a:pt x="192872" y="21729"/>
                  </a:lnTo>
                  <a:lnTo>
                    <a:pt x="192725" y="21864"/>
                  </a:lnTo>
                  <a:lnTo>
                    <a:pt x="192579" y="22000"/>
                  </a:lnTo>
                  <a:lnTo>
                    <a:pt x="192433" y="22136"/>
                  </a:lnTo>
                  <a:lnTo>
                    <a:pt x="192288" y="22273"/>
                  </a:lnTo>
                  <a:lnTo>
                    <a:pt x="192143" y="22410"/>
                  </a:lnTo>
                  <a:lnTo>
                    <a:pt x="191999" y="22548"/>
                  </a:lnTo>
                  <a:lnTo>
                    <a:pt x="191855" y="22687"/>
                  </a:lnTo>
                  <a:lnTo>
                    <a:pt x="191712" y="22826"/>
                  </a:lnTo>
                  <a:lnTo>
                    <a:pt x="191570" y="22965"/>
                  </a:lnTo>
                  <a:lnTo>
                    <a:pt x="191428" y="23105"/>
                  </a:lnTo>
                  <a:lnTo>
                    <a:pt x="191286" y="23246"/>
                  </a:lnTo>
                  <a:lnTo>
                    <a:pt x="191145" y="23387"/>
                  </a:lnTo>
                  <a:lnTo>
                    <a:pt x="191005" y="23529"/>
                  </a:lnTo>
                  <a:lnTo>
                    <a:pt x="190865" y="23671"/>
                  </a:lnTo>
                  <a:lnTo>
                    <a:pt x="190725" y="23814"/>
                  </a:lnTo>
                  <a:lnTo>
                    <a:pt x="190587" y="23957"/>
                  </a:lnTo>
                  <a:lnTo>
                    <a:pt x="190448" y="24101"/>
                  </a:lnTo>
                  <a:lnTo>
                    <a:pt x="190311" y="24245"/>
                  </a:lnTo>
                  <a:lnTo>
                    <a:pt x="190173" y="24390"/>
                  </a:lnTo>
                  <a:lnTo>
                    <a:pt x="190037" y="24536"/>
                  </a:lnTo>
                  <a:lnTo>
                    <a:pt x="189901" y="24682"/>
                  </a:lnTo>
                  <a:lnTo>
                    <a:pt x="189765" y="24828"/>
                  </a:lnTo>
                  <a:lnTo>
                    <a:pt x="189630" y="24975"/>
                  </a:lnTo>
                  <a:lnTo>
                    <a:pt x="189496" y="25123"/>
                  </a:lnTo>
                  <a:lnTo>
                    <a:pt x="189362" y="25271"/>
                  </a:lnTo>
                  <a:lnTo>
                    <a:pt x="189229" y="25419"/>
                  </a:lnTo>
                  <a:lnTo>
                    <a:pt x="189096" y="25568"/>
                  </a:lnTo>
                  <a:lnTo>
                    <a:pt x="188964" y="25718"/>
                  </a:lnTo>
                  <a:lnTo>
                    <a:pt x="188832" y="25868"/>
                  </a:lnTo>
                  <a:lnTo>
                    <a:pt x="188701" y="26018"/>
                  </a:lnTo>
                  <a:lnTo>
                    <a:pt x="188571" y="26169"/>
                  </a:lnTo>
                  <a:lnTo>
                    <a:pt x="188441" y="26321"/>
                  </a:lnTo>
                  <a:lnTo>
                    <a:pt x="188312" y="26473"/>
                  </a:lnTo>
                  <a:lnTo>
                    <a:pt x="188119" y="26570"/>
                  </a:lnTo>
                  <a:lnTo>
                    <a:pt x="187993" y="26711"/>
                  </a:lnTo>
                  <a:lnTo>
                    <a:pt x="187867" y="26853"/>
                  </a:lnTo>
                  <a:lnTo>
                    <a:pt x="187742" y="26995"/>
                  </a:lnTo>
                  <a:lnTo>
                    <a:pt x="187618" y="27137"/>
                  </a:lnTo>
                  <a:lnTo>
                    <a:pt x="187494" y="27281"/>
                  </a:lnTo>
                  <a:lnTo>
                    <a:pt x="187370" y="27424"/>
                  </a:lnTo>
                  <a:lnTo>
                    <a:pt x="187248" y="27568"/>
                  </a:lnTo>
                  <a:lnTo>
                    <a:pt x="187126" y="27713"/>
                  </a:lnTo>
                  <a:lnTo>
                    <a:pt x="187004" y="27858"/>
                  </a:lnTo>
                  <a:lnTo>
                    <a:pt x="186883" y="28004"/>
                  </a:lnTo>
                  <a:lnTo>
                    <a:pt x="186763" y="28150"/>
                  </a:lnTo>
                  <a:lnTo>
                    <a:pt x="186643" y="28296"/>
                  </a:lnTo>
                  <a:lnTo>
                    <a:pt x="186524" y="28443"/>
                  </a:lnTo>
                  <a:lnTo>
                    <a:pt x="186406" y="28591"/>
                  </a:lnTo>
                  <a:lnTo>
                    <a:pt x="186288" y="28739"/>
                  </a:lnTo>
                  <a:lnTo>
                    <a:pt x="186170" y="28887"/>
                  </a:lnTo>
                  <a:lnTo>
                    <a:pt x="186053" y="29036"/>
                  </a:lnTo>
                  <a:lnTo>
                    <a:pt x="185937" y="29186"/>
                  </a:lnTo>
                  <a:lnTo>
                    <a:pt x="185822" y="29336"/>
                  </a:lnTo>
                  <a:lnTo>
                    <a:pt x="185707" y="29486"/>
                  </a:lnTo>
                  <a:lnTo>
                    <a:pt x="185593" y="29637"/>
                  </a:lnTo>
                  <a:lnTo>
                    <a:pt x="185479" y="29788"/>
                  </a:lnTo>
                  <a:lnTo>
                    <a:pt x="185366" y="29940"/>
                  </a:lnTo>
                  <a:lnTo>
                    <a:pt x="185253" y="30092"/>
                  </a:lnTo>
                  <a:lnTo>
                    <a:pt x="185141" y="30245"/>
                  </a:lnTo>
                  <a:lnTo>
                    <a:pt x="185030" y="30398"/>
                  </a:lnTo>
                  <a:lnTo>
                    <a:pt x="184920" y="30552"/>
                  </a:lnTo>
                  <a:lnTo>
                    <a:pt x="184810" y="30706"/>
                  </a:lnTo>
                  <a:lnTo>
                    <a:pt x="184700" y="30860"/>
                  </a:lnTo>
                  <a:lnTo>
                    <a:pt x="184592" y="31015"/>
                  </a:lnTo>
                  <a:lnTo>
                    <a:pt x="184483" y="31171"/>
                  </a:lnTo>
                  <a:lnTo>
                    <a:pt x="184376" y="31327"/>
                  </a:lnTo>
                  <a:lnTo>
                    <a:pt x="184269" y="31483"/>
                  </a:lnTo>
                  <a:lnTo>
                    <a:pt x="184163" y="31640"/>
                  </a:lnTo>
                  <a:lnTo>
                    <a:pt x="184057" y="31797"/>
                  </a:lnTo>
                  <a:lnTo>
                    <a:pt x="183952" y="31954"/>
                  </a:lnTo>
                  <a:lnTo>
                    <a:pt x="183848" y="32112"/>
                  </a:lnTo>
                  <a:lnTo>
                    <a:pt x="183744" y="32271"/>
                  </a:lnTo>
                  <a:lnTo>
                    <a:pt x="183641" y="32429"/>
                  </a:lnTo>
                  <a:lnTo>
                    <a:pt x="183554" y="32570"/>
                  </a:lnTo>
                  <a:lnTo>
                    <a:pt x="183467" y="32711"/>
                  </a:lnTo>
                  <a:lnTo>
                    <a:pt x="183381" y="32852"/>
                  </a:lnTo>
                  <a:lnTo>
                    <a:pt x="183296" y="32994"/>
                  </a:lnTo>
                  <a:lnTo>
                    <a:pt x="183211" y="33136"/>
                  </a:lnTo>
                  <a:lnTo>
                    <a:pt x="183127" y="33278"/>
                  </a:lnTo>
                  <a:lnTo>
                    <a:pt x="183043" y="33421"/>
                  </a:lnTo>
                  <a:lnTo>
                    <a:pt x="182960" y="33564"/>
                  </a:lnTo>
                  <a:lnTo>
                    <a:pt x="182878" y="33708"/>
                  </a:lnTo>
                  <a:lnTo>
                    <a:pt x="182797" y="33852"/>
                  </a:lnTo>
                  <a:lnTo>
                    <a:pt x="182716" y="33996"/>
                  </a:lnTo>
                  <a:lnTo>
                    <a:pt x="182635" y="34141"/>
                  </a:lnTo>
                  <a:lnTo>
                    <a:pt x="182556" y="34286"/>
                  </a:lnTo>
                  <a:lnTo>
                    <a:pt x="182477" y="34431"/>
                  </a:lnTo>
                  <a:lnTo>
                    <a:pt x="182399" y="34577"/>
                  </a:lnTo>
                  <a:lnTo>
                    <a:pt x="182321" y="34723"/>
                  </a:lnTo>
                  <a:lnTo>
                    <a:pt x="182244" y="34870"/>
                  </a:lnTo>
                  <a:lnTo>
                    <a:pt x="182168" y="35016"/>
                  </a:lnTo>
                  <a:lnTo>
                    <a:pt x="182092" y="35164"/>
                  </a:lnTo>
                  <a:lnTo>
                    <a:pt x="182017" y="35311"/>
                  </a:lnTo>
                  <a:lnTo>
                    <a:pt x="181943" y="35459"/>
                  </a:lnTo>
                  <a:lnTo>
                    <a:pt x="181870" y="35607"/>
                  </a:lnTo>
                  <a:lnTo>
                    <a:pt x="181797" y="35756"/>
                  </a:lnTo>
                  <a:lnTo>
                    <a:pt x="181725" y="35905"/>
                  </a:lnTo>
                  <a:lnTo>
                    <a:pt x="181653" y="36054"/>
                  </a:lnTo>
                  <a:lnTo>
                    <a:pt x="181582" y="36204"/>
                  </a:lnTo>
                  <a:lnTo>
                    <a:pt x="181512" y="36353"/>
                  </a:lnTo>
                  <a:lnTo>
                    <a:pt x="181443" y="36504"/>
                  </a:lnTo>
                  <a:lnTo>
                    <a:pt x="181374" y="36654"/>
                  </a:lnTo>
                  <a:lnTo>
                    <a:pt x="181306" y="36805"/>
                  </a:lnTo>
                  <a:lnTo>
                    <a:pt x="181238" y="36956"/>
                  </a:lnTo>
                  <a:lnTo>
                    <a:pt x="181172" y="37108"/>
                  </a:lnTo>
                  <a:lnTo>
                    <a:pt x="181106" y="37259"/>
                  </a:lnTo>
                  <a:lnTo>
                    <a:pt x="181040" y="37411"/>
                  </a:lnTo>
                  <a:lnTo>
                    <a:pt x="180976" y="37564"/>
                  </a:lnTo>
                  <a:lnTo>
                    <a:pt x="180912" y="37716"/>
                  </a:lnTo>
                  <a:lnTo>
                    <a:pt x="180849" y="37869"/>
                  </a:lnTo>
                  <a:lnTo>
                    <a:pt x="180786" y="38023"/>
                  </a:lnTo>
                  <a:lnTo>
                    <a:pt x="180724" y="38176"/>
                  </a:lnTo>
                  <a:lnTo>
                    <a:pt x="180663" y="38330"/>
                  </a:lnTo>
                  <a:lnTo>
                    <a:pt x="180603" y="38484"/>
                  </a:lnTo>
                  <a:lnTo>
                    <a:pt x="180543" y="38638"/>
                  </a:lnTo>
                  <a:lnTo>
                    <a:pt x="180484" y="38793"/>
                  </a:lnTo>
                  <a:lnTo>
                    <a:pt x="180426" y="38948"/>
                  </a:lnTo>
                  <a:lnTo>
                    <a:pt x="180368" y="39103"/>
                  </a:lnTo>
                  <a:lnTo>
                    <a:pt x="180311" y="39259"/>
                  </a:lnTo>
                  <a:lnTo>
                    <a:pt x="180255" y="39414"/>
                  </a:lnTo>
                  <a:lnTo>
                    <a:pt x="180200" y="39570"/>
                  </a:lnTo>
                  <a:lnTo>
                    <a:pt x="180145" y="39726"/>
                  </a:lnTo>
                  <a:lnTo>
                    <a:pt x="180091" y="39883"/>
                  </a:lnTo>
                  <a:lnTo>
                    <a:pt x="180038" y="40040"/>
                  </a:lnTo>
                  <a:lnTo>
                    <a:pt x="179985" y="40196"/>
                  </a:lnTo>
                  <a:lnTo>
                    <a:pt x="179933" y="40354"/>
                  </a:lnTo>
                  <a:lnTo>
                    <a:pt x="179882" y="40511"/>
                  </a:lnTo>
                  <a:lnTo>
                    <a:pt x="179832" y="40669"/>
                  </a:lnTo>
                  <a:lnTo>
                    <a:pt x="179782" y="40827"/>
                  </a:lnTo>
                  <a:lnTo>
                    <a:pt x="179733" y="40985"/>
                  </a:lnTo>
                  <a:lnTo>
                    <a:pt x="179685" y="41143"/>
                  </a:lnTo>
                  <a:lnTo>
                    <a:pt x="179637" y="41302"/>
                  </a:lnTo>
                  <a:lnTo>
                    <a:pt x="179590" y="41460"/>
                  </a:lnTo>
                  <a:lnTo>
                    <a:pt x="179544" y="41619"/>
                  </a:lnTo>
                  <a:lnTo>
                    <a:pt x="179499" y="41779"/>
                  </a:lnTo>
                  <a:lnTo>
                    <a:pt x="179454" y="41938"/>
                  </a:lnTo>
                  <a:lnTo>
                    <a:pt x="179410" y="42098"/>
                  </a:lnTo>
                  <a:lnTo>
                    <a:pt x="179367" y="42257"/>
                  </a:lnTo>
                  <a:lnTo>
                    <a:pt x="179325" y="42417"/>
                  </a:lnTo>
                  <a:lnTo>
                    <a:pt x="179283" y="42578"/>
                  </a:lnTo>
                  <a:lnTo>
                    <a:pt x="179242" y="42738"/>
                  </a:lnTo>
                  <a:lnTo>
                    <a:pt x="179202" y="42899"/>
                  </a:lnTo>
                  <a:lnTo>
                    <a:pt x="179162" y="43059"/>
                  </a:lnTo>
                  <a:lnTo>
                    <a:pt x="179123" y="43220"/>
                  </a:lnTo>
                  <a:lnTo>
                    <a:pt x="179085" y="43382"/>
                  </a:lnTo>
                  <a:lnTo>
                    <a:pt x="179048" y="43543"/>
                  </a:lnTo>
                  <a:lnTo>
                    <a:pt x="179012" y="43704"/>
                  </a:lnTo>
                  <a:lnTo>
                    <a:pt x="178976" y="43866"/>
                  </a:lnTo>
                  <a:lnTo>
                    <a:pt x="178941" y="44028"/>
                  </a:lnTo>
                  <a:lnTo>
                    <a:pt x="178906" y="44190"/>
                  </a:lnTo>
                  <a:lnTo>
                    <a:pt x="178873" y="44352"/>
                  </a:lnTo>
                  <a:lnTo>
                    <a:pt x="178840" y="44514"/>
                  </a:lnTo>
                  <a:lnTo>
                    <a:pt x="178808" y="44676"/>
                  </a:lnTo>
                  <a:lnTo>
                    <a:pt x="178776" y="44839"/>
                  </a:lnTo>
                  <a:lnTo>
                    <a:pt x="178746" y="45002"/>
                  </a:lnTo>
                  <a:lnTo>
                    <a:pt x="178716" y="45165"/>
                  </a:lnTo>
                  <a:lnTo>
                    <a:pt x="178686" y="45328"/>
                  </a:lnTo>
                  <a:lnTo>
                    <a:pt x="178658" y="45491"/>
                  </a:lnTo>
                  <a:lnTo>
                    <a:pt x="178630" y="45654"/>
                  </a:lnTo>
                  <a:lnTo>
                    <a:pt x="178603" y="45817"/>
                  </a:lnTo>
                  <a:lnTo>
                    <a:pt x="178577" y="45981"/>
                  </a:lnTo>
                  <a:lnTo>
                    <a:pt x="178552" y="46144"/>
                  </a:lnTo>
                  <a:lnTo>
                    <a:pt x="178527" y="46308"/>
                  </a:lnTo>
                  <a:lnTo>
                    <a:pt x="178503" y="46472"/>
                  </a:lnTo>
                  <a:lnTo>
                    <a:pt x="178480" y="46636"/>
                  </a:lnTo>
                  <a:lnTo>
                    <a:pt x="178458" y="46800"/>
                  </a:lnTo>
                  <a:lnTo>
                    <a:pt x="178436" y="46964"/>
                  </a:lnTo>
                  <a:lnTo>
                    <a:pt x="178415" y="47128"/>
                  </a:lnTo>
                  <a:lnTo>
                    <a:pt x="178395" y="47293"/>
                  </a:lnTo>
                  <a:lnTo>
                    <a:pt x="178375" y="47457"/>
                  </a:lnTo>
                  <a:lnTo>
                    <a:pt x="178357" y="47622"/>
                  </a:lnTo>
                  <a:lnTo>
                    <a:pt x="178339" y="47786"/>
                  </a:lnTo>
                  <a:lnTo>
                    <a:pt x="178322" y="47951"/>
                  </a:lnTo>
                  <a:lnTo>
                    <a:pt x="178305" y="48116"/>
                  </a:lnTo>
                  <a:lnTo>
                    <a:pt x="178290" y="48280"/>
                  </a:lnTo>
                  <a:lnTo>
                    <a:pt x="178275" y="48445"/>
                  </a:lnTo>
                  <a:lnTo>
                    <a:pt x="178260" y="48610"/>
                  </a:lnTo>
                  <a:lnTo>
                    <a:pt x="178234" y="48940"/>
                  </a:lnTo>
                  <a:lnTo>
                    <a:pt x="178223" y="49106"/>
                  </a:lnTo>
                  <a:lnTo>
                    <a:pt x="178211" y="49271"/>
                  </a:lnTo>
                  <a:lnTo>
                    <a:pt x="178201" y="49436"/>
                  </a:lnTo>
                  <a:lnTo>
                    <a:pt x="178191" y="49601"/>
                  </a:lnTo>
                  <a:lnTo>
                    <a:pt x="178182" y="49767"/>
                  </a:lnTo>
                  <a:lnTo>
                    <a:pt x="178174" y="49932"/>
                  </a:lnTo>
                  <a:lnTo>
                    <a:pt x="178167" y="50098"/>
                  </a:lnTo>
                  <a:lnTo>
                    <a:pt x="178160" y="50263"/>
                  </a:lnTo>
                  <a:lnTo>
                    <a:pt x="178155" y="50428"/>
                  </a:lnTo>
                  <a:lnTo>
                    <a:pt x="178149" y="50594"/>
                  </a:lnTo>
                  <a:lnTo>
                    <a:pt x="178145" y="50759"/>
                  </a:lnTo>
                  <a:lnTo>
                    <a:pt x="178141" y="50925"/>
                  </a:lnTo>
                  <a:lnTo>
                    <a:pt x="178139" y="51091"/>
                  </a:lnTo>
                  <a:lnTo>
                    <a:pt x="178137" y="51256"/>
                  </a:lnTo>
                  <a:lnTo>
                    <a:pt x="178135" y="51422"/>
                  </a:lnTo>
                  <a:lnTo>
                    <a:pt x="178135" y="51587"/>
                  </a:lnTo>
                  <a:lnTo>
                    <a:pt x="178135" y="51753"/>
                  </a:lnTo>
                  <a:lnTo>
                    <a:pt x="178136" y="51918"/>
                  </a:lnTo>
                  <a:lnTo>
                    <a:pt x="178138" y="52084"/>
                  </a:lnTo>
                  <a:lnTo>
                    <a:pt x="178140" y="52250"/>
                  </a:lnTo>
                  <a:lnTo>
                    <a:pt x="178143" y="52415"/>
                  </a:lnTo>
                  <a:lnTo>
                    <a:pt x="178147" y="52581"/>
                  </a:lnTo>
                  <a:lnTo>
                    <a:pt x="178152" y="52746"/>
                  </a:lnTo>
                  <a:lnTo>
                    <a:pt x="178157" y="52912"/>
                  </a:lnTo>
                  <a:lnTo>
                    <a:pt x="178164" y="53077"/>
                  </a:lnTo>
                  <a:lnTo>
                    <a:pt x="178171" y="53243"/>
                  </a:lnTo>
                  <a:lnTo>
                    <a:pt x="178178" y="53408"/>
                  </a:lnTo>
                  <a:lnTo>
                    <a:pt x="178187" y="53573"/>
                  </a:lnTo>
                  <a:lnTo>
                    <a:pt x="178450" y="57142"/>
                  </a:lnTo>
                  <a:lnTo>
                    <a:pt x="178462" y="57306"/>
                  </a:lnTo>
                  <a:lnTo>
                    <a:pt x="179040" y="64097"/>
                  </a:lnTo>
                  <a:lnTo>
                    <a:pt x="179832" y="73411"/>
                  </a:lnTo>
                  <a:lnTo>
                    <a:pt x="179852" y="73612"/>
                  </a:lnTo>
                  <a:lnTo>
                    <a:pt x="179871" y="73813"/>
                  </a:lnTo>
                  <a:lnTo>
                    <a:pt x="179889" y="74013"/>
                  </a:lnTo>
                  <a:lnTo>
                    <a:pt x="179907" y="74214"/>
                  </a:lnTo>
                  <a:lnTo>
                    <a:pt x="179923" y="74415"/>
                  </a:lnTo>
                  <a:lnTo>
                    <a:pt x="179939" y="74616"/>
                  </a:lnTo>
                  <a:lnTo>
                    <a:pt x="179955" y="74817"/>
                  </a:lnTo>
                  <a:lnTo>
                    <a:pt x="179969" y="75019"/>
                  </a:lnTo>
                  <a:lnTo>
                    <a:pt x="179983" y="75220"/>
                  </a:lnTo>
                  <a:lnTo>
                    <a:pt x="179996" y="75421"/>
                  </a:lnTo>
                  <a:lnTo>
                    <a:pt x="180008" y="75622"/>
                  </a:lnTo>
                  <a:lnTo>
                    <a:pt x="180019" y="75824"/>
                  </a:lnTo>
                  <a:lnTo>
                    <a:pt x="180030" y="76025"/>
                  </a:lnTo>
                  <a:lnTo>
                    <a:pt x="180040" y="76226"/>
                  </a:lnTo>
                  <a:lnTo>
                    <a:pt x="180049" y="76428"/>
                  </a:lnTo>
                  <a:lnTo>
                    <a:pt x="180057" y="76629"/>
                  </a:lnTo>
                  <a:lnTo>
                    <a:pt x="180065" y="76831"/>
                  </a:lnTo>
                  <a:lnTo>
                    <a:pt x="180072" y="77032"/>
                  </a:lnTo>
                  <a:lnTo>
                    <a:pt x="180078" y="77234"/>
                  </a:lnTo>
                  <a:lnTo>
                    <a:pt x="180083" y="77435"/>
                  </a:lnTo>
                  <a:lnTo>
                    <a:pt x="180088" y="77637"/>
                  </a:lnTo>
                  <a:lnTo>
                    <a:pt x="180091" y="77839"/>
                  </a:lnTo>
                  <a:lnTo>
                    <a:pt x="180094" y="78040"/>
                  </a:lnTo>
                  <a:lnTo>
                    <a:pt x="180097" y="78242"/>
                  </a:lnTo>
                  <a:lnTo>
                    <a:pt x="180098" y="78444"/>
                  </a:lnTo>
                  <a:lnTo>
                    <a:pt x="180099" y="78645"/>
                  </a:lnTo>
                  <a:lnTo>
                    <a:pt x="180099" y="78847"/>
                  </a:lnTo>
                  <a:lnTo>
                    <a:pt x="180098" y="79049"/>
                  </a:lnTo>
                  <a:lnTo>
                    <a:pt x="180097" y="79250"/>
                  </a:lnTo>
                  <a:lnTo>
                    <a:pt x="180095" y="79452"/>
                  </a:lnTo>
                  <a:lnTo>
                    <a:pt x="180092" y="79654"/>
                  </a:lnTo>
                  <a:lnTo>
                    <a:pt x="180088" y="79855"/>
                  </a:lnTo>
                  <a:lnTo>
                    <a:pt x="180083" y="80057"/>
                  </a:lnTo>
                  <a:lnTo>
                    <a:pt x="180078" y="80258"/>
                  </a:lnTo>
                  <a:lnTo>
                    <a:pt x="180072" y="80460"/>
                  </a:lnTo>
                  <a:lnTo>
                    <a:pt x="180065" y="80661"/>
                  </a:lnTo>
                  <a:lnTo>
                    <a:pt x="180057" y="80863"/>
                  </a:lnTo>
                  <a:lnTo>
                    <a:pt x="180049" y="81064"/>
                  </a:lnTo>
                  <a:lnTo>
                    <a:pt x="180040" y="81266"/>
                  </a:lnTo>
                  <a:lnTo>
                    <a:pt x="180030" y="81467"/>
                  </a:lnTo>
                  <a:lnTo>
                    <a:pt x="180020" y="81668"/>
                  </a:lnTo>
                  <a:lnTo>
                    <a:pt x="180008" y="81869"/>
                  </a:lnTo>
                  <a:lnTo>
                    <a:pt x="179996" y="82070"/>
                  </a:lnTo>
                  <a:lnTo>
                    <a:pt x="179983" y="82271"/>
                  </a:lnTo>
                  <a:lnTo>
                    <a:pt x="179970" y="82472"/>
                  </a:lnTo>
                  <a:lnTo>
                    <a:pt x="179956" y="82673"/>
                  </a:lnTo>
                  <a:lnTo>
                    <a:pt x="179940" y="82874"/>
                  </a:lnTo>
                  <a:lnTo>
                    <a:pt x="179925" y="83075"/>
                  </a:lnTo>
                  <a:lnTo>
                    <a:pt x="179908" y="83275"/>
                  </a:lnTo>
                  <a:lnTo>
                    <a:pt x="179891" y="83476"/>
                  </a:lnTo>
                  <a:lnTo>
                    <a:pt x="179873" y="83676"/>
                  </a:lnTo>
                  <a:lnTo>
                    <a:pt x="179854" y="83877"/>
                  </a:lnTo>
                  <a:lnTo>
                    <a:pt x="179834" y="84077"/>
                  </a:lnTo>
                  <a:lnTo>
                    <a:pt x="179814" y="84278"/>
                  </a:lnTo>
                  <a:lnTo>
                    <a:pt x="179793" y="84478"/>
                  </a:lnTo>
                  <a:lnTo>
                    <a:pt x="179771" y="84678"/>
                  </a:lnTo>
                  <a:lnTo>
                    <a:pt x="179748" y="84878"/>
                  </a:lnTo>
                  <a:lnTo>
                    <a:pt x="179725" y="85078"/>
                  </a:lnTo>
                  <a:lnTo>
                    <a:pt x="179700" y="85278"/>
                  </a:lnTo>
                  <a:lnTo>
                    <a:pt x="179676" y="85478"/>
                  </a:lnTo>
                  <a:lnTo>
                    <a:pt x="179650" y="85678"/>
                  </a:lnTo>
                  <a:lnTo>
                    <a:pt x="179624" y="85877"/>
                  </a:lnTo>
                  <a:lnTo>
                    <a:pt x="179596" y="86077"/>
                  </a:lnTo>
                  <a:lnTo>
                    <a:pt x="179569" y="86276"/>
                  </a:lnTo>
                  <a:lnTo>
                    <a:pt x="179540" y="86476"/>
                  </a:lnTo>
                  <a:lnTo>
                    <a:pt x="179511" y="86675"/>
                  </a:lnTo>
                  <a:lnTo>
                    <a:pt x="179480" y="86874"/>
                  </a:lnTo>
                  <a:lnTo>
                    <a:pt x="179449" y="87073"/>
                  </a:lnTo>
                  <a:lnTo>
                    <a:pt x="179418" y="87272"/>
                  </a:lnTo>
                  <a:lnTo>
                    <a:pt x="179385" y="87470"/>
                  </a:lnTo>
                  <a:lnTo>
                    <a:pt x="179352" y="87669"/>
                  </a:lnTo>
                  <a:lnTo>
                    <a:pt x="179318" y="87868"/>
                  </a:lnTo>
                  <a:lnTo>
                    <a:pt x="179284" y="88066"/>
                  </a:lnTo>
                  <a:lnTo>
                    <a:pt x="179248" y="88264"/>
                  </a:lnTo>
                  <a:lnTo>
                    <a:pt x="179212" y="88462"/>
                  </a:lnTo>
                  <a:lnTo>
                    <a:pt x="179175" y="88660"/>
                  </a:lnTo>
                  <a:lnTo>
                    <a:pt x="179138" y="88858"/>
                  </a:lnTo>
                  <a:lnTo>
                    <a:pt x="179100" y="89056"/>
                  </a:lnTo>
                  <a:lnTo>
                    <a:pt x="179060" y="89253"/>
                  </a:lnTo>
                  <a:lnTo>
                    <a:pt x="179021" y="89451"/>
                  </a:lnTo>
                  <a:lnTo>
                    <a:pt x="178980" y="89648"/>
                  </a:lnTo>
                  <a:lnTo>
                    <a:pt x="178939" y="89845"/>
                  </a:lnTo>
                  <a:lnTo>
                    <a:pt x="178897" y="90042"/>
                  </a:lnTo>
                  <a:lnTo>
                    <a:pt x="178844" y="90286"/>
                  </a:lnTo>
                  <a:lnTo>
                    <a:pt x="178790" y="90529"/>
                  </a:lnTo>
                  <a:lnTo>
                    <a:pt x="178738" y="90784"/>
                  </a:lnTo>
                  <a:lnTo>
                    <a:pt x="178685" y="91039"/>
                  </a:lnTo>
                  <a:lnTo>
                    <a:pt x="178631" y="91294"/>
                  </a:lnTo>
                  <a:lnTo>
                    <a:pt x="178577" y="91548"/>
                  </a:lnTo>
                  <a:lnTo>
                    <a:pt x="178521" y="91803"/>
                  </a:lnTo>
                  <a:lnTo>
                    <a:pt x="178466" y="92057"/>
                  </a:lnTo>
                  <a:lnTo>
                    <a:pt x="178409" y="92311"/>
                  </a:lnTo>
                  <a:lnTo>
                    <a:pt x="178351" y="92565"/>
                  </a:lnTo>
                  <a:lnTo>
                    <a:pt x="178293" y="92819"/>
                  </a:lnTo>
                  <a:lnTo>
                    <a:pt x="178234" y="93072"/>
                  </a:lnTo>
                  <a:lnTo>
                    <a:pt x="178175" y="93325"/>
                  </a:lnTo>
                  <a:lnTo>
                    <a:pt x="178114" y="93579"/>
                  </a:lnTo>
                  <a:lnTo>
                    <a:pt x="178053" y="93832"/>
                  </a:lnTo>
                  <a:lnTo>
                    <a:pt x="177991" y="94084"/>
                  </a:lnTo>
                  <a:lnTo>
                    <a:pt x="177929" y="94337"/>
                  </a:lnTo>
                  <a:lnTo>
                    <a:pt x="177866" y="94589"/>
                  </a:lnTo>
                  <a:lnTo>
                    <a:pt x="177801" y="94842"/>
                  </a:lnTo>
                  <a:lnTo>
                    <a:pt x="177737" y="95094"/>
                  </a:lnTo>
                  <a:lnTo>
                    <a:pt x="177671" y="95346"/>
                  </a:lnTo>
                  <a:lnTo>
                    <a:pt x="177605" y="95597"/>
                  </a:lnTo>
                  <a:lnTo>
                    <a:pt x="177538" y="95849"/>
                  </a:lnTo>
                  <a:lnTo>
                    <a:pt x="177470" y="96100"/>
                  </a:lnTo>
                  <a:lnTo>
                    <a:pt x="177402" y="96351"/>
                  </a:lnTo>
                  <a:lnTo>
                    <a:pt x="177332" y="96602"/>
                  </a:lnTo>
                  <a:lnTo>
                    <a:pt x="177262" y="96853"/>
                  </a:lnTo>
                  <a:lnTo>
                    <a:pt x="177192" y="97103"/>
                  </a:lnTo>
                  <a:lnTo>
                    <a:pt x="177120" y="97353"/>
                  </a:lnTo>
                  <a:lnTo>
                    <a:pt x="177048" y="97603"/>
                  </a:lnTo>
                  <a:lnTo>
                    <a:pt x="176975" y="97853"/>
                  </a:lnTo>
                  <a:lnTo>
                    <a:pt x="176902" y="98103"/>
                  </a:lnTo>
                  <a:lnTo>
                    <a:pt x="176827" y="98352"/>
                  </a:lnTo>
                  <a:lnTo>
                    <a:pt x="176752" y="98601"/>
                  </a:lnTo>
                  <a:lnTo>
                    <a:pt x="176676" y="98850"/>
                  </a:lnTo>
                  <a:lnTo>
                    <a:pt x="176600" y="99099"/>
                  </a:lnTo>
                  <a:lnTo>
                    <a:pt x="176523" y="99348"/>
                  </a:lnTo>
                  <a:lnTo>
                    <a:pt x="176445" y="99596"/>
                  </a:lnTo>
                  <a:lnTo>
                    <a:pt x="176366" y="99844"/>
                  </a:lnTo>
                  <a:lnTo>
                    <a:pt x="176286" y="100092"/>
                  </a:lnTo>
                  <a:lnTo>
                    <a:pt x="176206" y="100339"/>
                  </a:lnTo>
                  <a:lnTo>
                    <a:pt x="176125" y="100587"/>
                  </a:lnTo>
                  <a:lnTo>
                    <a:pt x="176044" y="100834"/>
                  </a:lnTo>
                  <a:lnTo>
                    <a:pt x="175961" y="101081"/>
                  </a:lnTo>
                  <a:lnTo>
                    <a:pt x="175878" y="101327"/>
                  </a:lnTo>
                  <a:lnTo>
                    <a:pt x="175795" y="101574"/>
                  </a:lnTo>
                  <a:lnTo>
                    <a:pt x="175710" y="101820"/>
                  </a:lnTo>
                  <a:lnTo>
                    <a:pt x="175625" y="102066"/>
                  </a:lnTo>
                  <a:lnTo>
                    <a:pt x="175539" y="102311"/>
                  </a:lnTo>
                  <a:lnTo>
                    <a:pt x="175452" y="102557"/>
                  </a:lnTo>
                  <a:lnTo>
                    <a:pt x="175365" y="102802"/>
                  </a:lnTo>
                  <a:lnTo>
                    <a:pt x="175277" y="103047"/>
                  </a:lnTo>
                  <a:lnTo>
                    <a:pt x="175188" y="103291"/>
                  </a:lnTo>
                  <a:lnTo>
                    <a:pt x="175098" y="103535"/>
                  </a:lnTo>
                  <a:lnTo>
                    <a:pt x="175008" y="103779"/>
                  </a:lnTo>
                  <a:lnTo>
                    <a:pt x="174917" y="104023"/>
                  </a:lnTo>
                  <a:lnTo>
                    <a:pt x="174826" y="104267"/>
                  </a:lnTo>
                  <a:lnTo>
                    <a:pt x="174733" y="104510"/>
                  </a:lnTo>
                  <a:lnTo>
                    <a:pt x="174640" y="104753"/>
                  </a:lnTo>
                  <a:lnTo>
                    <a:pt x="174546" y="104996"/>
                  </a:lnTo>
                  <a:lnTo>
                    <a:pt x="174452" y="105238"/>
                  </a:lnTo>
                  <a:lnTo>
                    <a:pt x="174357" y="105480"/>
                  </a:lnTo>
                  <a:lnTo>
                    <a:pt x="174261" y="105722"/>
                  </a:lnTo>
                  <a:lnTo>
                    <a:pt x="174164" y="105964"/>
                  </a:lnTo>
                  <a:lnTo>
                    <a:pt x="174067" y="106205"/>
                  </a:lnTo>
                  <a:lnTo>
                    <a:pt x="173969" y="106446"/>
                  </a:lnTo>
                  <a:lnTo>
                    <a:pt x="173870" y="106687"/>
                  </a:lnTo>
                  <a:lnTo>
                    <a:pt x="173771" y="106927"/>
                  </a:lnTo>
                  <a:lnTo>
                    <a:pt x="173670" y="107167"/>
                  </a:lnTo>
                  <a:lnTo>
                    <a:pt x="173569" y="107407"/>
                  </a:lnTo>
                  <a:lnTo>
                    <a:pt x="173468" y="107647"/>
                  </a:lnTo>
                  <a:lnTo>
                    <a:pt x="173366" y="107886"/>
                  </a:lnTo>
                  <a:lnTo>
                    <a:pt x="173263" y="108125"/>
                  </a:lnTo>
                  <a:lnTo>
                    <a:pt x="173159" y="108363"/>
                  </a:lnTo>
                  <a:lnTo>
                    <a:pt x="173055" y="108602"/>
                  </a:lnTo>
                  <a:lnTo>
                    <a:pt x="172950" y="108840"/>
                  </a:lnTo>
                  <a:lnTo>
                    <a:pt x="172844" y="109078"/>
                  </a:lnTo>
                  <a:lnTo>
                    <a:pt x="172737" y="109315"/>
                  </a:lnTo>
                  <a:lnTo>
                    <a:pt x="172630" y="109552"/>
                  </a:lnTo>
                  <a:lnTo>
                    <a:pt x="172522" y="109789"/>
                  </a:lnTo>
                  <a:lnTo>
                    <a:pt x="172414" y="110025"/>
                  </a:lnTo>
                  <a:lnTo>
                    <a:pt x="172305" y="110261"/>
                  </a:lnTo>
                  <a:lnTo>
                    <a:pt x="172195" y="110497"/>
                  </a:lnTo>
                  <a:lnTo>
                    <a:pt x="172084" y="110733"/>
                  </a:lnTo>
                  <a:lnTo>
                    <a:pt x="171973" y="110968"/>
                  </a:lnTo>
                  <a:lnTo>
                    <a:pt x="171861" y="111203"/>
                  </a:lnTo>
                  <a:lnTo>
                    <a:pt x="171748" y="111437"/>
                  </a:lnTo>
                  <a:lnTo>
                    <a:pt x="171635" y="111671"/>
                  </a:lnTo>
                  <a:lnTo>
                    <a:pt x="171521" y="111905"/>
                  </a:lnTo>
                  <a:lnTo>
                    <a:pt x="171406" y="112138"/>
                  </a:lnTo>
                  <a:lnTo>
                    <a:pt x="171291" y="112372"/>
                  </a:lnTo>
                  <a:lnTo>
                    <a:pt x="171175" y="112604"/>
                  </a:lnTo>
                  <a:lnTo>
                    <a:pt x="171058" y="112837"/>
                  </a:lnTo>
                  <a:lnTo>
                    <a:pt x="170941" y="113069"/>
                  </a:lnTo>
                  <a:lnTo>
                    <a:pt x="170822" y="113301"/>
                  </a:lnTo>
                  <a:lnTo>
                    <a:pt x="170704" y="113532"/>
                  </a:lnTo>
                  <a:lnTo>
                    <a:pt x="170584" y="113763"/>
                  </a:lnTo>
                  <a:lnTo>
                    <a:pt x="170464" y="113994"/>
                  </a:lnTo>
                  <a:lnTo>
                    <a:pt x="167462" y="119683"/>
                  </a:lnTo>
                  <a:lnTo>
                    <a:pt x="167376" y="119863"/>
                  </a:lnTo>
                  <a:lnTo>
                    <a:pt x="167290" y="120042"/>
                  </a:lnTo>
                  <a:lnTo>
                    <a:pt x="167202" y="120220"/>
                  </a:lnTo>
                  <a:lnTo>
                    <a:pt x="167114" y="120398"/>
                  </a:lnTo>
                  <a:lnTo>
                    <a:pt x="167026" y="120576"/>
                  </a:lnTo>
                  <a:lnTo>
                    <a:pt x="166936" y="120754"/>
                  </a:lnTo>
                  <a:lnTo>
                    <a:pt x="166846" y="120931"/>
                  </a:lnTo>
                  <a:lnTo>
                    <a:pt x="166756" y="121108"/>
                  </a:lnTo>
                  <a:lnTo>
                    <a:pt x="166664" y="121284"/>
                  </a:lnTo>
                  <a:lnTo>
                    <a:pt x="166572" y="121460"/>
                  </a:lnTo>
                  <a:lnTo>
                    <a:pt x="166479" y="121636"/>
                  </a:lnTo>
                  <a:lnTo>
                    <a:pt x="166386" y="121811"/>
                  </a:lnTo>
                  <a:lnTo>
                    <a:pt x="166292" y="121986"/>
                  </a:lnTo>
                  <a:lnTo>
                    <a:pt x="166197" y="122161"/>
                  </a:lnTo>
                  <a:lnTo>
                    <a:pt x="166102" y="122335"/>
                  </a:lnTo>
                  <a:lnTo>
                    <a:pt x="166005" y="122509"/>
                  </a:lnTo>
                  <a:lnTo>
                    <a:pt x="165909" y="122683"/>
                  </a:lnTo>
                  <a:lnTo>
                    <a:pt x="165811" y="122856"/>
                  </a:lnTo>
                  <a:lnTo>
                    <a:pt x="165713" y="123028"/>
                  </a:lnTo>
                  <a:lnTo>
                    <a:pt x="165614" y="123201"/>
                  </a:lnTo>
                  <a:lnTo>
                    <a:pt x="165515" y="123373"/>
                  </a:lnTo>
                  <a:lnTo>
                    <a:pt x="165414" y="123544"/>
                  </a:lnTo>
                  <a:lnTo>
                    <a:pt x="165314" y="123716"/>
                  </a:lnTo>
                  <a:lnTo>
                    <a:pt x="165212" y="123886"/>
                  </a:lnTo>
                  <a:lnTo>
                    <a:pt x="165110" y="124057"/>
                  </a:lnTo>
                  <a:lnTo>
                    <a:pt x="165007" y="124227"/>
                  </a:lnTo>
                  <a:lnTo>
                    <a:pt x="164903" y="124396"/>
                  </a:lnTo>
                  <a:lnTo>
                    <a:pt x="164799" y="124565"/>
                  </a:lnTo>
                  <a:lnTo>
                    <a:pt x="164694" y="124734"/>
                  </a:lnTo>
                  <a:lnTo>
                    <a:pt x="164589" y="124903"/>
                  </a:lnTo>
                  <a:lnTo>
                    <a:pt x="164483" y="125071"/>
                  </a:lnTo>
                  <a:lnTo>
                    <a:pt x="164376" y="125238"/>
                  </a:lnTo>
                  <a:lnTo>
                    <a:pt x="164269" y="125405"/>
                  </a:lnTo>
                  <a:lnTo>
                    <a:pt x="164161" y="125572"/>
                  </a:lnTo>
                  <a:lnTo>
                    <a:pt x="164052" y="125738"/>
                  </a:lnTo>
                  <a:lnTo>
                    <a:pt x="163943" y="125904"/>
                  </a:lnTo>
                  <a:lnTo>
                    <a:pt x="163832" y="126069"/>
                  </a:lnTo>
                  <a:lnTo>
                    <a:pt x="163722" y="126234"/>
                  </a:lnTo>
                  <a:lnTo>
                    <a:pt x="163611" y="126399"/>
                  </a:lnTo>
                  <a:lnTo>
                    <a:pt x="163499" y="126563"/>
                  </a:lnTo>
                  <a:lnTo>
                    <a:pt x="163386" y="126727"/>
                  </a:lnTo>
                  <a:lnTo>
                    <a:pt x="163273" y="126890"/>
                  </a:lnTo>
                  <a:lnTo>
                    <a:pt x="163159" y="127053"/>
                  </a:lnTo>
                  <a:lnTo>
                    <a:pt x="163045" y="127215"/>
                  </a:lnTo>
                  <a:lnTo>
                    <a:pt x="162929" y="127377"/>
                  </a:lnTo>
                  <a:lnTo>
                    <a:pt x="162814" y="127538"/>
                  </a:lnTo>
                  <a:lnTo>
                    <a:pt x="162697" y="127699"/>
                  </a:lnTo>
                  <a:lnTo>
                    <a:pt x="162580" y="127860"/>
                  </a:lnTo>
                  <a:lnTo>
                    <a:pt x="162463" y="128020"/>
                  </a:lnTo>
                  <a:lnTo>
                    <a:pt x="162345" y="128179"/>
                  </a:lnTo>
                  <a:lnTo>
                    <a:pt x="159467" y="132012"/>
                  </a:lnTo>
                  <a:lnTo>
                    <a:pt x="157311" y="134885"/>
                  </a:lnTo>
                  <a:lnTo>
                    <a:pt x="156709" y="135687"/>
                  </a:lnTo>
                  <a:lnTo>
                    <a:pt x="156592" y="135844"/>
                  </a:lnTo>
                  <a:lnTo>
                    <a:pt x="156475" y="136002"/>
                  </a:lnTo>
                  <a:lnTo>
                    <a:pt x="156357" y="136159"/>
                  </a:lnTo>
                  <a:lnTo>
                    <a:pt x="156239" y="136315"/>
                  </a:lnTo>
                  <a:lnTo>
                    <a:pt x="156120" y="136471"/>
                  </a:lnTo>
                  <a:lnTo>
                    <a:pt x="156000" y="136627"/>
                  </a:lnTo>
                  <a:lnTo>
                    <a:pt x="155880" y="136782"/>
                  </a:lnTo>
                  <a:lnTo>
                    <a:pt x="155759" y="136936"/>
                  </a:lnTo>
                  <a:lnTo>
                    <a:pt x="155637" y="137090"/>
                  </a:lnTo>
                  <a:lnTo>
                    <a:pt x="155515" y="137244"/>
                  </a:lnTo>
                  <a:lnTo>
                    <a:pt x="155392" y="137397"/>
                  </a:lnTo>
                  <a:lnTo>
                    <a:pt x="155269" y="137550"/>
                  </a:lnTo>
                  <a:lnTo>
                    <a:pt x="155145" y="137702"/>
                  </a:lnTo>
                  <a:lnTo>
                    <a:pt x="155021" y="137853"/>
                  </a:lnTo>
                  <a:lnTo>
                    <a:pt x="154896" y="138005"/>
                  </a:lnTo>
                  <a:lnTo>
                    <a:pt x="154770" y="138155"/>
                  </a:lnTo>
                  <a:lnTo>
                    <a:pt x="154644" y="138306"/>
                  </a:lnTo>
                  <a:lnTo>
                    <a:pt x="154517" y="138455"/>
                  </a:lnTo>
                  <a:lnTo>
                    <a:pt x="154390" y="138605"/>
                  </a:lnTo>
                  <a:lnTo>
                    <a:pt x="154262" y="138753"/>
                  </a:lnTo>
                  <a:lnTo>
                    <a:pt x="154133" y="138902"/>
                  </a:lnTo>
                  <a:lnTo>
                    <a:pt x="154004" y="139049"/>
                  </a:lnTo>
                  <a:lnTo>
                    <a:pt x="153875" y="139196"/>
                  </a:lnTo>
                  <a:lnTo>
                    <a:pt x="153744" y="139343"/>
                  </a:lnTo>
                  <a:lnTo>
                    <a:pt x="153614" y="139489"/>
                  </a:lnTo>
                  <a:lnTo>
                    <a:pt x="153482" y="139635"/>
                  </a:lnTo>
                  <a:lnTo>
                    <a:pt x="153350" y="139780"/>
                  </a:lnTo>
                  <a:lnTo>
                    <a:pt x="153218" y="139925"/>
                  </a:lnTo>
                  <a:lnTo>
                    <a:pt x="153085" y="140069"/>
                  </a:lnTo>
                  <a:lnTo>
                    <a:pt x="152951" y="140213"/>
                  </a:lnTo>
                  <a:lnTo>
                    <a:pt x="152817" y="140356"/>
                  </a:lnTo>
                  <a:lnTo>
                    <a:pt x="152683" y="140499"/>
                  </a:lnTo>
                  <a:lnTo>
                    <a:pt x="152547" y="140641"/>
                  </a:lnTo>
                  <a:lnTo>
                    <a:pt x="152411" y="140782"/>
                  </a:lnTo>
                  <a:lnTo>
                    <a:pt x="152275" y="140923"/>
                  </a:lnTo>
                  <a:lnTo>
                    <a:pt x="152138" y="141064"/>
                  </a:lnTo>
                  <a:lnTo>
                    <a:pt x="152001" y="141204"/>
                  </a:lnTo>
                  <a:lnTo>
                    <a:pt x="151863" y="141343"/>
                  </a:lnTo>
                  <a:lnTo>
                    <a:pt x="151724" y="141482"/>
                  </a:lnTo>
                  <a:lnTo>
                    <a:pt x="151585" y="141620"/>
                  </a:lnTo>
                  <a:lnTo>
                    <a:pt x="151446" y="141758"/>
                  </a:lnTo>
                  <a:lnTo>
                    <a:pt x="151306" y="141895"/>
                  </a:lnTo>
                  <a:lnTo>
                    <a:pt x="151165" y="142032"/>
                  </a:lnTo>
                  <a:lnTo>
                    <a:pt x="151024" y="142168"/>
                  </a:lnTo>
                  <a:lnTo>
                    <a:pt x="150882" y="142304"/>
                  </a:lnTo>
                  <a:lnTo>
                    <a:pt x="150740" y="142439"/>
                  </a:lnTo>
                  <a:lnTo>
                    <a:pt x="150597" y="142574"/>
                  </a:lnTo>
                  <a:lnTo>
                    <a:pt x="150454" y="142708"/>
                  </a:lnTo>
                  <a:lnTo>
                    <a:pt x="150310" y="142841"/>
                  </a:lnTo>
                  <a:lnTo>
                    <a:pt x="150166" y="142974"/>
                  </a:lnTo>
                  <a:lnTo>
                    <a:pt x="150021" y="143106"/>
                  </a:lnTo>
                  <a:lnTo>
                    <a:pt x="149876" y="143238"/>
                  </a:lnTo>
                  <a:lnTo>
                    <a:pt x="149730" y="143369"/>
                  </a:lnTo>
                  <a:lnTo>
                    <a:pt x="149584" y="143499"/>
                  </a:lnTo>
                  <a:lnTo>
                    <a:pt x="149437" y="143629"/>
                  </a:lnTo>
                  <a:lnTo>
                    <a:pt x="149290" y="143759"/>
                  </a:lnTo>
                  <a:lnTo>
                    <a:pt x="149142" y="143888"/>
                  </a:lnTo>
                  <a:lnTo>
                    <a:pt x="148994" y="144016"/>
                  </a:lnTo>
                  <a:lnTo>
                    <a:pt x="148845" y="144144"/>
                  </a:lnTo>
                  <a:lnTo>
                    <a:pt x="148696" y="144271"/>
                  </a:lnTo>
                  <a:lnTo>
                    <a:pt x="148546" y="144397"/>
                  </a:lnTo>
                  <a:lnTo>
                    <a:pt x="148396" y="144523"/>
                  </a:lnTo>
                  <a:lnTo>
                    <a:pt x="148245" y="144649"/>
                  </a:lnTo>
                  <a:lnTo>
                    <a:pt x="148094" y="144774"/>
                  </a:lnTo>
                  <a:lnTo>
                    <a:pt x="147942" y="144898"/>
                  </a:lnTo>
                  <a:lnTo>
                    <a:pt x="147790" y="145021"/>
                  </a:lnTo>
                  <a:lnTo>
                    <a:pt x="147637" y="145144"/>
                  </a:lnTo>
                  <a:lnTo>
                    <a:pt x="147484" y="145267"/>
                  </a:lnTo>
                  <a:lnTo>
                    <a:pt x="147330" y="145389"/>
                  </a:lnTo>
                  <a:lnTo>
                    <a:pt x="147176" y="145510"/>
                  </a:lnTo>
                  <a:lnTo>
                    <a:pt x="147022" y="145631"/>
                  </a:lnTo>
                  <a:lnTo>
                    <a:pt x="146867" y="145751"/>
                  </a:lnTo>
                  <a:lnTo>
                    <a:pt x="146711" y="145870"/>
                  </a:lnTo>
                  <a:lnTo>
                    <a:pt x="146555" y="145989"/>
                  </a:lnTo>
                  <a:lnTo>
                    <a:pt x="146399" y="146107"/>
                  </a:lnTo>
                  <a:lnTo>
                    <a:pt x="146242" y="146225"/>
                  </a:lnTo>
                  <a:lnTo>
                    <a:pt x="146085" y="146342"/>
                  </a:lnTo>
                  <a:lnTo>
                    <a:pt x="145927" y="146458"/>
                  </a:lnTo>
                  <a:lnTo>
                    <a:pt x="145769" y="146574"/>
                  </a:lnTo>
                  <a:lnTo>
                    <a:pt x="145610" y="146689"/>
                  </a:lnTo>
                  <a:lnTo>
                    <a:pt x="145451" y="146803"/>
                  </a:lnTo>
                  <a:lnTo>
                    <a:pt x="145291" y="146917"/>
                  </a:lnTo>
                  <a:lnTo>
                    <a:pt x="145131" y="147031"/>
                  </a:lnTo>
                  <a:lnTo>
                    <a:pt x="144971" y="147143"/>
                  </a:lnTo>
                  <a:lnTo>
                    <a:pt x="144810" y="147255"/>
                  </a:lnTo>
                  <a:lnTo>
                    <a:pt x="144649" y="147367"/>
                  </a:lnTo>
                  <a:lnTo>
                    <a:pt x="144487" y="147477"/>
                  </a:lnTo>
                  <a:lnTo>
                    <a:pt x="144325" y="147588"/>
                  </a:lnTo>
                  <a:lnTo>
                    <a:pt x="144163" y="147697"/>
                  </a:lnTo>
                  <a:lnTo>
                    <a:pt x="144000" y="147806"/>
                  </a:lnTo>
                  <a:lnTo>
                    <a:pt x="143836" y="147914"/>
                  </a:lnTo>
                  <a:lnTo>
                    <a:pt x="143672" y="148022"/>
                  </a:lnTo>
                  <a:lnTo>
                    <a:pt x="143508" y="148129"/>
                  </a:lnTo>
                  <a:lnTo>
                    <a:pt x="143344" y="148235"/>
                  </a:lnTo>
                  <a:lnTo>
                    <a:pt x="143178" y="148341"/>
                  </a:lnTo>
                  <a:lnTo>
                    <a:pt x="143013" y="148446"/>
                  </a:lnTo>
                  <a:lnTo>
                    <a:pt x="142847" y="148550"/>
                  </a:lnTo>
                  <a:lnTo>
                    <a:pt x="142681" y="148654"/>
                  </a:lnTo>
                  <a:lnTo>
                    <a:pt x="142514" y="148757"/>
                  </a:lnTo>
                  <a:lnTo>
                    <a:pt x="142347" y="148860"/>
                  </a:lnTo>
                  <a:lnTo>
                    <a:pt x="142180" y="148961"/>
                  </a:lnTo>
                  <a:lnTo>
                    <a:pt x="142012" y="149063"/>
                  </a:lnTo>
                  <a:lnTo>
                    <a:pt x="141844" y="149163"/>
                  </a:lnTo>
                  <a:lnTo>
                    <a:pt x="141675" y="149263"/>
                  </a:lnTo>
                  <a:lnTo>
                    <a:pt x="141506" y="149362"/>
                  </a:lnTo>
                  <a:lnTo>
                    <a:pt x="141337" y="149461"/>
                  </a:lnTo>
                  <a:lnTo>
                    <a:pt x="141167" y="149559"/>
                  </a:lnTo>
                  <a:lnTo>
                    <a:pt x="140997" y="149656"/>
                  </a:lnTo>
                  <a:lnTo>
                    <a:pt x="140826" y="149752"/>
                  </a:lnTo>
                  <a:lnTo>
                    <a:pt x="140655" y="149848"/>
                  </a:lnTo>
                  <a:lnTo>
                    <a:pt x="140484" y="149944"/>
                  </a:lnTo>
                  <a:lnTo>
                    <a:pt x="140312" y="150038"/>
                  </a:lnTo>
                  <a:lnTo>
                    <a:pt x="140140" y="150132"/>
                  </a:lnTo>
                  <a:lnTo>
                    <a:pt x="139968" y="150225"/>
                  </a:lnTo>
                  <a:lnTo>
                    <a:pt x="139795" y="150318"/>
                  </a:lnTo>
                  <a:lnTo>
                    <a:pt x="139622" y="150410"/>
                  </a:lnTo>
                  <a:lnTo>
                    <a:pt x="139449" y="150501"/>
                  </a:lnTo>
                  <a:lnTo>
                    <a:pt x="139275" y="150591"/>
                  </a:lnTo>
                  <a:lnTo>
                    <a:pt x="139101" y="150681"/>
                  </a:lnTo>
                  <a:lnTo>
                    <a:pt x="138927" y="150770"/>
                  </a:lnTo>
                  <a:lnTo>
                    <a:pt x="138752" y="150859"/>
                  </a:lnTo>
                  <a:lnTo>
                    <a:pt x="138577" y="150947"/>
                  </a:lnTo>
                  <a:lnTo>
                    <a:pt x="138401" y="151034"/>
                  </a:lnTo>
                  <a:lnTo>
                    <a:pt x="138225" y="151120"/>
                  </a:lnTo>
                  <a:lnTo>
                    <a:pt x="138049" y="151206"/>
                  </a:lnTo>
                  <a:lnTo>
                    <a:pt x="137873" y="151291"/>
                  </a:lnTo>
                  <a:lnTo>
                    <a:pt x="137696" y="151376"/>
                  </a:lnTo>
                  <a:lnTo>
                    <a:pt x="137519" y="151459"/>
                  </a:lnTo>
                  <a:lnTo>
                    <a:pt x="137341" y="151542"/>
                  </a:lnTo>
                  <a:lnTo>
                    <a:pt x="137163" y="151625"/>
                  </a:lnTo>
                  <a:lnTo>
                    <a:pt x="136985" y="151706"/>
                  </a:lnTo>
                  <a:lnTo>
                    <a:pt x="136807" y="151787"/>
                  </a:lnTo>
                  <a:lnTo>
                    <a:pt x="136628" y="151867"/>
                  </a:lnTo>
                  <a:lnTo>
                    <a:pt x="136449" y="151947"/>
                  </a:lnTo>
                  <a:lnTo>
                    <a:pt x="136270" y="152026"/>
                  </a:lnTo>
                  <a:lnTo>
                    <a:pt x="136090" y="152104"/>
                  </a:lnTo>
                  <a:lnTo>
                    <a:pt x="135910" y="152181"/>
                  </a:lnTo>
                  <a:lnTo>
                    <a:pt x="132178" y="153607"/>
                  </a:lnTo>
                  <a:lnTo>
                    <a:pt x="129312" y="154445"/>
                  </a:lnTo>
                  <a:lnTo>
                    <a:pt x="126496" y="155267"/>
                  </a:lnTo>
                  <a:lnTo>
                    <a:pt x="111869" y="159194"/>
                  </a:lnTo>
                  <a:lnTo>
                    <a:pt x="110035" y="159685"/>
                  </a:lnTo>
                  <a:lnTo>
                    <a:pt x="102055" y="161821"/>
                  </a:lnTo>
                  <a:lnTo>
                    <a:pt x="100876" y="162137"/>
                  </a:lnTo>
                  <a:lnTo>
                    <a:pt x="100660" y="162194"/>
                  </a:lnTo>
                  <a:lnTo>
                    <a:pt x="98443" y="162779"/>
                  </a:lnTo>
                  <a:lnTo>
                    <a:pt x="94961" y="163700"/>
                  </a:lnTo>
                  <a:lnTo>
                    <a:pt x="94677" y="163775"/>
                  </a:lnTo>
                  <a:lnTo>
                    <a:pt x="93868" y="163988"/>
                  </a:lnTo>
                  <a:lnTo>
                    <a:pt x="55425" y="173358"/>
                  </a:lnTo>
                  <a:lnTo>
                    <a:pt x="55223" y="173409"/>
                  </a:lnTo>
                  <a:lnTo>
                    <a:pt x="55022" y="173459"/>
                  </a:lnTo>
                  <a:lnTo>
                    <a:pt x="54820" y="173509"/>
                  </a:lnTo>
                  <a:lnTo>
                    <a:pt x="54618" y="173558"/>
                  </a:lnTo>
                  <a:lnTo>
                    <a:pt x="54416" y="173606"/>
                  </a:lnTo>
                  <a:lnTo>
                    <a:pt x="54213" y="173653"/>
                  </a:lnTo>
                  <a:lnTo>
                    <a:pt x="54011" y="173700"/>
                  </a:lnTo>
                  <a:lnTo>
                    <a:pt x="53808" y="173746"/>
                  </a:lnTo>
                  <a:lnTo>
                    <a:pt x="53605" y="173791"/>
                  </a:lnTo>
                  <a:lnTo>
                    <a:pt x="53402" y="173836"/>
                  </a:lnTo>
                  <a:lnTo>
                    <a:pt x="53199" y="173880"/>
                  </a:lnTo>
                  <a:lnTo>
                    <a:pt x="52995" y="173923"/>
                  </a:lnTo>
                  <a:lnTo>
                    <a:pt x="52792" y="173965"/>
                  </a:lnTo>
                  <a:lnTo>
                    <a:pt x="52588" y="174007"/>
                  </a:lnTo>
                  <a:lnTo>
                    <a:pt x="52384" y="174048"/>
                  </a:lnTo>
                  <a:lnTo>
                    <a:pt x="52181" y="174088"/>
                  </a:lnTo>
                  <a:lnTo>
                    <a:pt x="51976" y="174127"/>
                  </a:lnTo>
                  <a:lnTo>
                    <a:pt x="51772" y="174166"/>
                  </a:lnTo>
                  <a:lnTo>
                    <a:pt x="51568" y="174204"/>
                  </a:lnTo>
                  <a:lnTo>
                    <a:pt x="51363" y="174241"/>
                  </a:lnTo>
                  <a:lnTo>
                    <a:pt x="51159" y="174277"/>
                  </a:lnTo>
                  <a:lnTo>
                    <a:pt x="50954" y="174313"/>
                  </a:lnTo>
                  <a:lnTo>
                    <a:pt x="50749" y="174348"/>
                  </a:lnTo>
                  <a:lnTo>
                    <a:pt x="50544" y="174382"/>
                  </a:lnTo>
                  <a:lnTo>
                    <a:pt x="50339" y="174416"/>
                  </a:lnTo>
                  <a:lnTo>
                    <a:pt x="50134" y="174449"/>
                  </a:lnTo>
                  <a:lnTo>
                    <a:pt x="49928" y="174481"/>
                  </a:lnTo>
                  <a:lnTo>
                    <a:pt x="49723" y="174512"/>
                  </a:lnTo>
                  <a:lnTo>
                    <a:pt x="49517" y="174542"/>
                  </a:lnTo>
                  <a:lnTo>
                    <a:pt x="49312" y="174572"/>
                  </a:lnTo>
                  <a:lnTo>
                    <a:pt x="49106" y="174601"/>
                  </a:lnTo>
                  <a:lnTo>
                    <a:pt x="48900" y="174630"/>
                  </a:lnTo>
                  <a:lnTo>
                    <a:pt x="48694" y="174657"/>
                  </a:lnTo>
                  <a:lnTo>
                    <a:pt x="48488" y="174684"/>
                  </a:lnTo>
                  <a:lnTo>
                    <a:pt x="48282" y="174710"/>
                  </a:lnTo>
                  <a:lnTo>
                    <a:pt x="48075" y="174735"/>
                  </a:lnTo>
                  <a:lnTo>
                    <a:pt x="47869" y="174760"/>
                  </a:lnTo>
                  <a:lnTo>
                    <a:pt x="47663" y="174784"/>
                  </a:lnTo>
                  <a:lnTo>
                    <a:pt x="47456" y="174807"/>
                  </a:lnTo>
                  <a:lnTo>
                    <a:pt x="47249" y="174829"/>
                  </a:lnTo>
                  <a:lnTo>
                    <a:pt x="47043" y="174851"/>
                  </a:lnTo>
                  <a:lnTo>
                    <a:pt x="46836" y="174872"/>
                  </a:lnTo>
                  <a:lnTo>
                    <a:pt x="46629" y="174892"/>
                  </a:lnTo>
                  <a:lnTo>
                    <a:pt x="46422" y="174911"/>
                  </a:lnTo>
                  <a:lnTo>
                    <a:pt x="46215" y="174930"/>
                  </a:lnTo>
                  <a:lnTo>
                    <a:pt x="43961" y="175144"/>
                  </a:lnTo>
                  <a:lnTo>
                    <a:pt x="40548" y="175467"/>
                  </a:lnTo>
                  <a:lnTo>
                    <a:pt x="12397" y="178134"/>
                  </a:lnTo>
                  <a:lnTo>
                    <a:pt x="11836" y="178187"/>
                  </a:lnTo>
                  <a:lnTo>
                    <a:pt x="8053" y="178877"/>
                  </a:lnTo>
                  <a:lnTo>
                    <a:pt x="7787" y="178897"/>
                  </a:lnTo>
                  <a:lnTo>
                    <a:pt x="7146" y="178945"/>
                  </a:lnTo>
                  <a:lnTo>
                    <a:pt x="6445" y="179010"/>
                  </a:lnTo>
                  <a:lnTo>
                    <a:pt x="6292" y="179024"/>
                  </a:lnTo>
                  <a:lnTo>
                    <a:pt x="3438" y="179266"/>
                  </a:lnTo>
                  <a:lnTo>
                    <a:pt x="2375" y="179450"/>
                  </a:lnTo>
                  <a:lnTo>
                    <a:pt x="0" y="179861"/>
                  </a:lnTo>
                  <a:lnTo>
                    <a:pt x="1348" y="181926"/>
                  </a:lnTo>
                  <a:lnTo>
                    <a:pt x="1826" y="182657"/>
                  </a:lnTo>
                  <a:lnTo>
                    <a:pt x="3481" y="185191"/>
                  </a:lnTo>
                  <a:lnTo>
                    <a:pt x="3735" y="185579"/>
                  </a:lnTo>
                  <a:lnTo>
                    <a:pt x="9558" y="194967"/>
                  </a:lnTo>
                  <a:lnTo>
                    <a:pt x="11716" y="198770"/>
                  </a:lnTo>
                  <a:lnTo>
                    <a:pt x="11901" y="199133"/>
                  </a:lnTo>
                  <a:lnTo>
                    <a:pt x="15223" y="204636"/>
                  </a:lnTo>
                  <a:lnTo>
                    <a:pt x="15320" y="204801"/>
                  </a:lnTo>
                  <a:lnTo>
                    <a:pt x="17275" y="208124"/>
                  </a:lnTo>
                  <a:lnTo>
                    <a:pt x="26582" y="223903"/>
                  </a:lnTo>
                  <a:lnTo>
                    <a:pt x="28077" y="226456"/>
                  </a:lnTo>
                  <a:lnTo>
                    <a:pt x="34562" y="237508"/>
                  </a:lnTo>
                  <a:lnTo>
                    <a:pt x="34891" y="238064"/>
                  </a:lnTo>
                  <a:lnTo>
                    <a:pt x="35509" y="239120"/>
                  </a:lnTo>
                  <a:lnTo>
                    <a:pt x="36471" y="240772"/>
                  </a:lnTo>
                  <a:lnTo>
                    <a:pt x="36730" y="241183"/>
                  </a:lnTo>
                  <a:lnTo>
                    <a:pt x="37056" y="241736"/>
                  </a:lnTo>
                  <a:lnTo>
                    <a:pt x="40934" y="248271"/>
                  </a:lnTo>
                  <a:lnTo>
                    <a:pt x="44979" y="255278"/>
                  </a:lnTo>
                  <a:lnTo>
                    <a:pt x="54919" y="272436"/>
                  </a:lnTo>
                  <a:lnTo>
                    <a:pt x="55062" y="272696"/>
                  </a:lnTo>
                  <a:lnTo>
                    <a:pt x="55187" y="272915"/>
                  </a:lnTo>
                  <a:lnTo>
                    <a:pt x="55563" y="273577"/>
                  </a:lnTo>
                  <a:lnTo>
                    <a:pt x="57003" y="276051"/>
                  </a:lnTo>
                  <a:lnTo>
                    <a:pt x="57402" y="276730"/>
                  </a:lnTo>
                  <a:lnTo>
                    <a:pt x="62703" y="285884"/>
                  </a:lnTo>
                  <a:lnTo>
                    <a:pt x="65444" y="290636"/>
                  </a:lnTo>
                  <a:lnTo>
                    <a:pt x="65752" y="291171"/>
                  </a:lnTo>
                  <a:lnTo>
                    <a:pt x="67219" y="293722"/>
                  </a:lnTo>
                  <a:lnTo>
                    <a:pt x="67559" y="294279"/>
                  </a:lnTo>
                  <a:lnTo>
                    <a:pt x="68961" y="296574"/>
                  </a:lnTo>
                  <a:lnTo>
                    <a:pt x="69920" y="298144"/>
                  </a:lnTo>
                  <a:lnTo>
                    <a:pt x="72072" y="301975"/>
                  </a:lnTo>
                  <a:lnTo>
                    <a:pt x="75981" y="308933"/>
                  </a:lnTo>
                  <a:lnTo>
                    <a:pt x="85496" y="325258"/>
                  </a:lnTo>
                  <a:lnTo>
                    <a:pt x="86987" y="327838"/>
                  </a:lnTo>
                  <a:lnTo>
                    <a:pt x="88124" y="329842"/>
                  </a:lnTo>
                  <a:lnTo>
                    <a:pt x="98788" y="348641"/>
                  </a:lnTo>
                  <a:lnTo>
                    <a:pt x="100078" y="350887"/>
                  </a:lnTo>
                  <a:lnTo>
                    <a:pt x="101178" y="352803"/>
                  </a:lnTo>
                  <a:lnTo>
                    <a:pt x="102023" y="354277"/>
                  </a:lnTo>
                  <a:lnTo>
                    <a:pt x="102823" y="355670"/>
                  </a:lnTo>
                  <a:lnTo>
                    <a:pt x="103644" y="357100"/>
                  </a:lnTo>
                  <a:lnTo>
                    <a:pt x="105038" y="359525"/>
                  </a:lnTo>
                  <a:lnTo>
                    <a:pt x="105796" y="360842"/>
                  </a:lnTo>
                  <a:lnTo>
                    <a:pt x="106053" y="361290"/>
                  </a:lnTo>
                  <a:lnTo>
                    <a:pt x="106516" y="362093"/>
                  </a:lnTo>
                  <a:lnTo>
                    <a:pt x="108647" y="365800"/>
                  </a:lnTo>
                  <a:lnTo>
                    <a:pt x="109530" y="367336"/>
                  </a:lnTo>
                  <a:lnTo>
                    <a:pt x="110859" y="370354"/>
                  </a:lnTo>
                  <a:lnTo>
                    <a:pt x="112854" y="375515"/>
                  </a:lnTo>
                  <a:lnTo>
                    <a:pt x="113218" y="376454"/>
                  </a:lnTo>
                  <a:lnTo>
                    <a:pt x="121430" y="374027"/>
                  </a:lnTo>
                  <a:lnTo>
                    <a:pt x="124828" y="373553"/>
                  </a:lnTo>
                  <a:lnTo>
                    <a:pt x="125992" y="373921"/>
                  </a:lnTo>
                  <a:lnTo>
                    <a:pt x="128613" y="374244"/>
                  </a:lnTo>
                  <a:lnTo>
                    <a:pt x="130167" y="374065"/>
                  </a:lnTo>
                  <a:lnTo>
                    <a:pt x="133476" y="373369"/>
                  </a:lnTo>
                  <a:lnTo>
                    <a:pt x="137789" y="372632"/>
                  </a:lnTo>
                  <a:lnTo>
                    <a:pt x="140541" y="372193"/>
                  </a:lnTo>
                  <a:lnTo>
                    <a:pt x="143002" y="371932"/>
                  </a:lnTo>
                  <a:lnTo>
                    <a:pt x="143982" y="371735"/>
                  </a:lnTo>
                  <a:lnTo>
                    <a:pt x="147146" y="371177"/>
                  </a:lnTo>
                  <a:lnTo>
                    <a:pt x="149212" y="370912"/>
                  </a:lnTo>
                  <a:lnTo>
                    <a:pt x="153940" y="370379"/>
                  </a:lnTo>
                  <a:lnTo>
                    <a:pt x="155885" y="370122"/>
                  </a:lnTo>
                  <a:lnTo>
                    <a:pt x="170995" y="367999"/>
                  </a:lnTo>
                  <a:lnTo>
                    <a:pt x="171158" y="368077"/>
                  </a:lnTo>
                  <a:lnTo>
                    <a:pt x="171515" y="368307"/>
                  </a:lnTo>
                  <a:lnTo>
                    <a:pt x="171850" y="368498"/>
                  </a:lnTo>
                  <a:lnTo>
                    <a:pt x="172225" y="368611"/>
                  </a:lnTo>
                  <a:lnTo>
                    <a:pt x="183748" y="366990"/>
                  </a:lnTo>
                  <a:lnTo>
                    <a:pt x="188908" y="366112"/>
                  </a:lnTo>
                  <a:lnTo>
                    <a:pt x="192960" y="365360"/>
                  </a:lnTo>
                  <a:lnTo>
                    <a:pt x="196051" y="364776"/>
                  </a:lnTo>
                  <a:lnTo>
                    <a:pt x="197267" y="364501"/>
                  </a:lnTo>
                  <a:lnTo>
                    <a:pt x="197935" y="364407"/>
                  </a:lnTo>
                  <a:lnTo>
                    <a:pt x="198484" y="364285"/>
                  </a:lnTo>
                  <a:lnTo>
                    <a:pt x="199034" y="364157"/>
                  </a:lnTo>
                  <a:lnTo>
                    <a:pt x="199581" y="364027"/>
                  </a:lnTo>
                  <a:lnTo>
                    <a:pt x="200128" y="363895"/>
                  </a:lnTo>
                  <a:lnTo>
                    <a:pt x="200675" y="363758"/>
                  </a:lnTo>
                  <a:lnTo>
                    <a:pt x="201219" y="363618"/>
                  </a:lnTo>
                  <a:lnTo>
                    <a:pt x="201764" y="363475"/>
                  </a:lnTo>
                  <a:lnTo>
                    <a:pt x="202309" y="363328"/>
                  </a:lnTo>
                  <a:lnTo>
                    <a:pt x="202852" y="363177"/>
                  </a:lnTo>
                  <a:lnTo>
                    <a:pt x="203393" y="363024"/>
                  </a:lnTo>
                  <a:lnTo>
                    <a:pt x="207239" y="361922"/>
                  </a:lnTo>
                  <a:lnTo>
                    <a:pt x="220250" y="357434"/>
                  </a:lnTo>
                  <a:lnTo>
                    <a:pt x="223990" y="356007"/>
                  </a:lnTo>
                  <a:lnTo>
                    <a:pt x="237049" y="350919"/>
                  </a:lnTo>
                  <a:lnTo>
                    <a:pt x="244888" y="347801"/>
                  </a:lnTo>
                  <a:lnTo>
                    <a:pt x="248083" y="346553"/>
                  </a:lnTo>
                  <a:lnTo>
                    <a:pt x="253759" y="344302"/>
                  </a:lnTo>
                  <a:lnTo>
                    <a:pt x="257454" y="342940"/>
                  </a:lnTo>
                  <a:lnTo>
                    <a:pt x="265026" y="339623"/>
                  </a:lnTo>
                  <a:lnTo>
                    <a:pt x="276455" y="334217"/>
                  </a:lnTo>
                  <a:lnTo>
                    <a:pt x="287557" y="327545"/>
                  </a:lnTo>
                  <a:lnTo>
                    <a:pt x="306180" y="318571"/>
                  </a:lnTo>
                  <a:lnTo>
                    <a:pt x="321850" y="310165"/>
                  </a:lnTo>
                  <a:lnTo>
                    <a:pt x="324497" y="308685"/>
                  </a:lnTo>
                  <a:lnTo>
                    <a:pt x="329286" y="306313"/>
                  </a:lnTo>
                  <a:lnTo>
                    <a:pt x="331040" y="305384"/>
                  </a:lnTo>
                  <a:lnTo>
                    <a:pt x="334691" y="303495"/>
                  </a:lnTo>
                  <a:lnTo>
                    <a:pt x="344591" y="298191"/>
                  </a:lnTo>
                  <a:lnTo>
                    <a:pt x="358157" y="290494"/>
                  </a:lnTo>
                  <a:lnTo>
                    <a:pt x="373686" y="283199"/>
                  </a:lnTo>
                  <a:lnTo>
                    <a:pt x="373952" y="283069"/>
                  </a:lnTo>
                  <a:lnTo>
                    <a:pt x="376177" y="282033"/>
                  </a:lnTo>
                  <a:lnTo>
                    <a:pt x="377580" y="281376"/>
                  </a:lnTo>
                  <a:lnTo>
                    <a:pt x="383848" y="278425"/>
                  </a:lnTo>
                  <a:lnTo>
                    <a:pt x="378476" y="270379"/>
                  </a:lnTo>
                  <a:lnTo>
                    <a:pt x="376119" y="266750"/>
                  </a:lnTo>
                  <a:lnTo>
                    <a:pt x="375176" y="265305"/>
                  </a:lnTo>
                  <a:lnTo>
                    <a:pt x="368700" y="255363"/>
                  </a:lnTo>
                  <a:lnTo>
                    <a:pt x="340183" y="211590"/>
                  </a:lnTo>
                  <a:lnTo>
                    <a:pt x="326162" y="190069"/>
                  </a:lnTo>
                  <a:lnTo>
                    <a:pt x="319796" y="183258"/>
                  </a:lnTo>
                  <a:lnTo>
                    <a:pt x="312404" y="173691"/>
                  </a:lnTo>
                  <a:lnTo>
                    <a:pt x="304756" y="163796"/>
                  </a:lnTo>
                  <a:lnTo>
                    <a:pt x="302164" y="160441"/>
                  </a:lnTo>
                  <a:lnTo>
                    <a:pt x="301619" y="159735"/>
                  </a:lnTo>
                  <a:lnTo>
                    <a:pt x="295042" y="151225"/>
                  </a:lnTo>
                  <a:lnTo>
                    <a:pt x="290220" y="144984"/>
                  </a:lnTo>
                  <a:lnTo>
                    <a:pt x="289685" y="144294"/>
                  </a:lnTo>
                  <a:lnTo>
                    <a:pt x="306566" y="119043"/>
                  </a:lnTo>
                  <a:lnTo>
                    <a:pt x="315520" y="101295"/>
                  </a:lnTo>
                  <a:lnTo>
                    <a:pt x="283822" y="64787"/>
                  </a:lnTo>
                  <a:lnTo>
                    <a:pt x="283232" y="64127"/>
                  </a:lnTo>
                  <a:lnTo>
                    <a:pt x="282843" y="63693"/>
                  </a:lnTo>
                  <a:lnTo>
                    <a:pt x="287026" y="58010"/>
                  </a:lnTo>
                  <a:lnTo>
                    <a:pt x="285951" y="57050"/>
                  </a:lnTo>
                  <a:lnTo>
                    <a:pt x="271576" y="44187"/>
                  </a:lnTo>
                  <a:lnTo>
                    <a:pt x="250811" y="6563"/>
                  </a:lnTo>
                  <a:close/>
                </a:path>
              </a:pathLst>
            </a:custGeom>
            <a:solidFill>
              <a:srgbClr val="F14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g19"/>
            <p:cNvSpPr/>
            <p:nvPr/>
          </p:nvSpPr>
          <p:spPr>
            <a:xfrm>
              <a:off x="3972076" y="3379176"/>
              <a:ext cx="406334" cy="305148"/>
            </a:xfrm>
            <a:custGeom>
              <a:avLst/>
              <a:gdLst/>
              <a:ahLst/>
              <a:cxnLst/>
              <a:rect l="0" t="0" r="0" b="0"/>
              <a:pathLst>
                <a:path w="406334" h="305148">
                  <a:moveTo>
                    <a:pt x="364737" y="17676"/>
                  </a:moveTo>
                  <a:lnTo>
                    <a:pt x="361468" y="15197"/>
                  </a:lnTo>
                  <a:lnTo>
                    <a:pt x="357280" y="12033"/>
                  </a:lnTo>
                  <a:lnTo>
                    <a:pt x="353769" y="9267"/>
                  </a:lnTo>
                  <a:lnTo>
                    <a:pt x="350241" y="6514"/>
                  </a:lnTo>
                  <a:lnTo>
                    <a:pt x="346084" y="3339"/>
                  </a:lnTo>
                  <a:lnTo>
                    <a:pt x="345697" y="2907"/>
                  </a:lnTo>
                  <a:lnTo>
                    <a:pt x="343619" y="508"/>
                  </a:lnTo>
                  <a:lnTo>
                    <a:pt x="343095" y="0"/>
                  </a:lnTo>
                  <a:lnTo>
                    <a:pt x="339913" y="4167"/>
                  </a:lnTo>
                  <a:lnTo>
                    <a:pt x="337543" y="7275"/>
                  </a:lnTo>
                  <a:lnTo>
                    <a:pt x="328981" y="18492"/>
                  </a:lnTo>
                  <a:lnTo>
                    <a:pt x="328867" y="18643"/>
                  </a:lnTo>
                  <a:lnTo>
                    <a:pt x="328752" y="18793"/>
                  </a:lnTo>
                  <a:lnTo>
                    <a:pt x="328637" y="18943"/>
                  </a:lnTo>
                  <a:lnTo>
                    <a:pt x="328521" y="19092"/>
                  </a:lnTo>
                  <a:lnTo>
                    <a:pt x="328405" y="19241"/>
                  </a:lnTo>
                  <a:lnTo>
                    <a:pt x="328170" y="19537"/>
                  </a:lnTo>
                  <a:lnTo>
                    <a:pt x="328052" y="19684"/>
                  </a:lnTo>
                  <a:lnTo>
                    <a:pt x="327933" y="19831"/>
                  </a:lnTo>
                  <a:lnTo>
                    <a:pt x="327813" y="19978"/>
                  </a:lnTo>
                  <a:lnTo>
                    <a:pt x="327573" y="20269"/>
                  </a:lnTo>
                  <a:lnTo>
                    <a:pt x="327451" y="20414"/>
                  </a:lnTo>
                  <a:lnTo>
                    <a:pt x="327207" y="20703"/>
                  </a:lnTo>
                  <a:lnTo>
                    <a:pt x="326961" y="20989"/>
                  </a:lnTo>
                  <a:lnTo>
                    <a:pt x="326837" y="21132"/>
                  </a:lnTo>
                  <a:lnTo>
                    <a:pt x="326712" y="21274"/>
                  </a:lnTo>
                  <a:lnTo>
                    <a:pt x="326587" y="21415"/>
                  </a:lnTo>
                  <a:lnTo>
                    <a:pt x="326461" y="21556"/>
                  </a:lnTo>
                  <a:lnTo>
                    <a:pt x="326335" y="21697"/>
                  </a:lnTo>
                  <a:lnTo>
                    <a:pt x="326208" y="21837"/>
                  </a:lnTo>
                  <a:lnTo>
                    <a:pt x="326080" y="21976"/>
                  </a:lnTo>
                  <a:lnTo>
                    <a:pt x="325952" y="22115"/>
                  </a:lnTo>
                  <a:lnTo>
                    <a:pt x="325824" y="22253"/>
                  </a:lnTo>
                  <a:lnTo>
                    <a:pt x="325695" y="22391"/>
                  </a:lnTo>
                  <a:lnTo>
                    <a:pt x="325565" y="22529"/>
                  </a:lnTo>
                  <a:lnTo>
                    <a:pt x="325435" y="22666"/>
                  </a:lnTo>
                  <a:lnTo>
                    <a:pt x="325304" y="22802"/>
                  </a:lnTo>
                  <a:lnTo>
                    <a:pt x="325172" y="22938"/>
                  </a:lnTo>
                  <a:lnTo>
                    <a:pt x="325041" y="23073"/>
                  </a:lnTo>
                  <a:lnTo>
                    <a:pt x="324908" y="23208"/>
                  </a:lnTo>
                  <a:lnTo>
                    <a:pt x="324642" y="23476"/>
                  </a:lnTo>
                  <a:lnTo>
                    <a:pt x="324508" y="23609"/>
                  </a:lnTo>
                  <a:lnTo>
                    <a:pt x="324373" y="23741"/>
                  </a:lnTo>
                  <a:lnTo>
                    <a:pt x="324238" y="23873"/>
                  </a:lnTo>
                  <a:lnTo>
                    <a:pt x="324102" y="24005"/>
                  </a:lnTo>
                  <a:lnTo>
                    <a:pt x="323966" y="24136"/>
                  </a:lnTo>
                  <a:lnTo>
                    <a:pt x="323830" y="24266"/>
                  </a:lnTo>
                  <a:lnTo>
                    <a:pt x="323692" y="24396"/>
                  </a:lnTo>
                  <a:lnTo>
                    <a:pt x="323555" y="24525"/>
                  </a:lnTo>
                  <a:lnTo>
                    <a:pt x="323416" y="24654"/>
                  </a:lnTo>
                  <a:lnTo>
                    <a:pt x="323278" y="24782"/>
                  </a:lnTo>
                  <a:lnTo>
                    <a:pt x="323138" y="24910"/>
                  </a:lnTo>
                  <a:lnTo>
                    <a:pt x="322858" y="25163"/>
                  </a:lnTo>
                  <a:lnTo>
                    <a:pt x="322718" y="25289"/>
                  </a:lnTo>
                  <a:lnTo>
                    <a:pt x="322576" y="25415"/>
                  </a:lnTo>
                  <a:lnTo>
                    <a:pt x="322435" y="25540"/>
                  </a:lnTo>
                  <a:lnTo>
                    <a:pt x="322292" y="25664"/>
                  </a:lnTo>
                  <a:lnTo>
                    <a:pt x="322149" y="25787"/>
                  </a:lnTo>
                  <a:lnTo>
                    <a:pt x="322006" y="25910"/>
                  </a:lnTo>
                  <a:lnTo>
                    <a:pt x="321864" y="26033"/>
                  </a:lnTo>
                  <a:lnTo>
                    <a:pt x="321721" y="26155"/>
                  </a:lnTo>
                  <a:lnTo>
                    <a:pt x="321577" y="26276"/>
                  </a:lnTo>
                  <a:lnTo>
                    <a:pt x="321289" y="26517"/>
                  </a:lnTo>
                  <a:lnTo>
                    <a:pt x="321144" y="26636"/>
                  </a:lnTo>
                  <a:lnTo>
                    <a:pt x="320999" y="26755"/>
                  </a:lnTo>
                  <a:lnTo>
                    <a:pt x="320853" y="26873"/>
                  </a:lnTo>
                  <a:lnTo>
                    <a:pt x="320707" y="26991"/>
                  </a:lnTo>
                  <a:lnTo>
                    <a:pt x="320413" y="27225"/>
                  </a:lnTo>
                  <a:lnTo>
                    <a:pt x="320266" y="27341"/>
                  </a:lnTo>
                  <a:lnTo>
                    <a:pt x="320118" y="27456"/>
                  </a:lnTo>
                  <a:lnTo>
                    <a:pt x="319969" y="27571"/>
                  </a:lnTo>
                  <a:lnTo>
                    <a:pt x="319671" y="27799"/>
                  </a:lnTo>
                  <a:lnTo>
                    <a:pt x="319521" y="27912"/>
                  </a:lnTo>
                  <a:lnTo>
                    <a:pt x="319370" y="28024"/>
                  </a:lnTo>
                  <a:lnTo>
                    <a:pt x="319219" y="28136"/>
                  </a:lnTo>
                  <a:lnTo>
                    <a:pt x="319068" y="28247"/>
                  </a:lnTo>
                  <a:lnTo>
                    <a:pt x="318917" y="28358"/>
                  </a:lnTo>
                  <a:lnTo>
                    <a:pt x="318764" y="28468"/>
                  </a:lnTo>
                  <a:lnTo>
                    <a:pt x="318612" y="28577"/>
                  </a:lnTo>
                  <a:lnTo>
                    <a:pt x="318459" y="28686"/>
                  </a:lnTo>
                  <a:lnTo>
                    <a:pt x="318305" y="28794"/>
                  </a:lnTo>
                  <a:lnTo>
                    <a:pt x="318152" y="28902"/>
                  </a:lnTo>
                  <a:lnTo>
                    <a:pt x="317843" y="29115"/>
                  </a:lnTo>
                  <a:lnTo>
                    <a:pt x="317687" y="29220"/>
                  </a:lnTo>
                  <a:lnTo>
                    <a:pt x="317532" y="29325"/>
                  </a:lnTo>
                  <a:lnTo>
                    <a:pt x="317376" y="29430"/>
                  </a:lnTo>
                  <a:lnTo>
                    <a:pt x="317219" y="29534"/>
                  </a:lnTo>
                  <a:lnTo>
                    <a:pt x="317063" y="29637"/>
                  </a:lnTo>
                  <a:lnTo>
                    <a:pt x="316748" y="29841"/>
                  </a:lnTo>
                  <a:lnTo>
                    <a:pt x="316590" y="29942"/>
                  </a:lnTo>
                  <a:lnTo>
                    <a:pt x="316273" y="30143"/>
                  </a:lnTo>
                  <a:lnTo>
                    <a:pt x="316052" y="30279"/>
                  </a:lnTo>
                  <a:lnTo>
                    <a:pt x="314362" y="31279"/>
                  </a:lnTo>
                  <a:lnTo>
                    <a:pt x="314200" y="31370"/>
                  </a:lnTo>
                  <a:lnTo>
                    <a:pt x="314039" y="31461"/>
                  </a:lnTo>
                  <a:lnTo>
                    <a:pt x="313873" y="31553"/>
                  </a:lnTo>
                  <a:lnTo>
                    <a:pt x="313706" y="31645"/>
                  </a:lnTo>
                  <a:lnTo>
                    <a:pt x="313373" y="31826"/>
                  </a:lnTo>
                  <a:lnTo>
                    <a:pt x="313205" y="31915"/>
                  </a:lnTo>
                  <a:lnTo>
                    <a:pt x="313038" y="32004"/>
                  </a:lnTo>
                  <a:lnTo>
                    <a:pt x="312858" y="32098"/>
                  </a:lnTo>
                  <a:lnTo>
                    <a:pt x="312701" y="32179"/>
                  </a:lnTo>
                  <a:lnTo>
                    <a:pt x="312363" y="32352"/>
                  </a:lnTo>
                  <a:lnTo>
                    <a:pt x="312194" y="32437"/>
                  </a:lnTo>
                  <a:lnTo>
                    <a:pt x="311854" y="32605"/>
                  </a:lnTo>
                  <a:lnTo>
                    <a:pt x="311684" y="32689"/>
                  </a:lnTo>
                  <a:lnTo>
                    <a:pt x="311513" y="32771"/>
                  </a:lnTo>
                  <a:lnTo>
                    <a:pt x="311342" y="32853"/>
                  </a:lnTo>
                  <a:lnTo>
                    <a:pt x="311170" y="32934"/>
                  </a:lnTo>
                  <a:lnTo>
                    <a:pt x="310961" y="33032"/>
                  </a:lnTo>
                  <a:lnTo>
                    <a:pt x="310826" y="33094"/>
                  </a:lnTo>
                  <a:lnTo>
                    <a:pt x="310654" y="33173"/>
                  </a:lnTo>
                  <a:lnTo>
                    <a:pt x="310441" y="33270"/>
                  </a:lnTo>
                  <a:lnTo>
                    <a:pt x="310308" y="33329"/>
                  </a:lnTo>
                  <a:lnTo>
                    <a:pt x="310135" y="33406"/>
                  </a:lnTo>
                  <a:lnTo>
                    <a:pt x="309787" y="33558"/>
                  </a:lnTo>
                  <a:lnTo>
                    <a:pt x="309613" y="33633"/>
                  </a:lnTo>
                  <a:lnTo>
                    <a:pt x="309438" y="33707"/>
                  </a:lnTo>
                  <a:lnTo>
                    <a:pt x="309088" y="33853"/>
                  </a:lnTo>
                  <a:lnTo>
                    <a:pt x="308913" y="33925"/>
                  </a:lnTo>
                  <a:lnTo>
                    <a:pt x="308737" y="33997"/>
                  </a:lnTo>
                  <a:lnTo>
                    <a:pt x="308561" y="34067"/>
                  </a:lnTo>
                  <a:lnTo>
                    <a:pt x="308385" y="34137"/>
                  </a:lnTo>
                  <a:lnTo>
                    <a:pt x="308208" y="34206"/>
                  </a:lnTo>
                  <a:lnTo>
                    <a:pt x="308031" y="34275"/>
                  </a:lnTo>
                  <a:lnTo>
                    <a:pt x="307854" y="34342"/>
                  </a:lnTo>
                  <a:lnTo>
                    <a:pt x="307676" y="34409"/>
                  </a:lnTo>
                  <a:lnTo>
                    <a:pt x="307499" y="34475"/>
                  </a:lnTo>
                  <a:lnTo>
                    <a:pt x="307321" y="34541"/>
                  </a:lnTo>
                  <a:lnTo>
                    <a:pt x="307143" y="34606"/>
                  </a:lnTo>
                  <a:lnTo>
                    <a:pt x="306964" y="34670"/>
                  </a:lnTo>
                  <a:lnTo>
                    <a:pt x="306785" y="34733"/>
                  </a:lnTo>
                  <a:lnTo>
                    <a:pt x="306606" y="34796"/>
                  </a:lnTo>
                  <a:lnTo>
                    <a:pt x="306427" y="34858"/>
                  </a:lnTo>
                  <a:lnTo>
                    <a:pt x="306216" y="34930"/>
                  </a:lnTo>
                  <a:lnTo>
                    <a:pt x="306068" y="34980"/>
                  </a:lnTo>
                  <a:lnTo>
                    <a:pt x="305708" y="35098"/>
                  </a:lnTo>
                  <a:lnTo>
                    <a:pt x="305527" y="35157"/>
                  </a:lnTo>
                  <a:lnTo>
                    <a:pt x="305339" y="35216"/>
                  </a:lnTo>
                  <a:lnTo>
                    <a:pt x="305151" y="35275"/>
                  </a:lnTo>
                  <a:lnTo>
                    <a:pt x="304962" y="35334"/>
                  </a:lnTo>
                  <a:lnTo>
                    <a:pt x="304773" y="35391"/>
                  </a:lnTo>
                  <a:lnTo>
                    <a:pt x="304584" y="35448"/>
                  </a:lnTo>
                  <a:lnTo>
                    <a:pt x="293490" y="38906"/>
                  </a:lnTo>
                  <a:lnTo>
                    <a:pt x="283836" y="42346"/>
                  </a:lnTo>
                  <a:lnTo>
                    <a:pt x="260027" y="50831"/>
                  </a:lnTo>
                  <a:lnTo>
                    <a:pt x="230038" y="64438"/>
                  </a:lnTo>
                  <a:lnTo>
                    <a:pt x="220958" y="69336"/>
                  </a:lnTo>
                  <a:lnTo>
                    <a:pt x="200300" y="80634"/>
                  </a:lnTo>
                  <a:lnTo>
                    <a:pt x="184721" y="90425"/>
                  </a:lnTo>
                  <a:lnTo>
                    <a:pt x="180486" y="93085"/>
                  </a:lnTo>
                  <a:lnTo>
                    <a:pt x="158737" y="104477"/>
                  </a:lnTo>
                  <a:lnTo>
                    <a:pt x="142895" y="111419"/>
                  </a:lnTo>
                  <a:lnTo>
                    <a:pt x="127620" y="116547"/>
                  </a:lnTo>
                  <a:lnTo>
                    <a:pt x="98083" y="126295"/>
                  </a:lnTo>
                  <a:lnTo>
                    <a:pt x="64508" y="134797"/>
                  </a:lnTo>
                  <a:lnTo>
                    <a:pt x="60028" y="136116"/>
                  </a:lnTo>
                  <a:lnTo>
                    <a:pt x="39049" y="142157"/>
                  </a:lnTo>
                  <a:lnTo>
                    <a:pt x="38413" y="142213"/>
                  </a:lnTo>
                  <a:lnTo>
                    <a:pt x="35403" y="142474"/>
                  </a:lnTo>
                  <a:lnTo>
                    <a:pt x="35157" y="142475"/>
                  </a:lnTo>
                  <a:lnTo>
                    <a:pt x="34935" y="142457"/>
                  </a:lnTo>
                  <a:lnTo>
                    <a:pt x="34687" y="142448"/>
                  </a:lnTo>
                  <a:lnTo>
                    <a:pt x="33656" y="142455"/>
                  </a:lnTo>
                  <a:lnTo>
                    <a:pt x="32505" y="142552"/>
                  </a:lnTo>
                  <a:lnTo>
                    <a:pt x="31487" y="142718"/>
                  </a:lnTo>
                  <a:lnTo>
                    <a:pt x="31244" y="142766"/>
                  </a:lnTo>
                  <a:lnTo>
                    <a:pt x="30798" y="142869"/>
                  </a:lnTo>
                  <a:lnTo>
                    <a:pt x="30238" y="143024"/>
                  </a:lnTo>
                  <a:lnTo>
                    <a:pt x="29802" y="143162"/>
                  </a:lnTo>
                  <a:lnTo>
                    <a:pt x="28887" y="143496"/>
                  </a:lnTo>
                  <a:lnTo>
                    <a:pt x="28109" y="143837"/>
                  </a:lnTo>
                  <a:lnTo>
                    <a:pt x="27352" y="144223"/>
                  </a:lnTo>
                  <a:lnTo>
                    <a:pt x="26947" y="144451"/>
                  </a:lnTo>
                  <a:lnTo>
                    <a:pt x="26550" y="144692"/>
                  </a:lnTo>
                  <a:lnTo>
                    <a:pt x="26161" y="144946"/>
                  </a:lnTo>
                  <a:lnTo>
                    <a:pt x="26483" y="146858"/>
                  </a:lnTo>
                  <a:lnTo>
                    <a:pt x="27279" y="151925"/>
                  </a:lnTo>
                  <a:lnTo>
                    <a:pt x="27500" y="153343"/>
                  </a:lnTo>
                  <a:lnTo>
                    <a:pt x="27589" y="153923"/>
                  </a:lnTo>
                  <a:lnTo>
                    <a:pt x="27758" y="154993"/>
                  </a:lnTo>
                  <a:lnTo>
                    <a:pt x="27979" y="156054"/>
                  </a:lnTo>
                  <a:lnTo>
                    <a:pt x="28254" y="157102"/>
                  </a:lnTo>
                  <a:lnTo>
                    <a:pt x="28318" y="157334"/>
                  </a:lnTo>
                  <a:lnTo>
                    <a:pt x="28395" y="157561"/>
                  </a:lnTo>
                  <a:lnTo>
                    <a:pt x="28485" y="157783"/>
                  </a:lnTo>
                  <a:lnTo>
                    <a:pt x="29273" y="159550"/>
                  </a:lnTo>
                  <a:lnTo>
                    <a:pt x="29393" y="160376"/>
                  </a:lnTo>
                  <a:lnTo>
                    <a:pt x="29460" y="161208"/>
                  </a:lnTo>
                  <a:lnTo>
                    <a:pt x="29473" y="162043"/>
                  </a:lnTo>
                  <a:lnTo>
                    <a:pt x="29413" y="163378"/>
                  </a:lnTo>
                  <a:lnTo>
                    <a:pt x="29275" y="164707"/>
                  </a:lnTo>
                  <a:lnTo>
                    <a:pt x="29060" y="166026"/>
                  </a:lnTo>
                  <a:lnTo>
                    <a:pt x="28627" y="167912"/>
                  </a:lnTo>
                  <a:lnTo>
                    <a:pt x="28086" y="169770"/>
                  </a:lnTo>
                  <a:lnTo>
                    <a:pt x="27440" y="171594"/>
                  </a:lnTo>
                  <a:lnTo>
                    <a:pt x="26935" y="173053"/>
                  </a:lnTo>
                  <a:lnTo>
                    <a:pt x="25142" y="177915"/>
                  </a:lnTo>
                  <a:lnTo>
                    <a:pt x="25330" y="177987"/>
                  </a:lnTo>
                  <a:lnTo>
                    <a:pt x="26125" y="178288"/>
                  </a:lnTo>
                  <a:lnTo>
                    <a:pt x="26384" y="178389"/>
                  </a:lnTo>
                  <a:lnTo>
                    <a:pt x="26617" y="178485"/>
                  </a:lnTo>
                  <a:lnTo>
                    <a:pt x="22756" y="188599"/>
                  </a:lnTo>
                  <a:lnTo>
                    <a:pt x="22689" y="188775"/>
                  </a:lnTo>
                  <a:lnTo>
                    <a:pt x="21681" y="191448"/>
                  </a:lnTo>
                  <a:lnTo>
                    <a:pt x="21641" y="191624"/>
                  </a:lnTo>
                  <a:lnTo>
                    <a:pt x="17388" y="202847"/>
                  </a:lnTo>
                  <a:lnTo>
                    <a:pt x="17325" y="203018"/>
                  </a:lnTo>
                  <a:lnTo>
                    <a:pt x="15380" y="208322"/>
                  </a:lnTo>
                  <a:lnTo>
                    <a:pt x="15345" y="208503"/>
                  </a:lnTo>
                  <a:lnTo>
                    <a:pt x="9402" y="224801"/>
                  </a:lnTo>
                  <a:lnTo>
                    <a:pt x="6543" y="229333"/>
                  </a:lnTo>
                  <a:lnTo>
                    <a:pt x="6583" y="229591"/>
                  </a:lnTo>
                  <a:lnTo>
                    <a:pt x="2730" y="239839"/>
                  </a:lnTo>
                  <a:lnTo>
                    <a:pt x="2282" y="240361"/>
                  </a:lnTo>
                  <a:lnTo>
                    <a:pt x="2762" y="240960"/>
                  </a:lnTo>
                  <a:lnTo>
                    <a:pt x="2124" y="243304"/>
                  </a:lnTo>
                  <a:lnTo>
                    <a:pt x="1861" y="244587"/>
                  </a:lnTo>
                  <a:lnTo>
                    <a:pt x="1682" y="245700"/>
                  </a:lnTo>
                  <a:lnTo>
                    <a:pt x="1467" y="247283"/>
                  </a:lnTo>
                  <a:lnTo>
                    <a:pt x="1402" y="247933"/>
                  </a:lnTo>
                  <a:lnTo>
                    <a:pt x="1352" y="249378"/>
                  </a:lnTo>
                  <a:lnTo>
                    <a:pt x="1320" y="250686"/>
                  </a:lnTo>
                  <a:lnTo>
                    <a:pt x="0" y="250841"/>
                  </a:lnTo>
                  <a:lnTo>
                    <a:pt x="792" y="256962"/>
                  </a:lnTo>
                  <a:lnTo>
                    <a:pt x="1787" y="256849"/>
                  </a:lnTo>
                  <a:lnTo>
                    <a:pt x="1766" y="256669"/>
                  </a:lnTo>
                  <a:lnTo>
                    <a:pt x="2552" y="256593"/>
                  </a:lnTo>
                  <a:lnTo>
                    <a:pt x="2720" y="257421"/>
                  </a:lnTo>
                  <a:lnTo>
                    <a:pt x="2880" y="257814"/>
                  </a:lnTo>
                  <a:lnTo>
                    <a:pt x="3918" y="261897"/>
                  </a:lnTo>
                  <a:lnTo>
                    <a:pt x="4246" y="262386"/>
                  </a:lnTo>
                  <a:lnTo>
                    <a:pt x="4755" y="264116"/>
                  </a:lnTo>
                  <a:lnTo>
                    <a:pt x="4858" y="264464"/>
                  </a:lnTo>
                  <a:lnTo>
                    <a:pt x="5364" y="266145"/>
                  </a:lnTo>
                  <a:lnTo>
                    <a:pt x="5452" y="266495"/>
                  </a:lnTo>
                  <a:lnTo>
                    <a:pt x="5951" y="268302"/>
                  </a:lnTo>
                  <a:lnTo>
                    <a:pt x="6058" y="268671"/>
                  </a:lnTo>
                  <a:lnTo>
                    <a:pt x="6665" y="270642"/>
                  </a:lnTo>
                  <a:lnTo>
                    <a:pt x="6776" y="271009"/>
                  </a:lnTo>
                  <a:lnTo>
                    <a:pt x="7321" y="272893"/>
                  </a:lnTo>
                  <a:lnTo>
                    <a:pt x="7431" y="273269"/>
                  </a:lnTo>
                  <a:lnTo>
                    <a:pt x="7991" y="275275"/>
                  </a:lnTo>
                  <a:lnTo>
                    <a:pt x="8100" y="275652"/>
                  </a:lnTo>
                  <a:lnTo>
                    <a:pt x="8719" y="277654"/>
                  </a:lnTo>
                  <a:lnTo>
                    <a:pt x="8824" y="278036"/>
                  </a:lnTo>
                  <a:lnTo>
                    <a:pt x="9414" y="280030"/>
                  </a:lnTo>
                  <a:lnTo>
                    <a:pt x="9173" y="280095"/>
                  </a:lnTo>
                  <a:lnTo>
                    <a:pt x="9355" y="280730"/>
                  </a:lnTo>
                  <a:lnTo>
                    <a:pt x="9508" y="280686"/>
                  </a:lnTo>
                  <a:lnTo>
                    <a:pt x="11138" y="286248"/>
                  </a:lnTo>
                  <a:lnTo>
                    <a:pt x="11188" y="286422"/>
                  </a:lnTo>
                  <a:lnTo>
                    <a:pt x="10986" y="286476"/>
                  </a:lnTo>
                  <a:lnTo>
                    <a:pt x="11420" y="287962"/>
                  </a:lnTo>
                  <a:lnTo>
                    <a:pt x="11573" y="287918"/>
                  </a:lnTo>
                  <a:lnTo>
                    <a:pt x="11628" y="288111"/>
                  </a:lnTo>
                  <a:lnTo>
                    <a:pt x="11788" y="288069"/>
                  </a:lnTo>
                  <a:lnTo>
                    <a:pt x="12310" y="290067"/>
                  </a:lnTo>
                  <a:lnTo>
                    <a:pt x="12177" y="290103"/>
                  </a:lnTo>
                  <a:lnTo>
                    <a:pt x="12297" y="290619"/>
                  </a:lnTo>
                  <a:lnTo>
                    <a:pt x="12449" y="290577"/>
                  </a:lnTo>
                  <a:lnTo>
                    <a:pt x="12478" y="290799"/>
                  </a:lnTo>
                  <a:lnTo>
                    <a:pt x="14116" y="292423"/>
                  </a:lnTo>
                  <a:lnTo>
                    <a:pt x="14911" y="293143"/>
                  </a:lnTo>
                  <a:lnTo>
                    <a:pt x="17612" y="295599"/>
                  </a:lnTo>
                  <a:lnTo>
                    <a:pt x="18846" y="296746"/>
                  </a:lnTo>
                  <a:lnTo>
                    <a:pt x="19942" y="297914"/>
                  </a:lnTo>
                  <a:lnTo>
                    <a:pt x="21609" y="299998"/>
                  </a:lnTo>
                  <a:lnTo>
                    <a:pt x="21765" y="300193"/>
                  </a:lnTo>
                  <a:lnTo>
                    <a:pt x="23405" y="302798"/>
                  </a:lnTo>
                  <a:lnTo>
                    <a:pt x="24316" y="304446"/>
                  </a:lnTo>
                  <a:lnTo>
                    <a:pt x="24705" y="305148"/>
                  </a:lnTo>
                  <a:lnTo>
                    <a:pt x="25811" y="304675"/>
                  </a:lnTo>
                  <a:lnTo>
                    <a:pt x="31277" y="303282"/>
                  </a:lnTo>
                  <a:lnTo>
                    <a:pt x="37959" y="302590"/>
                  </a:lnTo>
                  <a:lnTo>
                    <a:pt x="45621" y="302636"/>
                  </a:lnTo>
                  <a:lnTo>
                    <a:pt x="49058" y="302657"/>
                  </a:lnTo>
                  <a:lnTo>
                    <a:pt x="57220" y="302210"/>
                  </a:lnTo>
                  <a:lnTo>
                    <a:pt x="62640" y="301802"/>
                  </a:lnTo>
                  <a:lnTo>
                    <a:pt x="65016" y="301391"/>
                  </a:lnTo>
                  <a:lnTo>
                    <a:pt x="66079" y="301207"/>
                  </a:lnTo>
                  <a:lnTo>
                    <a:pt x="68933" y="300965"/>
                  </a:lnTo>
                  <a:lnTo>
                    <a:pt x="69085" y="300951"/>
                  </a:lnTo>
                  <a:lnTo>
                    <a:pt x="69786" y="300886"/>
                  </a:lnTo>
                  <a:lnTo>
                    <a:pt x="70428" y="300838"/>
                  </a:lnTo>
                  <a:lnTo>
                    <a:pt x="70781" y="300802"/>
                  </a:lnTo>
                  <a:lnTo>
                    <a:pt x="74477" y="300128"/>
                  </a:lnTo>
                  <a:lnTo>
                    <a:pt x="75037" y="300075"/>
                  </a:lnTo>
                  <a:lnTo>
                    <a:pt x="103188" y="297408"/>
                  </a:lnTo>
                  <a:lnTo>
                    <a:pt x="106601" y="297085"/>
                  </a:lnTo>
                  <a:lnTo>
                    <a:pt x="108855" y="296871"/>
                  </a:lnTo>
                  <a:lnTo>
                    <a:pt x="109062" y="296852"/>
                  </a:lnTo>
                  <a:lnTo>
                    <a:pt x="109269" y="296833"/>
                  </a:lnTo>
                  <a:lnTo>
                    <a:pt x="109476" y="296813"/>
                  </a:lnTo>
                  <a:lnTo>
                    <a:pt x="109683" y="296792"/>
                  </a:lnTo>
                  <a:lnTo>
                    <a:pt x="109890" y="296770"/>
                  </a:lnTo>
                  <a:lnTo>
                    <a:pt x="110096" y="296748"/>
                  </a:lnTo>
                  <a:lnTo>
                    <a:pt x="110303" y="296725"/>
                  </a:lnTo>
                  <a:lnTo>
                    <a:pt x="110509" y="296701"/>
                  </a:lnTo>
                  <a:lnTo>
                    <a:pt x="110716" y="296676"/>
                  </a:lnTo>
                  <a:lnTo>
                    <a:pt x="110922" y="296651"/>
                  </a:lnTo>
                  <a:lnTo>
                    <a:pt x="111128" y="296625"/>
                  </a:lnTo>
                  <a:lnTo>
                    <a:pt x="111334" y="296598"/>
                  </a:lnTo>
                  <a:lnTo>
                    <a:pt x="111540" y="296571"/>
                  </a:lnTo>
                  <a:lnTo>
                    <a:pt x="111746" y="296542"/>
                  </a:lnTo>
                  <a:lnTo>
                    <a:pt x="111952" y="296513"/>
                  </a:lnTo>
                  <a:lnTo>
                    <a:pt x="112158" y="296483"/>
                  </a:lnTo>
                  <a:lnTo>
                    <a:pt x="112363" y="296453"/>
                  </a:lnTo>
                  <a:lnTo>
                    <a:pt x="112569" y="296422"/>
                  </a:lnTo>
                  <a:lnTo>
                    <a:pt x="112774" y="296390"/>
                  </a:lnTo>
                  <a:lnTo>
                    <a:pt x="112979" y="296357"/>
                  </a:lnTo>
                  <a:lnTo>
                    <a:pt x="113184" y="296323"/>
                  </a:lnTo>
                  <a:lnTo>
                    <a:pt x="113390" y="296289"/>
                  </a:lnTo>
                  <a:lnTo>
                    <a:pt x="113594" y="296254"/>
                  </a:lnTo>
                  <a:lnTo>
                    <a:pt x="113799" y="296218"/>
                  </a:lnTo>
                  <a:lnTo>
                    <a:pt x="114004" y="296182"/>
                  </a:lnTo>
                  <a:lnTo>
                    <a:pt x="114208" y="296145"/>
                  </a:lnTo>
                  <a:lnTo>
                    <a:pt x="114413" y="296107"/>
                  </a:lnTo>
                  <a:lnTo>
                    <a:pt x="114617" y="296068"/>
                  </a:lnTo>
                  <a:lnTo>
                    <a:pt x="114821" y="296029"/>
                  </a:lnTo>
                  <a:lnTo>
                    <a:pt x="115025" y="295988"/>
                  </a:lnTo>
                  <a:lnTo>
                    <a:pt x="115229" y="295948"/>
                  </a:lnTo>
                  <a:lnTo>
                    <a:pt x="115432" y="295906"/>
                  </a:lnTo>
                  <a:lnTo>
                    <a:pt x="115636" y="295864"/>
                  </a:lnTo>
                  <a:lnTo>
                    <a:pt x="115839" y="295821"/>
                  </a:lnTo>
                  <a:lnTo>
                    <a:pt x="116042" y="295777"/>
                  </a:lnTo>
                  <a:lnTo>
                    <a:pt x="116245" y="295732"/>
                  </a:lnTo>
                  <a:lnTo>
                    <a:pt x="116448" y="295687"/>
                  </a:lnTo>
                  <a:lnTo>
                    <a:pt x="116651" y="295641"/>
                  </a:lnTo>
                  <a:lnTo>
                    <a:pt x="116854" y="295594"/>
                  </a:lnTo>
                  <a:lnTo>
                    <a:pt x="117056" y="295547"/>
                  </a:lnTo>
                  <a:lnTo>
                    <a:pt x="117258" y="295499"/>
                  </a:lnTo>
                  <a:lnTo>
                    <a:pt x="117460" y="295450"/>
                  </a:lnTo>
                  <a:lnTo>
                    <a:pt x="117662" y="295400"/>
                  </a:lnTo>
                  <a:lnTo>
                    <a:pt x="117864" y="295350"/>
                  </a:lnTo>
                  <a:lnTo>
                    <a:pt x="118065" y="295299"/>
                  </a:lnTo>
                  <a:lnTo>
                    <a:pt x="156599" y="285906"/>
                  </a:lnTo>
                  <a:lnTo>
                    <a:pt x="157317" y="285716"/>
                  </a:lnTo>
                  <a:lnTo>
                    <a:pt x="157601" y="285641"/>
                  </a:lnTo>
                  <a:lnTo>
                    <a:pt x="161084" y="284720"/>
                  </a:lnTo>
                  <a:lnTo>
                    <a:pt x="163300" y="284135"/>
                  </a:lnTo>
                  <a:lnTo>
                    <a:pt x="163516" y="284078"/>
                  </a:lnTo>
                  <a:lnTo>
                    <a:pt x="164696" y="283762"/>
                  </a:lnTo>
                  <a:lnTo>
                    <a:pt x="172675" y="281626"/>
                  </a:lnTo>
                  <a:lnTo>
                    <a:pt x="174510" y="281135"/>
                  </a:lnTo>
                  <a:lnTo>
                    <a:pt x="189137" y="277208"/>
                  </a:lnTo>
                  <a:lnTo>
                    <a:pt x="191952" y="276386"/>
                  </a:lnTo>
                  <a:lnTo>
                    <a:pt x="194818" y="275548"/>
                  </a:lnTo>
                  <a:lnTo>
                    <a:pt x="198551" y="274122"/>
                  </a:lnTo>
                  <a:lnTo>
                    <a:pt x="198731" y="274045"/>
                  </a:lnTo>
                  <a:lnTo>
                    <a:pt x="198910" y="273967"/>
                  </a:lnTo>
                  <a:lnTo>
                    <a:pt x="199090" y="273888"/>
                  </a:lnTo>
                  <a:lnTo>
                    <a:pt x="199269" y="273808"/>
                  </a:lnTo>
                  <a:lnTo>
                    <a:pt x="199447" y="273728"/>
                  </a:lnTo>
                  <a:lnTo>
                    <a:pt x="199626" y="273647"/>
                  </a:lnTo>
                  <a:lnTo>
                    <a:pt x="199804" y="273566"/>
                  </a:lnTo>
                  <a:lnTo>
                    <a:pt x="199982" y="273483"/>
                  </a:lnTo>
                  <a:lnTo>
                    <a:pt x="200159" y="273400"/>
                  </a:lnTo>
                  <a:lnTo>
                    <a:pt x="200336" y="273316"/>
                  </a:lnTo>
                  <a:lnTo>
                    <a:pt x="200513" y="273232"/>
                  </a:lnTo>
                  <a:lnTo>
                    <a:pt x="200690" y="273147"/>
                  </a:lnTo>
                  <a:lnTo>
                    <a:pt x="200866" y="273061"/>
                  </a:lnTo>
                  <a:lnTo>
                    <a:pt x="201042" y="272975"/>
                  </a:lnTo>
                  <a:lnTo>
                    <a:pt x="201217" y="272888"/>
                  </a:lnTo>
                  <a:lnTo>
                    <a:pt x="201392" y="272800"/>
                  </a:lnTo>
                  <a:lnTo>
                    <a:pt x="201567" y="272711"/>
                  </a:lnTo>
                  <a:lnTo>
                    <a:pt x="201741" y="272622"/>
                  </a:lnTo>
                  <a:lnTo>
                    <a:pt x="201916" y="272532"/>
                  </a:lnTo>
                  <a:lnTo>
                    <a:pt x="202089" y="272442"/>
                  </a:lnTo>
                  <a:lnTo>
                    <a:pt x="202263" y="272351"/>
                  </a:lnTo>
                  <a:lnTo>
                    <a:pt x="202436" y="272259"/>
                  </a:lnTo>
                  <a:lnTo>
                    <a:pt x="202608" y="272166"/>
                  </a:lnTo>
                  <a:lnTo>
                    <a:pt x="202781" y="272073"/>
                  </a:lnTo>
                  <a:lnTo>
                    <a:pt x="202953" y="271979"/>
                  </a:lnTo>
                  <a:lnTo>
                    <a:pt x="203124" y="271885"/>
                  </a:lnTo>
                  <a:lnTo>
                    <a:pt x="203296" y="271789"/>
                  </a:lnTo>
                  <a:lnTo>
                    <a:pt x="203467" y="271693"/>
                  </a:lnTo>
                  <a:lnTo>
                    <a:pt x="203637" y="271597"/>
                  </a:lnTo>
                  <a:lnTo>
                    <a:pt x="203807" y="271500"/>
                  </a:lnTo>
                  <a:lnTo>
                    <a:pt x="203977" y="271402"/>
                  </a:lnTo>
                  <a:lnTo>
                    <a:pt x="204146" y="271303"/>
                  </a:lnTo>
                  <a:lnTo>
                    <a:pt x="204315" y="271204"/>
                  </a:lnTo>
                  <a:lnTo>
                    <a:pt x="204484" y="271104"/>
                  </a:lnTo>
                  <a:lnTo>
                    <a:pt x="204652" y="271004"/>
                  </a:lnTo>
                  <a:lnTo>
                    <a:pt x="204820" y="270902"/>
                  </a:lnTo>
                  <a:lnTo>
                    <a:pt x="204988" y="270801"/>
                  </a:lnTo>
                  <a:lnTo>
                    <a:pt x="205155" y="270698"/>
                  </a:lnTo>
                  <a:lnTo>
                    <a:pt x="205321" y="270595"/>
                  </a:lnTo>
                  <a:lnTo>
                    <a:pt x="205488" y="270491"/>
                  </a:lnTo>
                  <a:lnTo>
                    <a:pt x="205653" y="270387"/>
                  </a:lnTo>
                  <a:lnTo>
                    <a:pt x="205819" y="270282"/>
                  </a:lnTo>
                  <a:lnTo>
                    <a:pt x="205984" y="270176"/>
                  </a:lnTo>
                  <a:lnTo>
                    <a:pt x="206149" y="270070"/>
                  </a:lnTo>
                  <a:lnTo>
                    <a:pt x="206313" y="269963"/>
                  </a:lnTo>
                  <a:lnTo>
                    <a:pt x="206477" y="269855"/>
                  </a:lnTo>
                  <a:lnTo>
                    <a:pt x="206640" y="269747"/>
                  </a:lnTo>
                  <a:lnTo>
                    <a:pt x="206803" y="269638"/>
                  </a:lnTo>
                  <a:lnTo>
                    <a:pt x="206965" y="269529"/>
                  </a:lnTo>
                  <a:lnTo>
                    <a:pt x="207128" y="269418"/>
                  </a:lnTo>
                  <a:lnTo>
                    <a:pt x="207289" y="269308"/>
                  </a:lnTo>
                  <a:lnTo>
                    <a:pt x="207451" y="269196"/>
                  </a:lnTo>
                  <a:lnTo>
                    <a:pt x="207611" y="269084"/>
                  </a:lnTo>
                  <a:lnTo>
                    <a:pt x="207772" y="268972"/>
                  </a:lnTo>
                  <a:lnTo>
                    <a:pt x="207932" y="268858"/>
                  </a:lnTo>
                  <a:lnTo>
                    <a:pt x="208091" y="268744"/>
                  </a:lnTo>
                  <a:lnTo>
                    <a:pt x="208250" y="268630"/>
                  </a:lnTo>
                  <a:lnTo>
                    <a:pt x="208409" y="268515"/>
                  </a:lnTo>
                  <a:lnTo>
                    <a:pt x="208567" y="268399"/>
                  </a:lnTo>
                  <a:lnTo>
                    <a:pt x="208725" y="268283"/>
                  </a:lnTo>
                  <a:lnTo>
                    <a:pt x="208882" y="268166"/>
                  </a:lnTo>
                  <a:lnTo>
                    <a:pt x="209039" y="268048"/>
                  </a:lnTo>
                  <a:lnTo>
                    <a:pt x="209196" y="267930"/>
                  </a:lnTo>
                  <a:lnTo>
                    <a:pt x="209352" y="267811"/>
                  </a:lnTo>
                  <a:lnTo>
                    <a:pt x="209507" y="267692"/>
                  </a:lnTo>
                  <a:lnTo>
                    <a:pt x="209662" y="267571"/>
                  </a:lnTo>
                  <a:lnTo>
                    <a:pt x="209817" y="267451"/>
                  </a:lnTo>
                  <a:lnTo>
                    <a:pt x="209971" y="267330"/>
                  </a:lnTo>
                  <a:lnTo>
                    <a:pt x="210124" y="267208"/>
                  </a:lnTo>
                  <a:lnTo>
                    <a:pt x="210277" y="267085"/>
                  </a:lnTo>
                  <a:lnTo>
                    <a:pt x="210430" y="266962"/>
                  </a:lnTo>
                  <a:lnTo>
                    <a:pt x="210582" y="266839"/>
                  </a:lnTo>
                  <a:lnTo>
                    <a:pt x="210734" y="266715"/>
                  </a:lnTo>
                  <a:lnTo>
                    <a:pt x="210885" y="266590"/>
                  </a:lnTo>
                  <a:lnTo>
                    <a:pt x="211036" y="266464"/>
                  </a:lnTo>
                  <a:lnTo>
                    <a:pt x="211186" y="266338"/>
                  </a:lnTo>
                  <a:lnTo>
                    <a:pt x="211336" y="266212"/>
                  </a:lnTo>
                  <a:lnTo>
                    <a:pt x="211485" y="266085"/>
                  </a:lnTo>
                  <a:lnTo>
                    <a:pt x="211634" y="265957"/>
                  </a:lnTo>
                  <a:lnTo>
                    <a:pt x="211782" y="265829"/>
                  </a:lnTo>
                  <a:lnTo>
                    <a:pt x="211930" y="265700"/>
                  </a:lnTo>
                  <a:lnTo>
                    <a:pt x="212078" y="265570"/>
                  </a:lnTo>
                  <a:lnTo>
                    <a:pt x="212224" y="265440"/>
                  </a:lnTo>
                  <a:lnTo>
                    <a:pt x="212371" y="265310"/>
                  </a:lnTo>
                  <a:lnTo>
                    <a:pt x="212516" y="265179"/>
                  </a:lnTo>
                  <a:lnTo>
                    <a:pt x="212662" y="265047"/>
                  </a:lnTo>
                  <a:lnTo>
                    <a:pt x="212806" y="264915"/>
                  </a:lnTo>
                  <a:lnTo>
                    <a:pt x="212951" y="264782"/>
                  </a:lnTo>
                  <a:lnTo>
                    <a:pt x="213095" y="264649"/>
                  </a:lnTo>
                  <a:lnTo>
                    <a:pt x="213238" y="264515"/>
                  </a:lnTo>
                  <a:lnTo>
                    <a:pt x="213380" y="264380"/>
                  </a:lnTo>
                  <a:lnTo>
                    <a:pt x="213523" y="264245"/>
                  </a:lnTo>
                  <a:lnTo>
                    <a:pt x="213664" y="264109"/>
                  </a:lnTo>
                  <a:lnTo>
                    <a:pt x="213805" y="263973"/>
                  </a:lnTo>
                  <a:lnTo>
                    <a:pt x="213946" y="263836"/>
                  </a:lnTo>
                  <a:lnTo>
                    <a:pt x="214086" y="263699"/>
                  </a:lnTo>
                  <a:lnTo>
                    <a:pt x="214226" y="263561"/>
                  </a:lnTo>
                  <a:lnTo>
                    <a:pt x="214365" y="263423"/>
                  </a:lnTo>
                  <a:lnTo>
                    <a:pt x="214503" y="263284"/>
                  </a:lnTo>
                  <a:lnTo>
                    <a:pt x="214641" y="263145"/>
                  </a:lnTo>
                  <a:lnTo>
                    <a:pt x="214779" y="263005"/>
                  </a:lnTo>
                  <a:lnTo>
                    <a:pt x="214916" y="262864"/>
                  </a:lnTo>
                  <a:lnTo>
                    <a:pt x="215052" y="262723"/>
                  </a:lnTo>
                  <a:lnTo>
                    <a:pt x="215188" y="262582"/>
                  </a:lnTo>
                  <a:lnTo>
                    <a:pt x="215323" y="262440"/>
                  </a:lnTo>
                  <a:lnTo>
                    <a:pt x="215458" y="262297"/>
                  </a:lnTo>
                  <a:lnTo>
                    <a:pt x="215592" y="262154"/>
                  </a:lnTo>
                  <a:lnTo>
                    <a:pt x="215725" y="262010"/>
                  </a:lnTo>
                  <a:lnTo>
                    <a:pt x="215858" y="261866"/>
                  </a:lnTo>
                  <a:lnTo>
                    <a:pt x="215991" y="261721"/>
                  </a:lnTo>
                  <a:lnTo>
                    <a:pt x="216123" y="261576"/>
                  </a:lnTo>
                  <a:lnTo>
                    <a:pt x="216254" y="261430"/>
                  </a:lnTo>
                  <a:lnTo>
                    <a:pt x="216385" y="261284"/>
                  </a:lnTo>
                  <a:lnTo>
                    <a:pt x="216515" y="261137"/>
                  </a:lnTo>
                  <a:lnTo>
                    <a:pt x="216645" y="260990"/>
                  </a:lnTo>
                  <a:lnTo>
                    <a:pt x="216774" y="260842"/>
                  </a:lnTo>
                  <a:lnTo>
                    <a:pt x="216902" y="260694"/>
                  </a:lnTo>
                  <a:lnTo>
                    <a:pt x="217030" y="260545"/>
                  </a:lnTo>
                  <a:lnTo>
                    <a:pt x="217158" y="260396"/>
                  </a:lnTo>
                  <a:lnTo>
                    <a:pt x="217284" y="260247"/>
                  </a:lnTo>
                  <a:lnTo>
                    <a:pt x="217411" y="260096"/>
                  </a:lnTo>
                  <a:lnTo>
                    <a:pt x="217536" y="259946"/>
                  </a:lnTo>
                  <a:lnTo>
                    <a:pt x="217661" y="259794"/>
                  </a:lnTo>
                  <a:lnTo>
                    <a:pt x="217786" y="259643"/>
                  </a:lnTo>
                  <a:lnTo>
                    <a:pt x="217910" y="259491"/>
                  </a:lnTo>
                  <a:lnTo>
                    <a:pt x="218033" y="259338"/>
                  </a:lnTo>
                  <a:lnTo>
                    <a:pt x="218155" y="259185"/>
                  </a:lnTo>
                  <a:lnTo>
                    <a:pt x="218278" y="259031"/>
                  </a:lnTo>
                  <a:lnTo>
                    <a:pt x="218399" y="258877"/>
                  </a:lnTo>
                  <a:lnTo>
                    <a:pt x="218520" y="258723"/>
                  </a:lnTo>
                  <a:lnTo>
                    <a:pt x="218640" y="258568"/>
                  </a:lnTo>
                  <a:lnTo>
                    <a:pt x="218760" y="258412"/>
                  </a:lnTo>
                  <a:lnTo>
                    <a:pt x="218879" y="258256"/>
                  </a:lnTo>
                  <a:lnTo>
                    <a:pt x="218998" y="258100"/>
                  </a:lnTo>
                  <a:lnTo>
                    <a:pt x="219116" y="257943"/>
                  </a:lnTo>
                  <a:lnTo>
                    <a:pt x="219233" y="257785"/>
                  </a:lnTo>
                  <a:lnTo>
                    <a:pt x="219349" y="257628"/>
                  </a:lnTo>
                  <a:lnTo>
                    <a:pt x="219951" y="256826"/>
                  </a:lnTo>
                  <a:lnTo>
                    <a:pt x="222108" y="253953"/>
                  </a:lnTo>
                  <a:lnTo>
                    <a:pt x="224985" y="250120"/>
                  </a:lnTo>
                  <a:lnTo>
                    <a:pt x="225103" y="249961"/>
                  </a:lnTo>
                  <a:lnTo>
                    <a:pt x="225221" y="249801"/>
                  </a:lnTo>
                  <a:lnTo>
                    <a:pt x="225338" y="249640"/>
                  </a:lnTo>
                  <a:lnTo>
                    <a:pt x="225454" y="249479"/>
                  </a:lnTo>
                  <a:lnTo>
                    <a:pt x="225570" y="249318"/>
                  </a:lnTo>
                  <a:lnTo>
                    <a:pt x="225685" y="249156"/>
                  </a:lnTo>
                  <a:lnTo>
                    <a:pt x="225799" y="248994"/>
                  </a:lnTo>
                  <a:lnTo>
                    <a:pt x="225913" y="248831"/>
                  </a:lnTo>
                  <a:lnTo>
                    <a:pt x="226026" y="248668"/>
                  </a:lnTo>
                  <a:lnTo>
                    <a:pt x="226139" y="248504"/>
                  </a:lnTo>
                  <a:lnTo>
                    <a:pt x="226251" y="248340"/>
                  </a:lnTo>
                  <a:lnTo>
                    <a:pt x="226362" y="248175"/>
                  </a:lnTo>
                  <a:lnTo>
                    <a:pt x="226473" y="248010"/>
                  </a:lnTo>
                  <a:lnTo>
                    <a:pt x="226583" y="247845"/>
                  </a:lnTo>
                  <a:lnTo>
                    <a:pt x="226692" y="247679"/>
                  </a:lnTo>
                  <a:lnTo>
                    <a:pt x="226801" y="247513"/>
                  </a:lnTo>
                  <a:lnTo>
                    <a:pt x="226909" y="247346"/>
                  </a:lnTo>
                  <a:lnTo>
                    <a:pt x="227016" y="247179"/>
                  </a:lnTo>
                  <a:lnTo>
                    <a:pt x="227123" y="247012"/>
                  </a:lnTo>
                  <a:lnTo>
                    <a:pt x="227229" y="246844"/>
                  </a:lnTo>
                  <a:lnTo>
                    <a:pt x="227335" y="246675"/>
                  </a:lnTo>
                  <a:lnTo>
                    <a:pt x="227440" y="246506"/>
                  </a:lnTo>
                  <a:lnTo>
                    <a:pt x="227544" y="246337"/>
                  </a:lnTo>
                  <a:lnTo>
                    <a:pt x="227647" y="246168"/>
                  </a:lnTo>
                  <a:lnTo>
                    <a:pt x="227750" y="245998"/>
                  </a:lnTo>
                  <a:lnTo>
                    <a:pt x="227852" y="245827"/>
                  </a:lnTo>
                  <a:lnTo>
                    <a:pt x="227954" y="245657"/>
                  </a:lnTo>
                  <a:lnTo>
                    <a:pt x="228055" y="245485"/>
                  </a:lnTo>
                  <a:lnTo>
                    <a:pt x="228155" y="245314"/>
                  </a:lnTo>
                  <a:lnTo>
                    <a:pt x="228254" y="245142"/>
                  </a:lnTo>
                  <a:lnTo>
                    <a:pt x="228353" y="244969"/>
                  </a:lnTo>
                  <a:lnTo>
                    <a:pt x="228451" y="244797"/>
                  </a:lnTo>
                  <a:lnTo>
                    <a:pt x="228549" y="244624"/>
                  </a:lnTo>
                  <a:lnTo>
                    <a:pt x="228646" y="244450"/>
                  </a:lnTo>
                  <a:lnTo>
                    <a:pt x="228742" y="244276"/>
                  </a:lnTo>
                  <a:lnTo>
                    <a:pt x="228837" y="244102"/>
                  </a:lnTo>
                  <a:lnTo>
                    <a:pt x="228932" y="243927"/>
                  </a:lnTo>
                  <a:lnTo>
                    <a:pt x="229026" y="243752"/>
                  </a:lnTo>
                  <a:lnTo>
                    <a:pt x="229120" y="243577"/>
                  </a:lnTo>
                  <a:lnTo>
                    <a:pt x="229213" y="243401"/>
                  </a:lnTo>
                  <a:lnTo>
                    <a:pt x="229305" y="243225"/>
                  </a:lnTo>
                  <a:lnTo>
                    <a:pt x="229396" y="243049"/>
                  </a:lnTo>
                  <a:lnTo>
                    <a:pt x="229487" y="242872"/>
                  </a:lnTo>
                  <a:lnTo>
                    <a:pt x="229577" y="242695"/>
                  </a:lnTo>
                  <a:lnTo>
                    <a:pt x="229666" y="242517"/>
                  </a:lnTo>
                  <a:lnTo>
                    <a:pt x="229755" y="242339"/>
                  </a:lnTo>
                  <a:lnTo>
                    <a:pt x="229843" y="242161"/>
                  </a:lnTo>
                  <a:lnTo>
                    <a:pt x="229930" y="241983"/>
                  </a:lnTo>
                  <a:lnTo>
                    <a:pt x="230017" y="241804"/>
                  </a:lnTo>
                  <a:lnTo>
                    <a:pt x="230102" y="241624"/>
                  </a:lnTo>
                  <a:lnTo>
                    <a:pt x="233104" y="235935"/>
                  </a:lnTo>
                  <a:lnTo>
                    <a:pt x="233225" y="235704"/>
                  </a:lnTo>
                  <a:lnTo>
                    <a:pt x="233344" y="235473"/>
                  </a:lnTo>
                  <a:lnTo>
                    <a:pt x="233463" y="235242"/>
                  </a:lnTo>
                  <a:lnTo>
                    <a:pt x="233581" y="235010"/>
                  </a:lnTo>
                  <a:lnTo>
                    <a:pt x="233698" y="234778"/>
                  </a:lnTo>
                  <a:lnTo>
                    <a:pt x="233815" y="234545"/>
                  </a:lnTo>
                  <a:lnTo>
                    <a:pt x="233931" y="234313"/>
                  </a:lnTo>
                  <a:lnTo>
                    <a:pt x="234047" y="234079"/>
                  </a:lnTo>
                  <a:lnTo>
                    <a:pt x="234161" y="233846"/>
                  </a:lnTo>
                  <a:lnTo>
                    <a:pt x="234275" y="233612"/>
                  </a:lnTo>
                  <a:lnTo>
                    <a:pt x="234389" y="233378"/>
                  </a:lnTo>
                  <a:lnTo>
                    <a:pt x="234501" y="233143"/>
                  </a:lnTo>
                  <a:lnTo>
                    <a:pt x="234613" y="232909"/>
                  </a:lnTo>
                  <a:lnTo>
                    <a:pt x="234725" y="232674"/>
                  </a:lnTo>
                  <a:lnTo>
                    <a:pt x="234835" y="232438"/>
                  </a:lnTo>
                  <a:lnTo>
                    <a:pt x="234945" y="232202"/>
                  </a:lnTo>
                  <a:lnTo>
                    <a:pt x="235054" y="231966"/>
                  </a:lnTo>
                  <a:lnTo>
                    <a:pt x="235163" y="231730"/>
                  </a:lnTo>
                  <a:lnTo>
                    <a:pt x="235271" y="231493"/>
                  </a:lnTo>
                  <a:lnTo>
                    <a:pt x="235378" y="231256"/>
                  </a:lnTo>
                  <a:lnTo>
                    <a:pt x="235484" y="231018"/>
                  </a:lnTo>
                  <a:lnTo>
                    <a:pt x="235590" y="230781"/>
                  </a:lnTo>
                  <a:lnTo>
                    <a:pt x="235695" y="230543"/>
                  </a:lnTo>
                  <a:lnTo>
                    <a:pt x="235799" y="230304"/>
                  </a:lnTo>
                  <a:lnTo>
                    <a:pt x="235903" y="230066"/>
                  </a:lnTo>
                  <a:lnTo>
                    <a:pt x="236006" y="229827"/>
                  </a:lnTo>
                  <a:lnTo>
                    <a:pt x="236108" y="229588"/>
                  </a:lnTo>
                  <a:lnTo>
                    <a:pt x="236210" y="229348"/>
                  </a:lnTo>
                  <a:lnTo>
                    <a:pt x="236311" y="229108"/>
                  </a:lnTo>
                  <a:lnTo>
                    <a:pt x="236411" y="228868"/>
                  </a:lnTo>
                  <a:lnTo>
                    <a:pt x="236510" y="228628"/>
                  </a:lnTo>
                  <a:lnTo>
                    <a:pt x="236609" y="228387"/>
                  </a:lnTo>
                  <a:lnTo>
                    <a:pt x="236707" y="228146"/>
                  </a:lnTo>
                  <a:lnTo>
                    <a:pt x="236804" y="227905"/>
                  </a:lnTo>
                  <a:lnTo>
                    <a:pt x="236901" y="227663"/>
                  </a:lnTo>
                  <a:lnTo>
                    <a:pt x="236997" y="227421"/>
                  </a:lnTo>
                  <a:lnTo>
                    <a:pt x="237092" y="227179"/>
                  </a:lnTo>
                  <a:lnTo>
                    <a:pt x="237187" y="226937"/>
                  </a:lnTo>
                  <a:lnTo>
                    <a:pt x="237281" y="226694"/>
                  </a:lnTo>
                  <a:lnTo>
                    <a:pt x="237374" y="226451"/>
                  </a:lnTo>
                  <a:lnTo>
                    <a:pt x="237466" y="226208"/>
                  </a:lnTo>
                  <a:lnTo>
                    <a:pt x="237558" y="225964"/>
                  </a:lnTo>
                  <a:lnTo>
                    <a:pt x="237649" y="225720"/>
                  </a:lnTo>
                  <a:lnTo>
                    <a:pt x="237739" y="225476"/>
                  </a:lnTo>
                  <a:lnTo>
                    <a:pt x="237828" y="225232"/>
                  </a:lnTo>
                  <a:lnTo>
                    <a:pt x="237917" y="224988"/>
                  </a:lnTo>
                  <a:lnTo>
                    <a:pt x="238005" y="224743"/>
                  </a:lnTo>
                  <a:lnTo>
                    <a:pt x="238093" y="224498"/>
                  </a:lnTo>
                  <a:lnTo>
                    <a:pt x="238179" y="224252"/>
                  </a:lnTo>
                  <a:lnTo>
                    <a:pt x="238265" y="224007"/>
                  </a:lnTo>
                  <a:lnTo>
                    <a:pt x="238350" y="223761"/>
                  </a:lnTo>
                  <a:lnTo>
                    <a:pt x="238435" y="223515"/>
                  </a:lnTo>
                  <a:lnTo>
                    <a:pt x="238519" y="223268"/>
                  </a:lnTo>
                  <a:lnTo>
                    <a:pt x="238602" y="223022"/>
                  </a:lnTo>
                  <a:lnTo>
                    <a:pt x="238684" y="222775"/>
                  </a:lnTo>
                  <a:lnTo>
                    <a:pt x="238766" y="222528"/>
                  </a:lnTo>
                  <a:lnTo>
                    <a:pt x="238847" y="222280"/>
                  </a:lnTo>
                  <a:lnTo>
                    <a:pt x="238927" y="222033"/>
                  </a:lnTo>
                  <a:lnTo>
                    <a:pt x="239006" y="221785"/>
                  </a:lnTo>
                  <a:lnTo>
                    <a:pt x="239085" y="221537"/>
                  </a:lnTo>
                  <a:lnTo>
                    <a:pt x="239163" y="221289"/>
                  </a:lnTo>
                  <a:lnTo>
                    <a:pt x="239240" y="221040"/>
                  </a:lnTo>
                  <a:lnTo>
                    <a:pt x="239317" y="220791"/>
                  </a:lnTo>
                  <a:lnTo>
                    <a:pt x="239393" y="220542"/>
                  </a:lnTo>
                  <a:lnTo>
                    <a:pt x="239468" y="220293"/>
                  </a:lnTo>
                  <a:lnTo>
                    <a:pt x="239542" y="220044"/>
                  </a:lnTo>
                  <a:lnTo>
                    <a:pt x="239616" y="219794"/>
                  </a:lnTo>
                  <a:lnTo>
                    <a:pt x="239688" y="219544"/>
                  </a:lnTo>
                  <a:lnTo>
                    <a:pt x="239761" y="219294"/>
                  </a:lnTo>
                  <a:lnTo>
                    <a:pt x="239832" y="219044"/>
                  </a:lnTo>
                  <a:lnTo>
                    <a:pt x="239903" y="218794"/>
                  </a:lnTo>
                  <a:lnTo>
                    <a:pt x="239973" y="218543"/>
                  </a:lnTo>
                  <a:lnTo>
                    <a:pt x="240042" y="218292"/>
                  </a:lnTo>
                  <a:lnTo>
                    <a:pt x="240110" y="218041"/>
                  </a:lnTo>
                  <a:lnTo>
                    <a:pt x="240178" y="217790"/>
                  </a:lnTo>
                  <a:lnTo>
                    <a:pt x="240245" y="217538"/>
                  </a:lnTo>
                  <a:lnTo>
                    <a:pt x="240311" y="217287"/>
                  </a:lnTo>
                  <a:lnTo>
                    <a:pt x="240377" y="217035"/>
                  </a:lnTo>
                  <a:lnTo>
                    <a:pt x="240442" y="216783"/>
                  </a:lnTo>
                  <a:lnTo>
                    <a:pt x="240506" y="216530"/>
                  </a:lnTo>
                  <a:lnTo>
                    <a:pt x="240569" y="216278"/>
                  </a:lnTo>
                  <a:lnTo>
                    <a:pt x="240632" y="216025"/>
                  </a:lnTo>
                  <a:lnTo>
                    <a:pt x="240694" y="215773"/>
                  </a:lnTo>
                  <a:lnTo>
                    <a:pt x="240755" y="215520"/>
                  </a:lnTo>
                  <a:lnTo>
                    <a:pt x="240815" y="215266"/>
                  </a:lnTo>
                  <a:lnTo>
                    <a:pt x="240875" y="215013"/>
                  </a:lnTo>
                  <a:lnTo>
                    <a:pt x="240934" y="214760"/>
                  </a:lnTo>
                  <a:lnTo>
                    <a:pt x="240992" y="214506"/>
                  </a:lnTo>
                  <a:lnTo>
                    <a:pt x="241049" y="214252"/>
                  </a:lnTo>
                  <a:lnTo>
                    <a:pt x="241106" y="213998"/>
                  </a:lnTo>
                  <a:lnTo>
                    <a:pt x="241162" y="213744"/>
                  </a:lnTo>
                  <a:lnTo>
                    <a:pt x="241217" y="213489"/>
                  </a:lnTo>
                  <a:lnTo>
                    <a:pt x="241271" y="213235"/>
                  </a:lnTo>
                  <a:lnTo>
                    <a:pt x="241325" y="212980"/>
                  </a:lnTo>
                  <a:lnTo>
                    <a:pt x="241378" y="212725"/>
                  </a:lnTo>
                  <a:lnTo>
                    <a:pt x="241430" y="212470"/>
                  </a:lnTo>
                  <a:lnTo>
                    <a:pt x="241484" y="212227"/>
                  </a:lnTo>
                  <a:lnTo>
                    <a:pt x="241537" y="211983"/>
                  </a:lnTo>
                  <a:lnTo>
                    <a:pt x="241579" y="211786"/>
                  </a:lnTo>
                  <a:lnTo>
                    <a:pt x="241620" y="211589"/>
                  </a:lnTo>
                  <a:lnTo>
                    <a:pt x="241661" y="211392"/>
                  </a:lnTo>
                  <a:lnTo>
                    <a:pt x="241701" y="211194"/>
                  </a:lnTo>
                  <a:lnTo>
                    <a:pt x="241740" y="210997"/>
                  </a:lnTo>
                  <a:lnTo>
                    <a:pt x="241778" y="210799"/>
                  </a:lnTo>
                  <a:lnTo>
                    <a:pt x="241816" y="210601"/>
                  </a:lnTo>
                  <a:lnTo>
                    <a:pt x="241853" y="210403"/>
                  </a:lnTo>
                  <a:lnTo>
                    <a:pt x="241889" y="210205"/>
                  </a:lnTo>
                  <a:lnTo>
                    <a:pt x="241924" y="210007"/>
                  </a:lnTo>
                  <a:lnTo>
                    <a:pt x="241959" y="209809"/>
                  </a:lnTo>
                  <a:lnTo>
                    <a:pt x="241993" y="209610"/>
                  </a:lnTo>
                  <a:lnTo>
                    <a:pt x="242026" y="209411"/>
                  </a:lnTo>
                  <a:lnTo>
                    <a:pt x="242058" y="209213"/>
                  </a:lnTo>
                  <a:lnTo>
                    <a:pt x="242090" y="209014"/>
                  </a:lnTo>
                  <a:lnTo>
                    <a:pt x="242121" y="208815"/>
                  </a:lnTo>
                  <a:lnTo>
                    <a:pt x="242151" y="208616"/>
                  </a:lnTo>
                  <a:lnTo>
                    <a:pt x="242180" y="208417"/>
                  </a:lnTo>
                  <a:lnTo>
                    <a:pt x="242209" y="208217"/>
                  </a:lnTo>
                  <a:lnTo>
                    <a:pt x="242237" y="208018"/>
                  </a:lnTo>
                  <a:lnTo>
                    <a:pt x="242264" y="207818"/>
                  </a:lnTo>
                  <a:lnTo>
                    <a:pt x="242290" y="207619"/>
                  </a:lnTo>
                  <a:lnTo>
                    <a:pt x="242316" y="207419"/>
                  </a:lnTo>
                  <a:lnTo>
                    <a:pt x="242341" y="207219"/>
                  </a:lnTo>
                  <a:lnTo>
                    <a:pt x="242365" y="207019"/>
                  </a:lnTo>
                  <a:lnTo>
                    <a:pt x="242388" y="206819"/>
                  </a:lnTo>
                  <a:lnTo>
                    <a:pt x="242411" y="206619"/>
                  </a:lnTo>
                  <a:lnTo>
                    <a:pt x="242433" y="206419"/>
                  </a:lnTo>
                  <a:lnTo>
                    <a:pt x="242454" y="206219"/>
                  </a:lnTo>
                  <a:lnTo>
                    <a:pt x="242474" y="206018"/>
                  </a:lnTo>
                  <a:lnTo>
                    <a:pt x="242494" y="205818"/>
                  </a:lnTo>
                  <a:lnTo>
                    <a:pt x="242513" y="205617"/>
                  </a:lnTo>
                  <a:lnTo>
                    <a:pt x="242531" y="205417"/>
                  </a:lnTo>
                  <a:lnTo>
                    <a:pt x="242548" y="205216"/>
                  </a:lnTo>
                  <a:lnTo>
                    <a:pt x="242565" y="205015"/>
                  </a:lnTo>
                  <a:lnTo>
                    <a:pt x="242581" y="204815"/>
                  </a:lnTo>
                  <a:lnTo>
                    <a:pt x="242596" y="204614"/>
                  </a:lnTo>
                  <a:lnTo>
                    <a:pt x="242610" y="204413"/>
                  </a:lnTo>
                  <a:lnTo>
                    <a:pt x="242624" y="204212"/>
                  </a:lnTo>
                  <a:lnTo>
                    <a:pt x="242637" y="204011"/>
                  </a:lnTo>
                  <a:lnTo>
                    <a:pt x="242649" y="203810"/>
                  </a:lnTo>
                  <a:lnTo>
                    <a:pt x="242660" y="203609"/>
                  </a:lnTo>
                  <a:lnTo>
                    <a:pt x="242671" y="203408"/>
                  </a:lnTo>
                  <a:lnTo>
                    <a:pt x="242680" y="203207"/>
                  </a:lnTo>
                  <a:lnTo>
                    <a:pt x="242690" y="203005"/>
                  </a:lnTo>
                  <a:lnTo>
                    <a:pt x="242698" y="202804"/>
                  </a:lnTo>
                  <a:lnTo>
                    <a:pt x="242705" y="202602"/>
                  </a:lnTo>
                  <a:lnTo>
                    <a:pt x="242712" y="202401"/>
                  </a:lnTo>
                  <a:lnTo>
                    <a:pt x="242718" y="202199"/>
                  </a:lnTo>
                  <a:lnTo>
                    <a:pt x="242724" y="201998"/>
                  </a:lnTo>
                  <a:lnTo>
                    <a:pt x="242728" y="201796"/>
                  </a:lnTo>
                  <a:lnTo>
                    <a:pt x="242732" y="201594"/>
                  </a:lnTo>
                  <a:lnTo>
                    <a:pt x="242735" y="201393"/>
                  </a:lnTo>
                  <a:lnTo>
                    <a:pt x="242737" y="201191"/>
                  </a:lnTo>
                  <a:lnTo>
                    <a:pt x="242739" y="200990"/>
                  </a:lnTo>
                  <a:lnTo>
                    <a:pt x="242739" y="200788"/>
                  </a:lnTo>
                  <a:lnTo>
                    <a:pt x="242739" y="200586"/>
                  </a:lnTo>
                  <a:lnTo>
                    <a:pt x="242739" y="200385"/>
                  </a:lnTo>
                  <a:lnTo>
                    <a:pt x="242737" y="200183"/>
                  </a:lnTo>
                  <a:lnTo>
                    <a:pt x="242735" y="199981"/>
                  </a:lnTo>
                  <a:lnTo>
                    <a:pt x="242732" y="199780"/>
                  </a:lnTo>
                  <a:lnTo>
                    <a:pt x="242728" y="199578"/>
                  </a:lnTo>
                  <a:lnTo>
                    <a:pt x="242723" y="199376"/>
                  </a:lnTo>
                  <a:lnTo>
                    <a:pt x="242718" y="199175"/>
                  </a:lnTo>
                  <a:lnTo>
                    <a:pt x="242712" y="198973"/>
                  </a:lnTo>
                  <a:lnTo>
                    <a:pt x="242705" y="198772"/>
                  </a:lnTo>
                  <a:lnTo>
                    <a:pt x="242697" y="198570"/>
                  </a:lnTo>
                  <a:lnTo>
                    <a:pt x="242689" y="198369"/>
                  </a:lnTo>
                  <a:lnTo>
                    <a:pt x="242680" y="198167"/>
                  </a:lnTo>
                  <a:lnTo>
                    <a:pt x="242670" y="197966"/>
                  </a:lnTo>
                  <a:lnTo>
                    <a:pt x="242659" y="197765"/>
                  </a:lnTo>
                  <a:lnTo>
                    <a:pt x="242648" y="197563"/>
                  </a:lnTo>
                  <a:lnTo>
                    <a:pt x="242636" y="197362"/>
                  </a:lnTo>
                  <a:lnTo>
                    <a:pt x="242623" y="197161"/>
                  </a:lnTo>
                  <a:lnTo>
                    <a:pt x="242609" y="196960"/>
                  </a:lnTo>
                  <a:lnTo>
                    <a:pt x="242595" y="196758"/>
                  </a:lnTo>
                  <a:lnTo>
                    <a:pt x="242580" y="196557"/>
                  </a:lnTo>
                  <a:lnTo>
                    <a:pt x="242564" y="196356"/>
                  </a:lnTo>
                  <a:lnTo>
                    <a:pt x="242547" y="196155"/>
                  </a:lnTo>
                  <a:lnTo>
                    <a:pt x="242530" y="195954"/>
                  </a:lnTo>
                  <a:lnTo>
                    <a:pt x="242511" y="195754"/>
                  </a:lnTo>
                  <a:lnTo>
                    <a:pt x="242492" y="195553"/>
                  </a:lnTo>
                  <a:lnTo>
                    <a:pt x="242473" y="195352"/>
                  </a:lnTo>
                  <a:lnTo>
                    <a:pt x="241680" y="186038"/>
                  </a:lnTo>
                  <a:lnTo>
                    <a:pt x="241103" y="179247"/>
                  </a:lnTo>
                  <a:lnTo>
                    <a:pt x="241091" y="179083"/>
                  </a:lnTo>
                  <a:lnTo>
                    <a:pt x="240827" y="175514"/>
                  </a:lnTo>
                  <a:lnTo>
                    <a:pt x="240819" y="175349"/>
                  </a:lnTo>
                  <a:lnTo>
                    <a:pt x="240811" y="175184"/>
                  </a:lnTo>
                  <a:lnTo>
                    <a:pt x="240804" y="175018"/>
                  </a:lnTo>
                  <a:lnTo>
                    <a:pt x="240798" y="174853"/>
                  </a:lnTo>
                  <a:lnTo>
                    <a:pt x="240792" y="174687"/>
                  </a:lnTo>
                  <a:lnTo>
                    <a:pt x="240788" y="174522"/>
                  </a:lnTo>
                  <a:lnTo>
                    <a:pt x="240784" y="174356"/>
                  </a:lnTo>
                  <a:lnTo>
                    <a:pt x="240780" y="174191"/>
                  </a:lnTo>
                  <a:lnTo>
                    <a:pt x="240778" y="174025"/>
                  </a:lnTo>
                  <a:lnTo>
                    <a:pt x="240776" y="173859"/>
                  </a:lnTo>
                  <a:lnTo>
                    <a:pt x="240775" y="173694"/>
                  </a:lnTo>
                  <a:lnTo>
                    <a:pt x="240775" y="173528"/>
                  </a:lnTo>
                  <a:lnTo>
                    <a:pt x="240776" y="173363"/>
                  </a:lnTo>
                  <a:lnTo>
                    <a:pt x="240777" y="173197"/>
                  </a:lnTo>
                  <a:lnTo>
                    <a:pt x="240779" y="173032"/>
                  </a:lnTo>
                  <a:lnTo>
                    <a:pt x="240782" y="172866"/>
                  </a:lnTo>
                  <a:lnTo>
                    <a:pt x="240785" y="172700"/>
                  </a:lnTo>
                  <a:lnTo>
                    <a:pt x="240790" y="172535"/>
                  </a:lnTo>
                  <a:lnTo>
                    <a:pt x="240795" y="172369"/>
                  </a:lnTo>
                  <a:lnTo>
                    <a:pt x="240801" y="172204"/>
                  </a:lnTo>
                  <a:lnTo>
                    <a:pt x="240807" y="172039"/>
                  </a:lnTo>
                  <a:lnTo>
                    <a:pt x="240815" y="171873"/>
                  </a:lnTo>
                  <a:lnTo>
                    <a:pt x="240823" y="171708"/>
                  </a:lnTo>
                  <a:lnTo>
                    <a:pt x="240832" y="171542"/>
                  </a:lnTo>
                  <a:lnTo>
                    <a:pt x="240841" y="171377"/>
                  </a:lnTo>
                  <a:lnTo>
                    <a:pt x="240852" y="171212"/>
                  </a:lnTo>
                  <a:lnTo>
                    <a:pt x="240863" y="171047"/>
                  </a:lnTo>
                  <a:lnTo>
                    <a:pt x="240887" y="170716"/>
                  </a:lnTo>
                  <a:lnTo>
                    <a:pt x="240901" y="170551"/>
                  </a:lnTo>
                  <a:lnTo>
                    <a:pt x="240915" y="170386"/>
                  </a:lnTo>
                  <a:lnTo>
                    <a:pt x="240930" y="170221"/>
                  </a:lnTo>
                  <a:lnTo>
                    <a:pt x="240946" y="170057"/>
                  </a:lnTo>
                  <a:lnTo>
                    <a:pt x="240962" y="169892"/>
                  </a:lnTo>
                  <a:lnTo>
                    <a:pt x="240979" y="169727"/>
                  </a:lnTo>
                  <a:lnTo>
                    <a:pt x="240997" y="169563"/>
                  </a:lnTo>
                  <a:lnTo>
                    <a:pt x="241016" y="169398"/>
                  </a:lnTo>
                  <a:lnTo>
                    <a:pt x="241035" y="169234"/>
                  </a:lnTo>
                  <a:lnTo>
                    <a:pt x="241055" y="169069"/>
                  </a:lnTo>
                  <a:lnTo>
                    <a:pt x="241076" y="168905"/>
                  </a:lnTo>
                  <a:lnTo>
                    <a:pt x="241098" y="168741"/>
                  </a:lnTo>
                  <a:lnTo>
                    <a:pt x="241120" y="168577"/>
                  </a:lnTo>
                  <a:lnTo>
                    <a:pt x="241144" y="168413"/>
                  </a:lnTo>
                  <a:lnTo>
                    <a:pt x="241168" y="168249"/>
                  </a:lnTo>
                  <a:lnTo>
                    <a:pt x="241192" y="168085"/>
                  </a:lnTo>
                  <a:lnTo>
                    <a:pt x="241218" y="167922"/>
                  </a:lnTo>
                  <a:lnTo>
                    <a:pt x="241244" y="167758"/>
                  </a:lnTo>
                  <a:lnTo>
                    <a:pt x="241271" y="167595"/>
                  </a:lnTo>
                  <a:lnTo>
                    <a:pt x="241298" y="167432"/>
                  </a:lnTo>
                  <a:lnTo>
                    <a:pt x="241327" y="167269"/>
                  </a:lnTo>
                  <a:lnTo>
                    <a:pt x="241356" y="167106"/>
                  </a:lnTo>
                  <a:lnTo>
                    <a:pt x="241386" y="166943"/>
                  </a:lnTo>
                  <a:lnTo>
                    <a:pt x="241417" y="166780"/>
                  </a:lnTo>
                  <a:lnTo>
                    <a:pt x="241448" y="166617"/>
                  </a:lnTo>
                  <a:lnTo>
                    <a:pt x="241480" y="166455"/>
                  </a:lnTo>
                  <a:lnTo>
                    <a:pt x="241513" y="166293"/>
                  </a:lnTo>
                  <a:lnTo>
                    <a:pt x="241547" y="166131"/>
                  </a:lnTo>
                  <a:lnTo>
                    <a:pt x="241581" y="165969"/>
                  </a:lnTo>
                  <a:lnTo>
                    <a:pt x="241616" y="165807"/>
                  </a:lnTo>
                  <a:lnTo>
                    <a:pt x="241652" y="165645"/>
                  </a:lnTo>
                  <a:lnTo>
                    <a:pt x="241688" y="165484"/>
                  </a:lnTo>
                  <a:lnTo>
                    <a:pt x="241726" y="165322"/>
                  </a:lnTo>
                  <a:lnTo>
                    <a:pt x="241764" y="165161"/>
                  </a:lnTo>
                  <a:lnTo>
                    <a:pt x="241803" y="165000"/>
                  </a:lnTo>
                  <a:lnTo>
                    <a:pt x="241842" y="164840"/>
                  </a:lnTo>
                  <a:lnTo>
                    <a:pt x="241882" y="164679"/>
                  </a:lnTo>
                  <a:lnTo>
                    <a:pt x="241923" y="164519"/>
                  </a:lnTo>
                  <a:lnTo>
                    <a:pt x="241965" y="164358"/>
                  </a:lnTo>
                  <a:lnTo>
                    <a:pt x="242008" y="164198"/>
                  </a:lnTo>
                  <a:lnTo>
                    <a:pt x="242051" y="164039"/>
                  </a:lnTo>
                  <a:lnTo>
                    <a:pt x="242095" y="163879"/>
                  </a:lnTo>
                  <a:lnTo>
                    <a:pt x="242139" y="163720"/>
                  </a:lnTo>
                  <a:lnTo>
                    <a:pt x="242185" y="163560"/>
                  </a:lnTo>
                  <a:lnTo>
                    <a:pt x="242231" y="163401"/>
                  </a:lnTo>
                  <a:lnTo>
                    <a:pt x="242278" y="163243"/>
                  </a:lnTo>
                  <a:lnTo>
                    <a:pt x="242325" y="163084"/>
                  </a:lnTo>
                  <a:lnTo>
                    <a:pt x="242373" y="162926"/>
                  </a:lnTo>
                  <a:lnTo>
                    <a:pt x="242422" y="162768"/>
                  </a:lnTo>
                  <a:lnTo>
                    <a:pt x="242472" y="162610"/>
                  </a:lnTo>
                  <a:lnTo>
                    <a:pt x="242522" y="162452"/>
                  </a:lnTo>
                  <a:lnTo>
                    <a:pt x="242574" y="162295"/>
                  </a:lnTo>
                  <a:lnTo>
                    <a:pt x="242626" y="162137"/>
                  </a:lnTo>
                  <a:lnTo>
                    <a:pt x="242678" y="161981"/>
                  </a:lnTo>
                  <a:lnTo>
                    <a:pt x="242731" y="161824"/>
                  </a:lnTo>
                  <a:lnTo>
                    <a:pt x="242785" y="161667"/>
                  </a:lnTo>
                  <a:lnTo>
                    <a:pt x="242840" y="161511"/>
                  </a:lnTo>
                  <a:lnTo>
                    <a:pt x="242896" y="161355"/>
                  </a:lnTo>
                  <a:lnTo>
                    <a:pt x="242952" y="161200"/>
                  </a:lnTo>
                  <a:lnTo>
                    <a:pt x="243009" y="161044"/>
                  </a:lnTo>
                  <a:lnTo>
                    <a:pt x="243066" y="160889"/>
                  </a:lnTo>
                  <a:lnTo>
                    <a:pt x="243125" y="160734"/>
                  </a:lnTo>
                  <a:lnTo>
                    <a:pt x="243184" y="160579"/>
                  </a:lnTo>
                  <a:lnTo>
                    <a:pt x="243243" y="160425"/>
                  </a:lnTo>
                  <a:lnTo>
                    <a:pt x="243304" y="160271"/>
                  </a:lnTo>
                  <a:lnTo>
                    <a:pt x="243365" y="160117"/>
                  </a:lnTo>
                  <a:lnTo>
                    <a:pt x="243427" y="159964"/>
                  </a:lnTo>
                  <a:lnTo>
                    <a:pt x="243489" y="159810"/>
                  </a:lnTo>
                  <a:lnTo>
                    <a:pt x="243552" y="159657"/>
                  </a:lnTo>
                  <a:lnTo>
                    <a:pt x="243616" y="159505"/>
                  </a:lnTo>
                  <a:lnTo>
                    <a:pt x="243681" y="159352"/>
                  </a:lnTo>
                  <a:lnTo>
                    <a:pt x="243746" y="159200"/>
                  </a:lnTo>
                  <a:lnTo>
                    <a:pt x="243812" y="159049"/>
                  </a:lnTo>
                  <a:lnTo>
                    <a:pt x="243879" y="158897"/>
                  </a:lnTo>
                  <a:lnTo>
                    <a:pt x="243946" y="158746"/>
                  </a:lnTo>
                  <a:lnTo>
                    <a:pt x="244014" y="158595"/>
                  </a:lnTo>
                  <a:lnTo>
                    <a:pt x="244083" y="158445"/>
                  </a:lnTo>
                  <a:lnTo>
                    <a:pt x="244153" y="158294"/>
                  </a:lnTo>
                  <a:lnTo>
                    <a:pt x="244223" y="158144"/>
                  </a:lnTo>
                  <a:lnTo>
                    <a:pt x="244293" y="157995"/>
                  </a:lnTo>
                  <a:lnTo>
                    <a:pt x="244365" y="157846"/>
                  </a:lnTo>
                  <a:lnTo>
                    <a:pt x="244437" y="157697"/>
                  </a:lnTo>
                  <a:lnTo>
                    <a:pt x="244510" y="157548"/>
                  </a:lnTo>
                  <a:lnTo>
                    <a:pt x="244584" y="157400"/>
                  </a:lnTo>
                  <a:lnTo>
                    <a:pt x="244658" y="157252"/>
                  </a:lnTo>
                  <a:lnTo>
                    <a:pt x="244733" y="157105"/>
                  </a:lnTo>
                  <a:lnTo>
                    <a:pt x="244808" y="156957"/>
                  </a:lnTo>
                  <a:lnTo>
                    <a:pt x="244885" y="156811"/>
                  </a:lnTo>
                  <a:lnTo>
                    <a:pt x="244961" y="156664"/>
                  </a:lnTo>
                  <a:lnTo>
                    <a:pt x="245039" y="156518"/>
                  </a:lnTo>
                  <a:lnTo>
                    <a:pt x="245117" y="156372"/>
                  </a:lnTo>
                  <a:lnTo>
                    <a:pt x="245196" y="156227"/>
                  </a:lnTo>
                  <a:lnTo>
                    <a:pt x="245276" y="156082"/>
                  </a:lnTo>
                  <a:lnTo>
                    <a:pt x="245356" y="155937"/>
                  </a:lnTo>
                  <a:lnTo>
                    <a:pt x="245437" y="155793"/>
                  </a:lnTo>
                  <a:lnTo>
                    <a:pt x="245518" y="155649"/>
                  </a:lnTo>
                  <a:lnTo>
                    <a:pt x="245601" y="155505"/>
                  </a:lnTo>
                  <a:lnTo>
                    <a:pt x="245684" y="155362"/>
                  </a:lnTo>
                  <a:lnTo>
                    <a:pt x="245767" y="155219"/>
                  </a:lnTo>
                  <a:lnTo>
                    <a:pt x="245851" y="155077"/>
                  </a:lnTo>
                  <a:lnTo>
                    <a:pt x="245936" y="154935"/>
                  </a:lnTo>
                  <a:lnTo>
                    <a:pt x="246022" y="154793"/>
                  </a:lnTo>
                  <a:lnTo>
                    <a:pt x="246108" y="154652"/>
                  </a:lnTo>
                  <a:lnTo>
                    <a:pt x="246194" y="154511"/>
                  </a:lnTo>
                  <a:lnTo>
                    <a:pt x="246282" y="154370"/>
                  </a:lnTo>
                  <a:lnTo>
                    <a:pt x="246385" y="154212"/>
                  </a:lnTo>
                  <a:lnTo>
                    <a:pt x="246488" y="154053"/>
                  </a:lnTo>
                  <a:lnTo>
                    <a:pt x="246593" y="153895"/>
                  </a:lnTo>
                  <a:lnTo>
                    <a:pt x="246698" y="153738"/>
                  </a:lnTo>
                  <a:lnTo>
                    <a:pt x="246803" y="153581"/>
                  </a:lnTo>
                  <a:lnTo>
                    <a:pt x="246910" y="153424"/>
                  </a:lnTo>
                  <a:lnTo>
                    <a:pt x="247016" y="153268"/>
                  </a:lnTo>
                  <a:lnTo>
                    <a:pt x="247124" y="153112"/>
                  </a:lnTo>
                  <a:lnTo>
                    <a:pt x="247232" y="152956"/>
                  </a:lnTo>
                  <a:lnTo>
                    <a:pt x="247341" y="152801"/>
                  </a:lnTo>
                  <a:lnTo>
                    <a:pt x="247450" y="152647"/>
                  </a:lnTo>
                  <a:lnTo>
                    <a:pt x="247560" y="152493"/>
                  </a:lnTo>
                  <a:lnTo>
                    <a:pt x="247671" y="152339"/>
                  </a:lnTo>
                  <a:lnTo>
                    <a:pt x="247782" y="152186"/>
                  </a:lnTo>
                  <a:lnTo>
                    <a:pt x="247894" y="152033"/>
                  </a:lnTo>
                  <a:lnTo>
                    <a:pt x="248006" y="151881"/>
                  </a:lnTo>
                  <a:lnTo>
                    <a:pt x="248119" y="151729"/>
                  </a:lnTo>
                  <a:lnTo>
                    <a:pt x="248233" y="151578"/>
                  </a:lnTo>
                  <a:lnTo>
                    <a:pt x="248347" y="151427"/>
                  </a:lnTo>
                  <a:lnTo>
                    <a:pt x="248462" y="151277"/>
                  </a:lnTo>
                  <a:lnTo>
                    <a:pt x="248578" y="151127"/>
                  </a:lnTo>
                  <a:lnTo>
                    <a:pt x="248694" y="150977"/>
                  </a:lnTo>
                  <a:lnTo>
                    <a:pt x="248811" y="150828"/>
                  </a:lnTo>
                  <a:lnTo>
                    <a:pt x="248928" y="150680"/>
                  </a:lnTo>
                  <a:lnTo>
                    <a:pt x="249046" y="150532"/>
                  </a:lnTo>
                  <a:lnTo>
                    <a:pt x="249164" y="150384"/>
                  </a:lnTo>
                  <a:lnTo>
                    <a:pt x="249284" y="150237"/>
                  </a:lnTo>
                  <a:lnTo>
                    <a:pt x="249403" y="150091"/>
                  </a:lnTo>
                  <a:lnTo>
                    <a:pt x="249524" y="149945"/>
                  </a:lnTo>
                  <a:lnTo>
                    <a:pt x="249645" y="149799"/>
                  </a:lnTo>
                  <a:lnTo>
                    <a:pt x="249766" y="149654"/>
                  </a:lnTo>
                  <a:lnTo>
                    <a:pt x="249888" y="149509"/>
                  </a:lnTo>
                  <a:lnTo>
                    <a:pt x="250011" y="149365"/>
                  </a:lnTo>
                  <a:lnTo>
                    <a:pt x="250134" y="149222"/>
                  </a:lnTo>
                  <a:lnTo>
                    <a:pt x="250258" y="149078"/>
                  </a:lnTo>
                  <a:lnTo>
                    <a:pt x="250382" y="148936"/>
                  </a:lnTo>
                  <a:lnTo>
                    <a:pt x="250507" y="148794"/>
                  </a:lnTo>
                  <a:lnTo>
                    <a:pt x="250633" y="148652"/>
                  </a:lnTo>
                  <a:lnTo>
                    <a:pt x="250824" y="148567"/>
                  </a:lnTo>
                  <a:lnTo>
                    <a:pt x="250952" y="148414"/>
                  </a:lnTo>
                  <a:lnTo>
                    <a:pt x="251082" y="148262"/>
                  </a:lnTo>
                  <a:lnTo>
                    <a:pt x="251211" y="148110"/>
                  </a:lnTo>
                  <a:lnTo>
                    <a:pt x="251342" y="147959"/>
                  </a:lnTo>
                  <a:lnTo>
                    <a:pt x="251473" y="147809"/>
                  </a:lnTo>
                  <a:lnTo>
                    <a:pt x="251604" y="147659"/>
                  </a:lnTo>
                  <a:lnTo>
                    <a:pt x="251736" y="147509"/>
                  </a:lnTo>
                  <a:lnTo>
                    <a:pt x="251869" y="147360"/>
                  </a:lnTo>
                  <a:lnTo>
                    <a:pt x="252002" y="147212"/>
                  </a:lnTo>
                  <a:lnTo>
                    <a:pt x="252136" y="147064"/>
                  </a:lnTo>
                  <a:lnTo>
                    <a:pt x="252271" y="146916"/>
                  </a:lnTo>
                  <a:lnTo>
                    <a:pt x="252406" y="146769"/>
                  </a:lnTo>
                  <a:lnTo>
                    <a:pt x="252541" y="146623"/>
                  </a:lnTo>
                  <a:lnTo>
                    <a:pt x="252677" y="146477"/>
                  </a:lnTo>
                  <a:lnTo>
                    <a:pt x="252814" y="146331"/>
                  </a:lnTo>
                  <a:lnTo>
                    <a:pt x="252951" y="146186"/>
                  </a:lnTo>
                  <a:lnTo>
                    <a:pt x="253089" y="146042"/>
                  </a:lnTo>
                  <a:lnTo>
                    <a:pt x="253227" y="145898"/>
                  </a:lnTo>
                  <a:lnTo>
                    <a:pt x="253366" y="145755"/>
                  </a:lnTo>
                  <a:lnTo>
                    <a:pt x="253505" y="145612"/>
                  </a:lnTo>
                  <a:lnTo>
                    <a:pt x="253645" y="145470"/>
                  </a:lnTo>
                  <a:lnTo>
                    <a:pt x="253785" y="145328"/>
                  </a:lnTo>
                  <a:lnTo>
                    <a:pt x="253926" y="145187"/>
                  </a:lnTo>
                  <a:lnTo>
                    <a:pt x="254068" y="145046"/>
                  </a:lnTo>
                  <a:lnTo>
                    <a:pt x="254210" y="144906"/>
                  </a:lnTo>
                  <a:lnTo>
                    <a:pt x="254353" y="144767"/>
                  </a:lnTo>
                  <a:lnTo>
                    <a:pt x="254496" y="144628"/>
                  </a:lnTo>
                  <a:lnTo>
                    <a:pt x="254639" y="144489"/>
                  </a:lnTo>
                  <a:lnTo>
                    <a:pt x="254784" y="144351"/>
                  </a:lnTo>
                  <a:lnTo>
                    <a:pt x="254928" y="144214"/>
                  </a:lnTo>
                  <a:lnTo>
                    <a:pt x="255074" y="144077"/>
                  </a:lnTo>
                  <a:lnTo>
                    <a:pt x="255219" y="143941"/>
                  </a:lnTo>
                  <a:lnTo>
                    <a:pt x="255366" y="143805"/>
                  </a:lnTo>
                  <a:lnTo>
                    <a:pt x="255512" y="143670"/>
                  </a:lnTo>
                  <a:lnTo>
                    <a:pt x="255660" y="143536"/>
                  </a:lnTo>
                  <a:lnTo>
                    <a:pt x="255807" y="143402"/>
                  </a:lnTo>
                  <a:lnTo>
                    <a:pt x="255956" y="143269"/>
                  </a:lnTo>
                  <a:lnTo>
                    <a:pt x="256105" y="143136"/>
                  </a:lnTo>
                  <a:lnTo>
                    <a:pt x="256254" y="143004"/>
                  </a:lnTo>
                  <a:lnTo>
                    <a:pt x="256404" y="142872"/>
                  </a:lnTo>
                  <a:lnTo>
                    <a:pt x="256554" y="142741"/>
                  </a:lnTo>
                  <a:lnTo>
                    <a:pt x="256705" y="142610"/>
                  </a:lnTo>
                  <a:lnTo>
                    <a:pt x="256856" y="142480"/>
                  </a:lnTo>
                  <a:lnTo>
                    <a:pt x="257008" y="142351"/>
                  </a:lnTo>
                  <a:lnTo>
                    <a:pt x="257161" y="142222"/>
                  </a:lnTo>
                  <a:lnTo>
                    <a:pt x="257313" y="142094"/>
                  </a:lnTo>
                  <a:lnTo>
                    <a:pt x="257457" y="141969"/>
                  </a:lnTo>
                  <a:lnTo>
                    <a:pt x="257601" y="141844"/>
                  </a:lnTo>
                  <a:lnTo>
                    <a:pt x="257746" y="141720"/>
                  </a:lnTo>
                  <a:lnTo>
                    <a:pt x="257892" y="141596"/>
                  </a:lnTo>
                  <a:lnTo>
                    <a:pt x="258037" y="141473"/>
                  </a:lnTo>
                  <a:lnTo>
                    <a:pt x="258184" y="141351"/>
                  </a:lnTo>
                  <a:lnTo>
                    <a:pt x="258330" y="141229"/>
                  </a:lnTo>
                  <a:lnTo>
                    <a:pt x="258477" y="141107"/>
                  </a:lnTo>
                  <a:lnTo>
                    <a:pt x="258625" y="140987"/>
                  </a:lnTo>
                  <a:lnTo>
                    <a:pt x="258773" y="140866"/>
                  </a:lnTo>
                  <a:lnTo>
                    <a:pt x="258922" y="140747"/>
                  </a:lnTo>
                  <a:lnTo>
                    <a:pt x="259071" y="140628"/>
                  </a:lnTo>
                  <a:lnTo>
                    <a:pt x="259221" y="140509"/>
                  </a:lnTo>
                  <a:lnTo>
                    <a:pt x="259371" y="140392"/>
                  </a:lnTo>
                  <a:lnTo>
                    <a:pt x="259521" y="140274"/>
                  </a:lnTo>
                  <a:lnTo>
                    <a:pt x="259672" y="140158"/>
                  </a:lnTo>
                  <a:lnTo>
                    <a:pt x="259823" y="140042"/>
                  </a:lnTo>
                  <a:lnTo>
                    <a:pt x="259975" y="139926"/>
                  </a:lnTo>
                  <a:lnTo>
                    <a:pt x="260128" y="139812"/>
                  </a:lnTo>
                  <a:lnTo>
                    <a:pt x="260280" y="139697"/>
                  </a:lnTo>
                  <a:lnTo>
                    <a:pt x="260433" y="139584"/>
                  </a:lnTo>
                  <a:lnTo>
                    <a:pt x="260587" y="139471"/>
                  </a:lnTo>
                  <a:lnTo>
                    <a:pt x="260741" y="139358"/>
                  </a:lnTo>
                  <a:lnTo>
                    <a:pt x="260896" y="139247"/>
                  </a:lnTo>
                  <a:lnTo>
                    <a:pt x="261051" y="139135"/>
                  </a:lnTo>
                  <a:lnTo>
                    <a:pt x="261206" y="139025"/>
                  </a:lnTo>
                  <a:lnTo>
                    <a:pt x="261362" y="138915"/>
                  </a:lnTo>
                  <a:lnTo>
                    <a:pt x="261518" y="138805"/>
                  </a:lnTo>
                  <a:lnTo>
                    <a:pt x="261675" y="138697"/>
                  </a:lnTo>
                  <a:lnTo>
                    <a:pt x="261832" y="138589"/>
                  </a:lnTo>
                  <a:lnTo>
                    <a:pt x="261989" y="138481"/>
                  </a:lnTo>
                  <a:lnTo>
                    <a:pt x="262147" y="138374"/>
                  </a:lnTo>
                  <a:lnTo>
                    <a:pt x="262306" y="138268"/>
                  </a:lnTo>
                  <a:lnTo>
                    <a:pt x="262465" y="138162"/>
                  </a:lnTo>
                  <a:lnTo>
                    <a:pt x="262624" y="138058"/>
                  </a:lnTo>
                  <a:lnTo>
                    <a:pt x="262783" y="137953"/>
                  </a:lnTo>
                  <a:lnTo>
                    <a:pt x="262943" y="137849"/>
                  </a:lnTo>
                  <a:lnTo>
                    <a:pt x="263104" y="137746"/>
                  </a:lnTo>
                  <a:lnTo>
                    <a:pt x="263265" y="137644"/>
                  </a:lnTo>
                  <a:lnTo>
                    <a:pt x="263426" y="137542"/>
                  </a:lnTo>
                  <a:lnTo>
                    <a:pt x="263587" y="137441"/>
                  </a:lnTo>
                  <a:lnTo>
                    <a:pt x="263749" y="137340"/>
                  </a:lnTo>
                  <a:lnTo>
                    <a:pt x="263912" y="137240"/>
                  </a:lnTo>
                  <a:lnTo>
                    <a:pt x="264075" y="137141"/>
                  </a:lnTo>
                  <a:lnTo>
                    <a:pt x="264238" y="137043"/>
                  </a:lnTo>
                  <a:lnTo>
                    <a:pt x="264401" y="136945"/>
                  </a:lnTo>
                  <a:lnTo>
                    <a:pt x="264565" y="136847"/>
                  </a:lnTo>
                  <a:lnTo>
                    <a:pt x="264730" y="136751"/>
                  </a:lnTo>
                  <a:lnTo>
                    <a:pt x="264900" y="136651"/>
                  </a:lnTo>
                  <a:lnTo>
                    <a:pt x="265059" y="136559"/>
                  </a:lnTo>
                  <a:lnTo>
                    <a:pt x="265225" y="136464"/>
                  </a:lnTo>
                  <a:lnTo>
                    <a:pt x="265391" y="136370"/>
                  </a:lnTo>
                  <a:lnTo>
                    <a:pt x="265557" y="136277"/>
                  </a:lnTo>
                  <a:lnTo>
                    <a:pt x="265723" y="136184"/>
                  </a:lnTo>
                  <a:lnTo>
                    <a:pt x="265895" y="136086"/>
                  </a:lnTo>
                  <a:lnTo>
                    <a:pt x="266067" y="135989"/>
                  </a:lnTo>
                  <a:lnTo>
                    <a:pt x="266239" y="135893"/>
                  </a:lnTo>
                  <a:lnTo>
                    <a:pt x="266412" y="135797"/>
                  </a:lnTo>
                  <a:lnTo>
                    <a:pt x="266585" y="135702"/>
                  </a:lnTo>
                  <a:lnTo>
                    <a:pt x="266759" y="135607"/>
                  </a:lnTo>
                  <a:lnTo>
                    <a:pt x="266933" y="135514"/>
                  </a:lnTo>
                  <a:lnTo>
                    <a:pt x="267107" y="135421"/>
                  </a:lnTo>
                  <a:lnTo>
                    <a:pt x="267281" y="135328"/>
                  </a:lnTo>
                  <a:lnTo>
                    <a:pt x="267456" y="135236"/>
                  </a:lnTo>
                  <a:lnTo>
                    <a:pt x="267631" y="135145"/>
                  </a:lnTo>
                  <a:lnTo>
                    <a:pt x="267807" y="135055"/>
                  </a:lnTo>
                  <a:lnTo>
                    <a:pt x="267983" y="134965"/>
                  </a:lnTo>
                  <a:lnTo>
                    <a:pt x="268159" y="134876"/>
                  </a:lnTo>
                  <a:lnTo>
                    <a:pt x="268336" y="134788"/>
                  </a:lnTo>
                  <a:lnTo>
                    <a:pt x="268513" y="134700"/>
                  </a:lnTo>
                  <a:lnTo>
                    <a:pt x="268690" y="134613"/>
                  </a:lnTo>
                  <a:lnTo>
                    <a:pt x="268868" y="134527"/>
                  </a:lnTo>
                  <a:lnTo>
                    <a:pt x="269046" y="134442"/>
                  </a:lnTo>
                  <a:lnTo>
                    <a:pt x="269224" y="134357"/>
                  </a:lnTo>
                  <a:lnTo>
                    <a:pt x="269403" y="134273"/>
                  </a:lnTo>
                  <a:lnTo>
                    <a:pt x="269582" y="134189"/>
                  </a:lnTo>
                  <a:lnTo>
                    <a:pt x="269761" y="134107"/>
                  </a:lnTo>
                  <a:lnTo>
                    <a:pt x="269941" y="134025"/>
                  </a:lnTo>
                  <a:lnTo>
                    <a:pt x="270121" y="133943"/>
                  </a:lnTo>
                  <a:lnTo>
                    <a:pt x="270301" y="133863"/>
                  </a:lnTo>
                  <a:lnTo>
                    <a:pt x="270482" y="133783"/>
                  </a:lnTo>
                  <a:lnTo>
                    <a:pt x="270663" y="133704"/>
                  </a:lnTo>
                  <a:lnTo>
                    <a:pt x="270844" y="133625"/>
                  </a:lnTo>
                  <a:lnTo>
                    <a:pt x="271025" y="133547"/>
                  </a:lnTo>
                  <a:lnTo>
                    <a:pt x="271207" y="133470"/>
                  </a:lnTo>
                  <a:lnTo>
                    <a:pt x="271389" y="133394"/>
                  </a:lnTo>
                  <a:lnTo>
                    <a:pt x="271572" y="133318"/>
                  </a:lnTo>
                  <a:lnTo>
                    <a:pt x="271754" y="133243"/>
                  </a:lnTo>
                  <a:lnTo>
                    <a:pt x="271937" y="133169"/>
                  </a:lnTo>
                  <a:lnTo>
                    <a:pt x="272120" y="133095"/>
                  </a:lnTo>
                  <a:lnTo>
                    <a:pt x="272304" y="133023"/>
                  </a:lnTo>
                  <a:lnTo>
                    <a:pt x="272488" y="132950"/>
                  </a:lnTo>
                  <a:lnTo>
                    <a:pt x="272672" y="132879"/>
                  </a:lnTo>
                  <a:lnTo>
                    <a:pt x="272856" y="132808"/>
                  </a:lnTo>
                  <a:lnTo>
                    <a:pt x="273041" y="132739"/>
                  </a:lnTo>
                  <a:lnTo>
                    <a:pt x="273226" y="132669"/>
                  </a:lnTo>
                  <a:lnTo>
                    <a:pt x="273411" y="132601"/>
                  </a:lnTo>
                  <a:lnTo>
                    <a:pt x="273596" y="132533"/>
                  </a:lnTo>
                  <a:lnTo>
                    <a:pt x="273782" y="132466"/>
                  </a:lnTo>
                  <a:lnTo>
                    <a:pt x="273968" y="132400"/>
                  </a:lnTo>
                  <a:lnTo>
                    <a:pt x="274154" y="132334"/>
                  </a:lnTo>
                  <a:lnTo>
                    <a:pt x="274341" y="132269"/>
                  </a:lnTo>
                  <a:lnTo>
                    <a:pt x="274528" y="132205"/>
                  </a:lnTo>
                  <a:lnTo>
                    <a:pt x="274715" y="132142"/>
                  </a:lnTo>
                  <a:lnTo>
                    <a:pt x="274902" y="132079"/>
                  </a:lnTo>
                  <a:lnTo>
                    <a:pt x="275089" y="132017"/>
                  </a:lnTo>
                  <a:lnTo>
                    <a:pt x="275277" y="131956"/>
                  </a:lnTo>
                  <a:lnTo>
                    <a:pt x="275465" y="131896"/>
                  </a:lnTo>
                  <a:lnTo>
                    <a:pt x="275653" y="131836"/>
                  </a:lnTo>
                  <a:lnTo>
                    <a:pt x="275841" y="131777"/>
                  </a:lnTo>
                  <a:lnTo>
                    <a:pt x="276030" y="131719"/>
                  </a:lnTo>
                  <a:lnTo>
                    <a:pt x="276219" y="131661"/>
                  </a:lnTo>
                  <a:lnTo>
                    <a:pt x="276408" y="131604"/>
                  </a:lnTo>
                  <a:lnTo>
                    <a:pt x="276597" y="131548"/>
                  </a:lnTo>
                  <a:lnTo>
                    <a:pt x="276787" y="131493"/>
                  </a:lnTo>
                  <a:lnTo>
                    <a:pt x="276977" y="131438"/>
                  </a:lnTo>
                  <a:lnTo>
                    <a:pt x="277166" y="131385"/>
                  </a:lnTo>
                  <a:lnTo>
                    <a:pt x="277357" y="131332"/>
                  </a:lnTo>
                  <a:lnTo>
                    <a:pt x="277547" y="131279"/>
                  </a:lnTo>
                  <a:lnTo>
                    <a:pt x="277737" y="131228"/>
                  </a:lnTo>
                  <a:lnTo>
                    <a:pt x="277928" y="131177"/>
                  </a:lnTo>
                  <a:lnTo>
                    <a:pt x="278119" y="131127"/>
                  </a:lnTo>
                  <a:lnTo>
                    <a:pt x="278310" y="131077"/>
                  </a:lnTo>
                  <a:lnTo>
                    <a:pt x="278502" y="131029"/>
                  </a:lnTo>
                  <a:lnTo>
                    <a:pt x="278693" y="130981"/>
                  </a:lnTo>
                  <a:lnTo>
                    <a:pt x="278885" y="130934"/>
                  </a:lnTo>
                  <a:lnTo>
                    <a:pt x="279077" y="130887"/>
                  </a:lnTo>
                  <a:lnTo>
                    <a:pt x="279269" y="130842"/>
                  </a:lnTo>
                  <a:lnTo>
                    <a:pt x="283812" y="129493"/>
                  </a:lnTo>
                  <a:lnTo>
                    <a:pt x="290297" y="127568"/>
                  </a:lnTo>
                  <a:lnTo>
                    <a:pt x="302462" y="123957"/>
                  </a:lnTo>
                  <a:lnTo>
                    <a:pt x="307342" y="122508"/>
                  </a:lnTo>
                  <a:lnTo>
                    <a:pt x="309829" y="121940"/>
                  </a:lnTo>
                  <a:lnTo>
                    <a:pt x="311775" y="125469"/>
                  </a:lnTo>
                  <a:lnTo>
                    <a:pt x="312067" y="125995"/>
                  </a:lnTo>
                  <a:lnTo>
                    <a:pt x="312335" y="126482"/>
                  </a:lnTo>
                  <a:lnTo>
                    <a:pt x="314698" y="125384"/>
                  </a:lnTo>
                  <a:lnTo>
                    <a:pt x="314645" y="125240"/>
                  </a:lnTo>
                  <a:lnTo>
                    <a:pt x="318024" y="124021"/>
                  </a:lnTo>
                  <a:lnTo>
                    <a:pt x="320911" y="122984"/>
                  </a:lnTo>
                  <a:lnTo>
                    <a:pt x="328274" y="120346"/>
                  </a:lnTo>
                  <a:lnTo>
                    <a:pt x="331899" y="119051"/>
                  </a:lnTo>
                  <a:lnTo>
                    <a:pt x="333460" y="118428"/>
                  </a:lnTo>
                  <a:lnTo>
                    <a:pt x="335499" y="117543"/>
                  </a:lnTo>
                  <a:lnTo>
                    <a:pt x="338216" y="116320"/>
                  </a:lnTo>
                  <a:lnTo>
                    <a:pt x="339739" y="115575"/>
                  </a:lnTo>
                  <a:lnTo>
                    <a:pt x="341889" y="114396"/>
                  </a:lnTo>
                  <a:lnTo>
                    <a:pt x="343747" y="113272"/>
                  </a:lnTo>
                  <a:lnTo>
                    <a:pt x="344936" y="112491"/>
                  </a:lnTo>
                  <a:lnTo>
                    <a:pt x="345014" y="112632"/>
                  </a:lnTo>
                  <a:lnTo>
                    <a:pt x="345155" y="112694"/>
                  </a:lnTo>
                  <a:lnTo>
                    <a:pt x="345338" y="112632"/>
                  </a:lnTo>
                  <a:lnTo>
                    <a:pt x="346293" y="111826"/>
                  </a:lnTo>
                  <a:lnTo>
                    <a:pt x="346202" y="111637"/>
                  </a:lnTo>
                  <a:lnTo>
                    <a:pt x="348640" y="109920"/>
                  </a:lnTo>
                  <a:lnTo>
                    <a:pt x="353380" y="106169"/>
                  </a:lnTo>
                  <a:lnTo>
                    <a:pt x="357316" y="103017"/>
                  </a:lnTo>
                  <a:lnTo>
                    <a:pt x="361233" y="99883"/>
                  </a:lnTo>
                  <a:lnTo>
                    <a:pt x="363121" y="98312"/>
                  </a:lnTo>
                  <a:lnTo>
                    <a:pt x="365649" y="96156"/>
                  </a:lnTo>
                  <a:lnTo>
                    <a:pt x="374146" y="88834"/>
                  </a:lnTo>
                  <a:lnTo>
                    <a:pt x="383309" y="81346"/>
                  </a:lnTo>
                  <a:lnTo>
                    <a:pt x="391372" y="74756"/>
                  </a:lnTo>
                  <a:lnTo>
                    <a:pt x="397759" y="69527"/>
                  </a:lnTo>
                  <a:lnTo>
                    <a:pt x="402090" y="65995"/>
                  </a:lnTo>
                  <a:lnTo>
                    <a:pt x="403535" y="64824"/>
                  </a:lnTo>
                  <a:lnTo>
                    <a:pt x="405412" y="63308"/>
                  </a:lnTo>
                  <a:lnTo>
                    <a:pt x="405327" y="62698"/>
                  </a:lnTo>
                  <a:lnTo>
                    <a:pt x="406334" y="59766"/>
                  </a:lnTo>
                  <a:lnTo>
                    <a:pt x="403395" y="56277"/>
                  </a:lnTo>
                  <a:lnTo>
                    <a:pt x="402930" y="55725"/>
                  </a:lnTo>
                  <a:lnTo>
                    <a:pt x="400809" y="53207"/>
                  </a:lnTo>
                  <a:lnTo>
                    <a:pt x="393195" y="44174"/>
                  </a:lnTo>
                  <a:lnTo>
                    <a:pt x="393071" y="44023"/>
                  </a:lnTo>
                  <a:lnTo>
                    <a:pt x="392820" y="43723"/>
                  </a:lnTo>
                  <a:lnTo>
                    <a:pt x="392567" y="43426"/>
                  </a:lnTo>
                  <a:lnTo>
                    <a:pt x="392440" y="43277"/>
                  </a:lnTo>
                  <a:lnTo>
                    <a:pt x="392312" y="43130"/>
                  </a:lnTo>
                  <a:lnTo>
                    <a:pt x="392054" y="42836"/>
                  </a:lnTo>
                  <a:lnTo>
                    <a:pt x="391924" y="42690"/>
                  </a:lnTo>
                  <a:lnTo>
                    <a:pt x="391794" y="42544"/>
                  </a:lnTo>
                  <a:lnTo>
                    <a:pt x="391663" y="42399"/>
                  </a:lnTo>
                  <a:lnTo>
                    <a:pt x="391532" y="42255"/>
                  </a:lnTo>
                  <a:lnTo>
                    <a:pt x="391400" y="42111"/>
                  </a:lnTo>
                  <a:lnTo>
                    <a:pt x="391134" y="41824"/>
                  </a:lnTo>
                  <a:lnTo>
                    <a:pt x="391000" y="41682"/>
                  </a:lnTo>
                  <a:lnTo>
                    <a:pt x="390866" y="41540"/>
                  </a:lnTo>
                  <a:lnTo>
                    <a:pt x="390731" y="41399"/>
                  </a:lnTo>
                  <a:lnTo>
                    <a:pt x="390596" y="41258"/>
                  </a:lnTo>
                  <a:lnTo>
                    <a:pt x="390460" y="41117"/>
                  </a:lnTo>
                  <a:lnTo>
                    <a:pt x="390323" y="40978"/>
                  </a:lnTo>
                  <a:lnTo>
                    <a:pt x="390186" y="40838"/>
                  </a:lnTo>
                  <a:lnTo>
                    <a:pt x="390049" y="40700"/>
                  </a:lnTo>
                  <a:lnTo>
                    <a:pt x="389911" y="40561"/>
                  </a:lnTo>
                  <a:lnTo>
                    <a:pt x="389772" y="40424"/>
                  </a:lnTo>
                  <a:lnTo>
                    <a:pt x="389633" y="40287"/>
                  </a:lnTo>
                  <a:lnTo>
                    <a:pt x="389493" y="40150"/>
                  </a:lnTo>
                  <a:lnTo>
                    <a:pt x="389353" y="40015"/>
                  </a:lnTo>
                  <a:lnTo>
                    <a:pt x="389212" y="39879"/>
                  </a:lnTo>
                  <a:lnTo>
                    <a:pt x="389071" y="39745"/>
                  </a:lnTo>
                  <a:lnTo>
                    <a:pt x="388929" y="39610"/>
                  </a:lnTo>
                  <a:lnTo>
                    <a:pt x="388643" y="39343"/>
                  </a:lnTo>
                  <a:lnTo>
                    <a:pt x="388500" y="39211"/>
                  </a:lnTo>
                  <a:lnTo>
                    <a:pt x="388356" y="39079"/>
                  </a:lnTo>
                  <a:lnTo>
                    <a:pt x="388211" y="38948"/>
                  </a:lnTo>
                  <a:lnTo>
                    <a:pt x="388066" y="38817"/>
                  </a:lnTo>
                  <a:lnTo>
                    <a:pt x="387921" y="38687"/>
                  </a:lnTo>
                  <a:lnTo>
                    <a:pt x="387775" y="38557"/>
                  </a:lnTo>
                  <a:lnTo>
                    <a:pt x="387333" y="38171"/>
                  </a:lnTo>
                  <a:lnTo>
                    <a:pt x="387185" y="38044"/>
                  </a:lnTo>
                  <a:lnTo>
                    <a:pt x="387037" y="37917"/>
                  </a:lnTo>
                  <a:lnTo>
                    <a:pt x="386888" y="37791"/>
                  </a:lnTo>
                  <a:lnTo>
                    <a:pt x="386738" y="37666"/>
                  </a:lnTo>
                  <a:lnTo>
                    <a:pt x="386588" y="37541"/>
                  </a:lnTo>
                  <a:lnTo>
                    <a:pt x="386438" y="37416"/>
                  </a:lnTo>
                  <a:lnTo>
                    <a:pt x="386286" y="37293"/>
                  </a:lnTo>
                  <a:lnTo>
                    <a:pt x="386135" y="37169"/>
                  </a:lnTo>
                  <a:lnTo>
                    <a:pt x="385983" y="37047"/>
                  </a:lnTo>
                  <a:lnTo>
                    <a:pt x="385808" y="36907"/>
                  </a:lnTo>
                  <a:lnTo>
                    <a:pt x="385677" y="36804"/>
                  </a:lnTo>
                  <a:lnTo>
                    <a:pt x="385524" y="36683"/>
                  </a:lnTo>
                  <a:lnTo>
                    <a:pt x="385370" y="36563"/>
                  </a:lnTo>
                  <a:lnTo>
                    <a:pt x="385216" y="36443"/>
                  </a:lnTo>
                  <a:lnTo>
                    <a:pt x="385061" y="36325"/>
                  </a:lnTo>
                  <a:lnTo>
                    <a:pt x="384905" y="36206"/>
                  </a:lnTo>
                  <a:lnTo>
                    <a:pt x="384749" y="36088"/>
                  </a:lnTo>
                  <a:lnTo>
                    <a:pt x="384593" y="35972"/>
                  </a:lnTo>
                  <a:lnTo>
                    <a:pt x="384436" y="35855"/>
                  </a:lnTo>
                  <a:lnTo>
                    <a:pt x="379377" y="32022"/>
                  </a:lnTo>
                  <a:lnTo>
                    <a:pt x="378815" y="31526"/>
                  </a:lnTo>
                  <a:lnTo>
                    <a:pt x="378353" y="28312"/>
                  </a:lnTo>
                  <a:lnTo>
                    <a:pt x="377455" y="27518"/>
                  </a:lnTo>
                  <a:lnTo>
                    <a:pt x="372637" y="23790"/>
                  </a:lnTo>
                  <a:lnTo>
                    <a:pt x="368764" y="20792"/>
                  </a:lnTo>
                  <a:lnTo>
                    <a:pt x="365819" y="18638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20"/>
            <p:cNvSpPr/>
            <p:nvPr/>
          </p:nvSpPr>
          <p:spPr>
            <a:xfrm>
              <a:off x="3966054" y="3253261"/>
              <a:ext cx="349116" cy="270138"/>
            </a:xfrm>
            <a:custGeom>
              <a:avLst/>
              <a:gdLst/>
              <a:ahLst/>
              <a:cxnLst/>
              <a:rect l="0" t="0" r="0" b="0"/>
              <a:pathLst>
                <a:path w="349116" h="270138">
                  <a:moveTo>
                    <a:pt x="21979" y="0"/>
                  </a:moveTo>
                  <a:lnTo>
                    <a:pt x="21094" y="1801"/>
                  </a:lnTo>
                  <a:lnTo>
                    <a:pt x="20913" y="2282"/>
                  </a:lnTo>
                  <a:lnTo>
                    <a:pt x="20385" y="3500"/>
                  </a:lnTo>
                  <a:lnTo>
                    <a:pt x="19465" y="3101"/>
                  </a:lnTo>
                  <a:lnTo>
                    <a:pt x="16253" y="10537"/>
                  </a:lnTo>
                  <a:lnTo>
                    <a:pt x="16593" y="10686"/>
                  </a:lnTo>
                  <a:lnTo>
                    <a:pt x="10359" y="25118"/>
                  </a:lnTo>
                  <a:lnTo>
                    <a:pt x="9037" y="28179"/>
                  </a:lnTo>
                  <a:lnTo>
                    <a:pt x="8784" y="28068"/>
                  </a:lnTo>
                  <a:lnTo>
                    <a:pt x="8559" y="28158"/>
                  </a:lnTo>
                  <a:lnTo>
                    <a:pt x="7187" y="31334"/>
                  </a:lnTo>
                  <a:lnTo>
                    <a:pt x="8121" y="31739"/>
                  </a:lnTo>
                  <a:lnTo>
                    <a:pt x="6360" y="35710"/>
                  </a:lnTo>
                  <a:lnTo>
                    <a:pt x="4242" y="40592"/>
                  </a:lnTo>
                  <a:lnTo>
                    <a:pt x="4164" y="40782"/>
                  </a:lnTo>
                  <a:lnTo>
                    <a:pt x="4086" y="40974"/>
                  </a:lnTo>
                  <a:lnTo>
                    <a:pt x="4010" y="41165"/>
                  </a:lnTo>
                  <a:lnTo>
                    <a:pt x="3858" y="41549"/>
                  </a:lnTo>
                  <a:lnTo>
                    <a:pt x="3710" y="41933"/>
                  </a:lnTo>
                  <a:lnTo>
                    <a:pt x="3636" y="42126"/>
                  </a:lnTo>
                  <a:lnTo>
                    <a:pt x="3564" y="42319"/>
                  </a:lnTo>
                  <a:lnTo>
                    <a:pt x="3492" y="42513"/>
                  </a:lnTo>
                  <a:lnTo>
                    <a:pt x="3421" y="42706"/>
                  </a:lnTo>
                  <a:lnTo>
                    <a:pt x="3350" y="42900"/>
                  </a:lnTo>
                  <a:lnTo>
                    <a:pt x="3280" y="43094"/>
                  </a:lnTo>
                  <a:lnTo>
                    <a:pt x="3211" y="43289"/>
                  </a:lnTo>
                  <a:lnTo>
                    <a:pt x="3075" y="43678"/>
                  </a:lnTo>
                  <a:lnTo>
                    <a:pt x="3008" y="43873"/>
                  </a:lnTo>
                  <a:lnTo>
                    <a:pt x="2942" y="44069"/>
                  </a:lnTo>
                  <a:lnTo>
                    <a:pt x="2812" y="44460"/>
                  </a:lnTo>
                  <a:lnTo>
                    <a:pt x="2747" y="44656"/>
                  </a:lnTo>
                  <a:lnTo>
                    <a:pt x="2684" y="44852"/>
                  </a:lnTo>
                  <a:lnTo>
                    <a:pt x="2622" y="45049"/>
                  </a:lnTo>
                  <a:lnTo>
                    <a:pt x="2560" y="45246"/>
                  </a:lnTo>
                  <a:lnTo>
                    <a:pt x="2498" y="45443"/>
                  </a:lnTo>
                  <a:lnTo>
                    <a:pt x="2438" y="45640"/>
                  </a:lnTo>
                  <a:lnTo>
                    <a:pt x="2378" y="45837"/>
                  </a:lnTo>
                  <a:lnTo>
                    <a:pt x="2319" y="46035"/>
                  </a:lnTo>
                  <a:lnTo>
                    <a:pt x="2203" y="46431"/>
                  </a:lnTo>
                  <a:lnTo>
                    <a:pt x="2146" y="46629"/>
                  </a:lnTo>
                  <a:lnTo>
                    <a:pt x="2089" y="46827"/>
                  </a:lnTo>
                  <a:lnTo>
                    <a:pt x="2034" y="47026"/>
                  </a:lnTo>
                  <a:lnTo>
                    <a:pt x="1979" y="47225"/>
                  </a:lnTo>
                  <a:lnTo>
                    <a:pt x="1925" y="47424"/>
                  </a:lnTo>
                  <a:lnTo>
                    <a:pt x="1872" y="47623"/>
                  </a:lnTo>
                  <a:lnTo>
                    <a:pt x="1819" y="47823"/>
                  </a:lnTo>
                  <a:lnTo>
                    <a:pt x="1716" y="48222"/>
                  </a:lnTo>
                  <a:lnTo>
                    <a:pt x="1666" y="48422"/>
                  </a:lnTo>
                  <a:lnTo>
                    <a:pt x="1616" y="48623"/>
                  </a:lnTo>
                  <a:lnTo>
                    <a:pt x="1567" y="48823"/>
                  </a:lnTo>
                  <a:lnTo>
                    <a:pt x="1519" y="49024"/>
                  </a:lnTo>
                  <a:lnTo>
                    <a:pt x="1437" y="49222"/>
                  </a:lnTo>
                  <a:lnTo>
                    <a:pt x="1425" y="49414"/>
                  </a:lnTo>
                  <a:lnTo>
                    <a:pt x="714" y="52949"/>
                  </a:lnTo>
                  <a:lnTo>
                    <a:pt x="714" y="53140"/>
                  </a:lnTo>
                  <a:lnTo>
                    <a:pt x="651" y="53558"/>
                  </a:lnTo>
                  <a:lnTo>
                    <a:pt x="621" y="53766"/>
                  </a:lnTo>
                  <a:lnTo>
                    <a:pt x="591" y="53975"/>
                  </a:lnTo>
                  <a:lnTo>
                    <a:pt x="562" y="54184"/>
                  </a:lnTo>
                  <a:lnTo>
                    <a:pt x="534" y="54394"/>
                  </a:lnTo>
                  <a:lnTo>
                    <a:pt x="506" y="54603"/>
                  </a:lnTo>
                  <a:lnTo>
                    <a:pt x="479" y="54812"/>
                  </a:lnTo>
                  <a:lnTo>
                    <a:pt x="453" y="55022"/>
                  </a:lnTo>
                  <a:lnTo>
                    <a:pt x="428" y="55231"/>
                  </a:lnTo>
                  <a:lnTo>
                    <a:pt x="404" y="55441"/>
                  </a:lnTo>
                  <a:lnTo>
                    <a:pt x="380" y="55650"/>
                  </a:lnTo>
                  <a:lnTo>
                    <a:pt x="357" y="55860"/>
                  </a:lnTo>
                  <a:lnTo>
                    <a:pt x="334" y="56070"/>
                  </a:lnTo>
                  <a:lnTo>
                    <a:pt x="313" y="56280"/>
                  </a:lnTo>
                  <a:lnTo>
                    <a:pt x="292" y="56490"/>
                  </a:lnTo>
                  <a:lnTo>
                    <a:pt x="272" y="56700"/>
                  </a:lnTo>
                  <a:lnTo>
                    <a:pt x="253" y="56911"/>
                  </a:lnTo>
                  <a:lnTo>
                    <a:pt x="199" y="57541"/>
                  </a:lnTo>
                  <a:lnTo>
                    <a:pt x="181" y="57788"/>
                  </a:lnTo>
                  <a:lnTo>
                    <a:pt x="168" y="57963"/>
                  </a:lnTo>
                  <a:lnTo>
                    <a:pt x="153" y="58173"/>
                  </a:lnTo>
                  <a:lnTo>
                    <a:pt x="139" y="58384"/>
                  </a:lnTo>
                  <a:lnTo>
                    <a:pt x="126" y="58594"/>
                  </a:lnTo>
                  <a:lnTo>
                    <a:pt x="113" y="58805"/>
                  </a:lnTo>
                  <a:lnTo>
                    <a:pt x="101" y="59016"/>
                  </a:lnTo>
                  <a:lnTo>
                    <a:pt x="90" y="59226"/>
                  </a:lnTo>
                  <a:lnTo>
                    <a:pt x="80" y="59437"/>
                  </a:lnTo>
                  <a:lnTo>
                    <a:pt x="70" y="59656"/>
                  </a:lnTo>
                  <a:lnTo>
                    <a:pt x="53" y="60070"/>
                  </a:lnTo>
                  <a:lnTo>
                    <a:pt x="46" y="60281"/>
                  </a:lnTo>
                  <a:lnTo>
                    <a:pt x="40" y="60492"/>
                  </a:lnTo>
                  <a:lnTo>
                    <a:pt x="34" y="60703"/>
                  </a:lnTo>
                  <a:lnTo>
                    <a:pt x="29" y="60914"/>
                  </a:lnTo>
                  <a:lnTo>
                    <a:pt x="25" y="61125"/>
                  </a:lnTo>
                  <a:lnTo>
                    <a:pt x="21" y="61336"/>
                  </a:lnTo>
                  <a:lnTo>
                    <a:pt x="18" y="61547"/>
                  </a:lnTo>
                  <a:lnTo>
                    <a:pt x="16" y="61758"/>
                  </a:lnTo>
                  <a:lnTo>
                    <a:pt x="15" y="61969"/>
                  </a:lnTo>
                  <a:lnTo>
                    <a:pt x="15" y="62180"/>
                  </a:lnTo>
                  <a:lnTo>
                    <a:pt x="15" y="62391"/>
                  </a:lnTo>
                  <a:lnTo>
                    <a:pt x="16" y="62602"/>
                  </a:lnTo>
                  <a:lnTo>
                    <a:pt x="18" y="62813"/>
                  </a:lnTo>
                  <a:lnTo>
                    <a:pt x="20" y="63024"/>
                  </a:lnTo>
                  <a:lnTo>
                    <a:pt x="23" y="63236"/>
                  </a:lnTo>
                  <a:lnTo>
                    <a:pt x="27" y="63447"/>
                  </a:lnTo>
                  <a:lnTo>
                    <a:pt x="32" y="63658"/>
                  </a:lnTo>
                  <a:lnTo>
                    <a:pt x="0" y="63871"/>
                  </a:lnTo>
                  <a:lnTo>
                    <a:pt x="9" y="64062"/>
                  </a:lnTo>
                  <a:lnTo>
                    <a:pt x="186" y="67570"/>
                  </a:lnTo>
                  <a:lnTo>
                    <a:pt x="240" y="67760"/>
                  </a:lnTo>
                  <a:lnTo>
                    <a:pt x="1086" y="82283"/>
                  </a:lnTo>
                  <a:lnTo>
                    <a:pt x="1611" y="91335"/>
                  </a:lnTo>
                  <a:lnTo>
                    <a:pt x="1623" y="91526"/>
                  </a:lnTo>
                  <a:lnTo>
                    <a:pt x="1743" y="93404"/>
                  </a:lnTo>
                  <a:lnTo>
                    <a:pt x="1819" y="95748"/>
                  </a:lnTo>
                  <a:lnTo>
                    <a:pt x="1943" y="98618"/>
                  </a:lnTo>
                  <a:lnTo>
                    <a:pt x="2149" y="101796"/>
                  </a:lnTo>
                  <a:lnTo>
                    <a:pt x="2006" y="101805"/>
                  </a:lnTo>
                  <a:lnTo>
                    <a:pt x="2210" y="104951"/>
                  </a:lnTo>
                  <a:lnTo>
                    <a:pt x="2246" y="105505"/>
                  </a:lnTo>
                  <a:lnTo>
                    <a:pt x="3235" y="120719"/>
                  </a:lnTo>
                  <a:lnTo>
                    <a:pt x="3446" y="124178"/>
                  </a:lnTo>
                  <a:lnTo>
                    <a:pt x="3458" y="124363"/>
                  </a:lnTo>
                  <a:lnTo>
                    <a:pt x="3597" y="124354"/>
                  </a:lnTo>
                  <a:lnTo>
                    <a:pt x="3623" y="124738"/>
                  </a:lnTo>
                  <a:lnTo>
                    <a:pt x="3667" y="125409"/>
                  </a:lnTo>
                  <a:lnTo>
                    <a:pt x="3808" y="125402"/>
                  </a:lnTo>
                  <a:lnTo>
                    <a:pt x="3982" y="127325"/>
                  </a:lnTo>
                  <a:lnTo>
                    <a:pt x="4109" y="129155"/>
                  </a:lnTo>
                  <a:lnTo>
                    <a:pt x="3742" y="129180"/>
                  </a:lnTo>
                  <a:lnTo>
                    <a:pt x="3479" y="129199"/>
                  </a:lnTo>
                  <a:lnTo>
                    <a:pt x="3721" y="132937"/>
                  </a:lnTo>
                  <a:lnTo>
                    <a:pt x="5272" y="147413"/>
                  </a:lnTo>
                  <a:lnTo>
                    <a:pt x="5978" y="150690"/>
                  </a:lnTo>
                  <a:lnTo>
                    <a:pt x="8835" y="163945"/>
                  </a:lnTo>
                  <a:lnTo>
                    <a:pt x="9042" y="164910"/>
                  </a:lnTo>
                  <a:lnTo>
                    <a:pt x="9199" y="165637"/>
                  </a:lnTo>
                  <a:lnTo>
                    <a:pt x="9542" y="167228"/>
                  </a:lnTo>
                  <a:lnTo>
                    <a:pt x="9925" y="169004"/>
                  </a:lnTo>
                  <a:lnTo>
                    <a:pt x="10271" y="170729"/>
                  </a:lnTo>
                  <a:lnTo>
                    <a:pt x="14622" y="187973"/>
                  </a:lnTo>
                  <a:lnTo>
                    <a:pt x="14875" y="187910"/>
                  </a:lnTo>
                  <a:lnTo>
                    <a:pt x="15479" y="190239"/>
                  </a:lnTo>
                  <a:lnTo>
                    <a:pt x="15155" y="190346"/>
                  </a:lnTo>
                  <a:lnTo>
                    <a:pt x="15839" y="192916"/>
                  </a:lnTo>
                  <a:lnTo>
                    <a:pt x="19156" y="206082"/>
                  </a:lnTo>
                  <a:lnTo>
                    <a:pt x="21700" y="216149"/>
                  </a:lnTo>
                  <a:lnTo>
                    <a:pt x="21887" y="216916"/>
                  </a:lnTo>
                  <a:lnTo>
                    <a:pt x="23011" y="221379"/>
                  </a:lnTo>
                  <a:lnTo>
                    <a:pt x="23178" y="222054"/>
                  </a:lnTo>
                  <a:lnTo>
                    <a:pt x="23828" y="224633"/>
                  </a:lnTo>
                  <a:lnTo>
                    <a:pt x="23782" y="227799"/>
                  </a:lnTo>
                  <a:lnTo>
                    <a:pt x="23785" y="227958"/>
                  </a:lnTo>
                  <a:lnTo>
                    <a:pt x="23787" y="228116"/>
                  </a:lnTo>
                  <a:lnTo>
                    <a:pt x="23791" y="228275"/>
                  </a:lnTo>
                  <a:lnTo>
                    <a:pt x="23796" y="228433"/>
                  </a:lnTo>
                  <a:lnTo>
                    <a:pt x="23801" y="228592"/>
                  </a:lnTo>
                  <a:lnTo>
                    <a:pt x="23807" y="228750"/>
                  </a:lnTo>
                  <a:lnTo>
                    <a:pt x="23813" y="228908"/>
                  </a:lnTo>
                  <a:lnTo>
                    <a:pt x="23821" y="229067"/>
                  </a:lnTo>
                  <a:lnTo>
                    <a:pt x="23829" y="229225"/>
                  </a:lnTo>
                  <a:lnTo>
                    <a:pt x="23838" y="229383"/>
                  </a:lnTo>
                  <a:lnTo>
                    <a:pt x="23847" y="229542"/>
                  </a:lnTo>
                  <a:lnTo>
                    <a:pt x="23857" y="229700"/>
                  </a:lnTo>
                  <a:lnTo>
                    <a:pt x="23869" y="229858"/>
                  </a:lnTo>
                  <a:lnTo>
                    <a:pt x="23880" y="230016"/>
                  </a:lnTo>
                  <a:lnTo>
                    <a:pt x="23893" y="230174"/>
                  </a:lnTo>
                  <a:lnTo>
                    <a:pt x="23906" y="230332"/>
                  </a:lnTo>
                  <a:lnTo>
                    <a:pt x="23920" y="230490"/>
                  </a:lnTo>
                  <a:lnTo>
                    <a:pt x="23935" y="230648"/>
                  </a:lnTo>
                  <a:lnTo>
                    <a:pt x="23951" y="230806"/>
                  </a:lnTo>
                  <a:lnTo>
                    <a:pt x="23967" y="230963"/>
                  </a:lnTo>
                  <a:lnTo>
                    <a:pt x="23984" y="231121"/>
                  </a:lnTo>
                  <a:lnTo>
                    <a:pt x="24001" y="231278"/>
                  </a:lnTo>
                  <a:lnTo>
                    <a:pt x="24020" y="231436"/>
                  </a:lnTo>
                  <a:lnTo>
                    <a:pt x="24039" y="231593"/>
                  </a:lnTo>
                  <a:lnTo>
                    <a:pt x="24059" y="231751"/>
                  </a:lnTo>
                  <a:lnTo>
                    <a:pt x="24080" y="231908"/>
                  </a:lnTo>
                  <a:lnTo>
                    <a:pt x="24101" y="232065"/>
                  </a:lnTo>
                  <a:lnTo>
                    <a:pt x="24123" y="232222"/>
                  </a:lnTo>
                  <a:lnTo>
                    <a:pt x="24146" y="232379"/>
                  </a:lnTo>
                  <a:lnTo>
                    <a:pt x="24761" y="235103"/>
                  </a:lnTo>
                  <a:lnTo>
                    <a:pt x="25403" y="237625"/>
                  </a:lnTo>
                  <a:lnTo>
                    <a:pt x="25657" y="238591"/>
                  </a:lnTo>
                  <a:lnTo>
                    <a:pt x="27212" y="243233"/>
                  </a:lnTo>
                  <a:lnTo>
                    <a:pt x="29702" y="253101"/>
                  </a:lnTo>
                  <a:lnTo>
                    <a:pt x="29950" y="254150"/>
                  </a:lnTo>
                  <a:lnTo>
                    <a:pt x="30123" y="255411"/>
                  </a:lnTo>
                  <a:lnTo>
                    <a:pt x="30166" y="256585"/>
                  </a:lnTo>
                  <a:lnTo>
                    <a:pt x="30206" y="257329"/>
                  </a:lnTo>
                  <a:lnTo>
                    <a:pt x="30406" y="258275"/>
                  </a:lnTo>
                  <a:lnTo>
                    <a:pt x="30654" y="259379"/>
                  </a:lnTo>
                  <a:lnTo>
                    <a:pt x="30843" y="260151"/>
                  </a:lnTo>
                  <a:lnTo>
                    <a:pt x="33117" y="269130"/>
                  </a:lnTo>
                  <a:lnTo>
                    <a:pt x="33373" y="270138"/>
                  </a:lnTo>
                  <a:lnTo>
                    <a:pt x="34130" y="269752"/>
                  </a:lnTo>
                  <a:lnTo>
                    <a:pt x="34909" y="269411"/>
                  </a:lnTo>
                  <a:lnTo>
                    <a:pt x="35823" y="269077"/>
                  </a:lnTo>
                  <a:lnTo>
                    <a:pt x="36259" y="268939"/>
                  </a:lnTo>
                  <a:lnTo>
                    <a:pt x="36820" y="268784"/>
                  </a:lnTo>
                  <a:lnTo>
                    <a:pt x="37265" y="268681"/>
                  </a:lnTo>
                  <a:lnTo>
                    <a:pt x="37508" y="268632"/>
                  </a:lnTo>
                  <a:lnTo>
                    <a:pt x="38526" y="268467"/>
                  </a:lnTo>
                  <a:lnTo>
                    <a:pt x="39677" y="268370"/>
                  </a:lnTo>
                  <a:lnTo>
                    <a:pt x="40709" y="268363"/>
                  </a:lnTo>
                  <a:lnTo>
                    <a:pt x="40956" y="268372"/>
                  </a:lnTo>
                  <a:lnTo>
                    <a:pt x="41178" y="268390"/>
                  </a:lnTo>
                  <a:lnTo>
                    <a:pt x="41425" y="268389"/>
                  </a:lnTo>
                  <a:lnTo>
                    <a:pt x="44558" y="268117"/>
                  </a:lnTo>
                  <a:lnTo>
                    <a:pt x="45070" y="268071"/>
                  </a:lnTo>
                  <a:lnTo>
                    <a:pt x="66049" y="262031"/>
                  </a:lnTo>
                  <a:lnTo>
                    <a:pt x="70529" y="260712"/>
                  </a:lnTo>
                  <a:lnTo>
                    <a:pt x="104104" y="252210"/>
                  </a:lnTo>
                  <a:lnTo>
                    <a:pt x="133642" y="242462"/>
                  </a:lnTo>
                  <a:lnTo>
                    <a:pt x="148916" y="237334"/>
                  </a:lnTo>
                  <a:lnTo>
                    <a:pt x="164758" y="230392"/>
                  </a:lnTo>
                  <a:lnTo>
                    <a:pt x="186507" y="219000"/>
                  </a:lnTo>
                  <a:lnTo>
                    <a:pt x="190742" y="216340"/>
                  </a:lnTo>
                  <a:lnTo>
                    <a:pt x="206321" y="206549"/>
                  </a:lnTo>
                  <a:lnTo>
                    <a:pt x="226980" y="195251"/>
                  </a:lnTo>
                  <a:lnTo>
                    <a:pt x="236059" y="190353"/>
                  </a:lnTo>
                  <a:lnTo>
                    <a:pt x="266048" y="176746"/>
                  </a:lnTo>
                  <a:lnTo>
                    <a:pt x="289857" y="168261"/>
                  </a:lnTo>
                  <a:lnTo>
                    <a:pt x="299512" y="164821"/>
                  </a:lnTo>
                  <a:lnTo>
                    <a:pt x="310605" y="161363"/>
                  </a:lnTo>
                  <a:lnTo>
                    <a:pt x="310794" y="161306"/>
                  </a:lnTo>
                  <a:lnTo>
                    <a:pt x="310983" y="161249"/>
                  </a:lnTo>
                  <a:lnTo>
                    <a:pt x="311224" y="161174"/>
                  </a:lnTo>
                  <a:lnTo>
                    <a:pt x="311360" y="161131"/>
                  </a:lnTo>
                  <a:lnTo>
                    <a:pt x="311548" y="161071"/>
                  </a:lnTo>
                  <a:lnTo>
                    <a:pt x="311909" y="160954"/>
                  </a:lnTo>
                  <a:lnTo>
                    <a:pt x="312089" y="160894"/>
                  </a:lnTo>
                  <a:lnTo>
                    <a:pt x="312269" y="160834"/>
                  </a:lnTo>
                  <a:lnTo>
                    <a:pt x="312448" y="160773"/>
                  </a:lnTo>
                  <a:lnTo>
                    <a:pt x="312628" y="160711"/>
                  </a:lnTo>
                  <a:lnTo>
                    <a:pt x="312807" y="160648"/>
                  </a:lnTo>
                  <a:lnTo>
                    <a:pt x="312985" y="160585"/>
                  </a:lnTo>
                  <a:lnTo>
                    <a:pt x="313164" y="160521"/>
                  </a:lnTo>
                  <a:lnTo>
                    <a:pt x="313374" y="160444"/>
                  </a:lnTo>
                  <a:lnTo>
                    <a:pt x="313520" y="160390"/>
                  </a:lnTo>
                  <a:lnTo>
                    <a:pt x="313698" y="160324"/>
                  </a:lnTo>
                  <a:lnTo>
                    <a:pt x="313875" y="160257"/>
                  </a:lnTo>
                  <a:lnTo>
                    <a:pt x="314068" y="160183"/>
                  </a:lnTo>
                  <a:lnTo>
                    <a:pt x="314258" y="160110"/>
                  </a:lnTo>
                  <a:lnTo>
                    <a:pt x="314406" y="160052"/>
                  </a:lnTo>
                  <a:lnTo>
                    <a:pt x="314582" y="159982"/>
                  </a:lnTo>
                  <a:lnTo>
                    <a:pt x="314758" y="159912"/>
                  </a:lnTo>
                  <a:lnTo>
                    <a:pt x="314934" y="159840"/>
                  </a:lnTo>
                  <a:lnTo>
                    <a:pt x="315285" y="159696"/>
                  </a:lnTo>
                  <a:lnTo>
                    <a:pt x="315459" y="159622"/>
                  </a:lnTo>
                  <a:lnTo>
                    <a:pt x="315634" y="159548"/>
                  </a:lnTo>
                  <a:lnTo>
                    <a:pt x="315982" y="159398"/>
                  </a:lnTo>
                  <a:lnTo>
                    <a:pt x="316156" y="159321"/>
                  </a:lnTo>
                  <a:lnTo>
                    <a:pt x="316329" y="159244"/>
                  </a:lnTo>
                  <a:lnTo>
                    <a:pt x="316502" y="159167"/>
                  </a:lnTo>
                  <a:lnTo>
                    <a:pt x="316675" y="159088"/>
                  </a:lnTo>
                  <a:lnTo>
                    <a:pt x="316848" y="159009"/>
                  </a:lnTo>
                  <a:lnTo>
                    <a:pt x="317020" y="158930"/>
                  </a:lnTo>
                  <a:lnTo>
                    <a:pt x="317192" y="158849"/>
                  </a:lnTo>
                  <a:lnTo>
                    <a:pt x="317363" y="158768"/>
                  </a:lnTo>
                  <a:lnTo>
                    <a:pt x="317534" y="158686"/>
                  </a:lnTo>
                  <a:lnTo>
                    <a:pt x="317705" y="158604"/>
                  </a:lnTo>
                  <a:lnTo>
                    <a:pt x="318045" y="158437"/>
                  </a:lnTo>
                  <a:lnTo>
                    <a:pt x="318215" y="158352"/>
                  </a:lnTo>
                  <a:lnTo>
                    <a:pt x="318554" y="158181"/>
                  </a:lnTo>
                  <a:lnTo>
                    <a:pt x="318723" y="158094"/>
                  </a:lnTo>
                  <a:lnTo>
                    <a:pt x="318891" y="158007"/>
                  </a:lnTo>
                  <a:lnTo>
                    <a:pt x="319059" y="157919"/>
                  </a:lnTo>
                  <a:lnTo>
                    <a:pt x="319227" y="157830"/>
                  </a:lnTo>
                  <a:lnTo>
                    <a:pt x="319561" y="157650"/>
                  </a:lnTo>
                  <a:lnTo>
                    <a:pt x="319728" y="157560"/>
                  </a:lnTo>
                  <a:lnTo>
                    <a:pt x="319894" y="157468"/>
                  </a:lnTo>
                  <a:lnTo>
                    <a:pt x="320060" y="157376"/>
                  </a:lnTo>
                  <a:lnTo>
                    <a:pt x="320222" y="157285"/>
                  </a:lnTo>
                  <a:lnTo>
                    <a:pt x="320544" y="157102"/>
                  </a:lnTo>
                  <a:lnTo>
                    <a:pt x="322135" y="156157"/>
                  </a:lnTo>
                  <a:lnTo>
                    <a:pt x="322453" y="155958"/>
                  </a:lnTo>
                  <a:lnTo>
                    <a:pt x="322611" y="155857"/>
                  </a:lnTo>
                  <a:lnTo>
                    <a:pt x="322927" y="155654"/>
                  </a:lnTo>
                  <a:lnTo>
                    <a:pt x="323084" y="155552"/>
                  </a:lnTo>
                  <a:lnTo>
                    <a:pt x="323241" y="155449"/>
                  </a:lnTo>
                  <a:lnTo>
                    <a:pt x="323397" y="155345"/>
                  </a:lnTo>
                  <a:lnTo>
                    <a:pt x="323553" y="155240"/>
                  </a:lnTo>
                  <a:lnTo>
                    <a:pt x="323709" y="155135"/>
                  </a:lnTo>
                  <a:lnTo>
                    <a:pt x="324019" y="154923"/>
                  </a:lnTo>
                  <a:lnTo>
                    <a:pt x="324198" y="154799"/>
                  </a:lnTo>
                  <a:lnTo>
                    <a:pt x="324327" y="154709"/>
                  </a:lnTo>
                  <a:lnTo>
                    <a:pt x="324480" y="154601"/>
                  </a:lnTo>
                  <a:lnTo>
                    <a:pt x="324633" y="154492"/>
                  </a:lnTo>
                  <a:lnTo>
                    <a:pt x="324786" y="154383"/>
                  </a:lnTo>
                  <a:lnTo>
                    <a:pt x="324938" y="154273"/>
                  </a:lnTo>
                  <a:lnTo>
                    <a:pt x="325090" y="154162"/>
                  </a:lnTo>
                  <a:lnTo>
                    <a:pt x="325241" y="154051"/>
                  </a:lnTo>
                  <a:lnTo>
                    <a:pt x="325392" y="153939"/>
                  </a:lnTo>
                  <a:lnTo>
                    <a:pt x="325542" y="153827"/>
                  </a:lnTo>
                  <a:lnTo>
                    <a:pt x="325841" y="153600"/>
                  </a:lnTo>
                  <a:lnTo>
                    <a:pt x="325990" y="153486"/>
                  </a:lnTo>
                  <a:lnTo>
                    <a:pt x="326139" y="153371"/>
                  </a:lnTo>
                  <a:lnTo>
                    <a:pt x="326287" y="153256"/>
                  </a:lnTo>
                  <a:lnTo>
                    <a:pt x="326582" y="153023"/>
                  </a:lnTo>
                  <a:lnTo>
                    <a:pt x="326728" y="152906"/>
                  </a:lnTo>
                  <a:lnTo>
                    <a:pt x="326875" y="152788"/>
                  </a:lnTo>
                  <a:lnTo>
                    <a:pt x="327020" y="152670"/>
                  </a:lnTo>
                  <a:lnTo>
                    <a:pt x="327166" y="152551"/>
                  </a:lnTo>
                  <a:lnTo>
                    <a:pt x="327455" y="152311"/>
                  </a:lnTo>
                  <a:lnTo>
                    <a:pt x="327599" y="152191"/>
                  </a:lnTo>
                  <a:lnTo>
                    <a:pt x="327742" y="152070"/>
                  </a:lnTo>
                  <a:lnTo>
                    <a:pt x="327885" y="151948"/>
                  </a:lnTo>
                  <a:lnTo>
                    <a:pt x="328027" y="151825"/>
                  </a:lnTo>
                  <a:lnTo>
                    <a:pt x="328171" y="151702"/>
                  </a:lnTo>
                  <a:lnTo>
                    <a:pt x="328313" y="151579"/>
                  </a:lnTo>
                  <a:lnTo>
                    <a:pt x="328456" y="151455"/>
                  </a:lnTo>
                  <a:lnTo>
                    <a:pt x="328598" y="151330"/>
                  </a:lnTo>
                  <a:lnTo>
                    <a:pt x="328739" y="151204"/>
                  </a:lnTo>
                  <a:lnTo>
                    <a:pt x="329020" y="150952"/>
                  </a:lnTo>
                  <a:lnTo>
                    <a:pt x="329160" y="150825"/>
                  </a:lnTo>
                  <a:lnTo>
                    <a:pt x="329299" y="150697"/>
                  </a:lnTo>
                  <a:lnTo>
                    <a:pt x="329438" y="150569"/>
                  </a:lnTo>
                  <a:lnTo>
                    <a:pt x="329576" y="150440"/>
                  </a:lnTo>
                  <a:lnTo>
                    <a:pt x="329714" y="150311"/>
                  </a:lnTo>
                  <a:lnTo>
                    <a:pt x="329851" y="150181"/>
                  </a:lnTo>
                  <a:lnTo>
                    <a:pt x="329987" y="150051"/>
                  </a:lnTo>
                  <a:lnTo>
                    <a:pt x="330124" y="149920"/>
                  </a:lnTo>
                  <a:lnTo>
                    <a:pt x="330259" y="149788"/>
                  </a:lnTo>
                  <a:lnTo>
                    <a:pt x="330394" y="149656"/>
                  </a:lnTo>
                  <a:lnTo>
                    <a:pt x="330529" y="149524"/>
                  </a:lnTo>
                  <a:lnTo>
                    <a:pt x="330796" y="149257"/>
                  </a:lnTo>
                  <a:lnTo>
                    <a:pt x="330929" y="149123"/>
                  </a:lnTo>
                  <a:lnTo>
                    <a:pt x="331062" y="148988"/>
                  </a:lnTo>
                  <a:lnTo>
                    <a:pt x="331194" y="148853"/>
                  </a:lnTo>
                  <a:lnTo>
                    <a:pt x="331325" y="148717"/>
                  </a:lnTo>
                  <a:lnTo>
                    <a:pt x="331456" y="148581"/>
                  </a:lnTo>
                  <a:lnTo>
                    <a:pt x="331586" y="148444"/>
                  </a:lnTo>
                  <a:lnTo>
                    <a:pt x="331716" y="148306"/>
                  </a:lnTo>
                  <a:lnTo>
                    <a:pt x="331845" y="148168"/>
                  </a:lnTo>
                  <a:lnTo>
                    <a:pt x="331974" y="148030"/>
                  </a:lnTo>
                  <a:lnTo>
                    <a:pt x="332102" y="147891"/>
                  </a:lnTo>
                  <a:lnTo>
                    <a:pt x="332229" y="147752"/>
                  </a:lnTo>
                  <a:lnTo>
                    <a:pt x="332356" y="147612"/>
                  </a:lnTo>
                  <a:lnTo>
                    <a:pt x="332482" y="147471"/>
                  </a:lnTo>
                  <a:lnTo>
                    <a:pt x="332608" y="147330"/>
                  </a:lnTo>
                  <a:lnTo>
                    <a:pt x="332733" y="147189"/>
                  </a:lnTo>
                  <a:lnTo>
                    <a:pt x="332858" y="147047"/>
                  </a:lnTo>
                  <a:lnTo>
                    <a:pt x="333106" y="146761"/>
                  </a:lnTo>
                  <a:lnTo>
                    <a:pt x="333351" y="146474"/>
                  </a:lnTo>
                  <a:lnTo>
                    <a:pt x="333473" y="146329"/>
                  </a:lnTo>
                  <a:lnTo>
                    <a:pt x="333715" y="146039"/>
                  </a:lnTo>
                  <a:lnTo>
                    <a:pt x="333835" y="145893"/>
                  </a:lnTo>
                  <a:lnTo>
                    <a:pt x="333954" y="145746"/>
                  </a:lnTo>
                  <a:lnTo>
                    <a:pt x="334073" y="145599"/>
                  </a:lnTo>
                  <a:lnTo>
                    <a:pt x="334309" y="145304"/>
                  </a:lnTo>
                  <a:lnTo>
                    <a:pt x="334426" y="145156"/>
                  </a:lnTo>
                  <a:lnTo>
                    <a:pt x="334542" y="145007"/>
                  </a:lnTo>
                  <a:lnTo>
                    <a:pt x="334658" y="144858"/>
                  </a:lnTo>
                  <a:lnTo>
                    <a:pt x="334774" y="144708"/>
                  </a:lnTo>
                  <a:lnTo>
                    <a:pt x="334888" y="144558"/>
                  </a:lnTo>
                  <a:lnTo>
                    <a:pt x="335002" y="144407"/>
                  </a:lnTo>
                  <a:lnTo>
                    <a:pt x="343564" y="133190"/>
                  </a:lnTo>
                  <a:lnTo>
                    <a:pt x="345934" y="130082"/>
                  </a:lnTo>
                  <a:lnTo>
                    <a:pt x="349116" y="125914"/>
                  </a:lnTo>
                  <a:lnTo>
                    <a:pt x="347462" y="124069"/>
                  </a:lnTo>
                  <a:lnTo>
                    <a:pt x="346506" y="122994"/>
                  </a:lnTo>
                  <a:lnTo>
                    <a:pt x="345432" y="121787"/>
                  </a:lnTo>
                  <a:lnTo>
                    <a:pt x="344531" y="120777"/>
                  </a:lnTo>
                  <a:lnTo>
                    <a:pt x="331285" y="105938"/>
                  </a:lnTo>
                  <a:lnTo>
                    <a:pt x="318254" y="91270"/>
                  </a:lnTo>
                  <a:lnTo>
                    <a:pt x="303276" y="74405"/>
                  </a:lnTo>
                  <a:lnTo>
                    <a:pt x="302103" y="73086"/>
                  </a:lnTo>
                  <a:lnTo>
                    <a:pt x="298805" y="69362"/>
                  </a:lnTo>
                  <a:lnTo>
                    <a:pt x="296778" y="67042"/>
                  </a:lnTo>
                  <a:lnTo>
                    <a:pt x="296648" y="67126"/>
                  </a:lnTo>
                  <a:lnTo>
                    <a:pt x="294713" y="64715"/>
                  </a:lnTo>
                  <a:lnTo>
                    <a:pt x="290291" y="59713"/>
                  </a:lnTo>
                  <a:lnTo>
                    <a:pt x="290131" y="59534"/>
                  </a:lnTo>
                  <a:lnTo>
                    <a:pt x="290000" y="59385"/>
                  </a:lnTo>
                  <a:lnTo>
                    <a:pt x="289887" y="59256"/>
                  </a:lnTo>
                  <a:lnTo>
                    <a:pt x="289241" y="58528"/>
                  </a:lnTo>
                  <a:lnTo>
                    <a:pt x="289083" y="58673"/>
                  </a:lnTo>
                  <a:lnTo>
                    <a:pt x="288822" y="58453"/>
                  </a:lnTo>
                  <a:lnTo>
                    <a:pt x="288208" y="57692"/>
                  </a:lnTo>
                  <a:lnTo>
                    <a:pt x="287993" y="57447"/>
                  </a:lnTo>
                  <a:lnTo>
                    <a:pt x="288157" y="57302"/>
                  </a:lnTo>
                  <a:lnTo>
                    <a:pt x="286027" y="54961"/>
                  </a:lnTo>
                  <a:lnTo>
                    <a:pt x="285528" y="54328"/>
                  </a:lnTo>
                  <a:lnTo>
                    <a:pt x="283436" y="51962"/>
                  </a:lnTo>
                  <a:lnTo>
                    <a:pt x="283251" y="52126"/>
                  </a:lnTo>
                  <a:lnTo>
                    <a:pt x="280778" y="49330"/>
                  </a:lnTo>
                  <a:lnTo>
                    <a:pt x="280961" y="49168"/>
                  </a:lnTo>
                  <a:lnTo>
                    <a:pt x="278827" y="46829"/>
                  </a:lnTo>
                  <a:lnTo>
                    <a:pt x="278334" y="46194"/>
                  </a:lnTo>
                  <a:lnTo>
                    <a:pt x="276219" y="43809"/>
                  </a:lnTo>
                  <a:lnTo>
                    <a:pt x="276072" y="43939"/>
                  </a:lnTo>
                  <a:lnTo>
                    <a:pt x="275813" y="43717"/>
                  </a:lnTo>
                  <a:lnTo>
                    <a:pt x="275245" y="43000"/>
                  </a:lnTo>
                  <a:lnTo>
                    <a:pt x="275020" y="42748"/>
                  </a:lnTo>
                  <a:lnTo>
                    <a:pt x="275167" y="42620"/>
                  </a:lnTo>
                  <a:lnTo>
                    <a:pt x="274102" y="41417"/>
                  </a:lnTo>
                  <a:lnTo>
                    <a:pt x="272513" y="39621"/>
                  </a:lnTo>
                  <a:lnTo>
                    <a:pt x="269831" y="36590"/>
                  </a:lnTo>
                  <a:lnTo>
                    <a:pt x="268910" y="35551"/>
                  </a:lnTo>
                  <a:lnTo>
                    <a:pt x="263059" y="36766"/>
                  </a:lnTo>
                  <a:lnTo>
                    <a:pt x="262901" y="36797"/>
                  </a:lnTo>
                  <a:lnTo>
                    <a:pt x="258889" y="37596"/>
                  </a:lnTo>
                  <a:lnTo>
                    <a:pt x="215528" y="46621"/>
                  </a:lnTo>
                  <a:lnTo>
                    <a:pt x="206046" y="48196"/>
                  </a:lnTo>
                  <a:lnTo>
                    <a:pt x="175039" y="46147"/>
                  </a:lnTo>
                  <a:lnTo>
                    <a:pt x="156677" y="41612"/>
                  </a:lnTo>
                  <a:lnTo>
                    <a:pt x="103501" y="25123"/>
                  </a:lnTo>
                  <a:lnTo>
                    <a:pt x="103087" y="24995"/>
                  </a:lnTo>
                  <a:lnTo>
                    <a:pt x="32541" y="2834"/>
                  </a:lnTo>
                  <a:lnTo>
                    <a:pt x="30006" y="2038"/>
                  </a:lnTo>
                  <a:lnTo>
                    <a:pt x="25909" y="998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g21"/>
            <p:cNvSpPr/>
            <p:nvPr/>
          </p:nvSpPr>
          <p:spPr>
            <a:xfrm>
              <a:off x="3988034" y="3109015"/>
              <a:ext cx="255903" cy="192443"/>
            </a:xfrm>
            <a:custGeom>
              <a:avLst/>
              <a:gdLst/>
              <a:ahLst/>
              <a:cxnLst/>
              <a:rect l="0" t="0" r="0" b="0"/>
              <a:pathLst>
                <a:path w="255903" h="192443">
                  <a:moveTo>
                    <a:pt x="148829" y="4052"/>
                  </a:moveTo>
                  <a:lnTo>
                    <a:pt x="144333" y="3351"/>
                  </a:lnTo>
                  <a:lnTo>
                    <a:pt x="108118" y="0"/>
                  </a:lnTo>
                  <a:lnTo>
                    <a:pt x="104066" y="699"/>
                  </a:lnTo>
                  <a:lnTo>
                    <a:pt x="99586" y="1471"/>
                  </a:lnTo>
                  <a:lnTo>
                    <a:pt x="42724" y="3934"/>
                  </a:lnTo>
                  <a:lnTo>
                    <a:pt x="39341" y="4006"/>
                  </a:lnTo>
                  <a:lnTo>
                    <a:pt x="36359" y="4071"/>
                  </a:lnTo>
                  <a:lnTo>
                    <a:pt x="34465" y="4111"/>
                  </a:lnTo>
                  <a:lnTo>
                    <a:pt x="34074" y="5187"/>
                  </a:lnTo>
                  <a:lnTo>
                    <a:pt x="33675" y="5979"/>
                  </a:lnTo>
                  <a:lnTo>
                    <a:pt x="33609" y="6161"/>
                  </a:lnTo>
                  <a:lnTo>
                    <a:pt x="33469" y="6631"/>
                  </a:lnTo>
                  <a:lnTo>
                    <a:pt x="32968" y="8010"/>
                  </a:lnTo>
                  <a:lnTo>
                    <a:pt x="31561" y="11803"/>
                  </a:lnTo>
                  <a:lnTo>
                    <a:pt x="31462" y="12160"/>
                  </a:lnTo>
                  <a:lnTo>
                    <a:pt x="29695" y="17028"/>
                  </a:lnTo>
                  <a:lnTo>
                    <a:pt x="29533" y="17392"/>
                  </a:lnTo>
                  <a:lnTo>
                    <a:pt x="29430" y="17761"/>
                  </a:lnTo>
                  <a:lnTo>
                    <a:pt x="27053" y="24305"/>
                  </a:lnTo>
                  <a:lnTo>
                    <a:pt x="27058" y="24516"/>
                  </a:lnTo>
                  <a:lnTo>
                    <a:pt x="25665" y="28139"/>
                  </a:lnTo>
                  <a:lnTo>
                    <a:pt x="25598" y="28322"/>
                  </a:lnTo>
                  <a:lnTo>
                    <a:pt x="22832" y="35863"/>
                  </a:lnTo>
                  <a:lnTo>
                    <a:pt x="22737" y="36206"/>
                  </a:lnTo>
                  <a:lnTo>
                    <a:pt x="20066" y="43568"/>
                  </a:lnTo>
                  <a:lnTo>
                    <a:pt x="19997" y="43758"/>
                  </a:lnTo>
                  <a:lnTo>
                    <a:pt x="20007" y="43957"/>
                  </a:lnTo>
                  <a:lnTo>
                    <a:pt x="18554" y="47708"/>
                  </a:lnTo>
                  <a:lnTo>
                    <a:pt x="18491" y="47882"/>
                  </a:lnTo>
                  <a:lnTo>
                    <a:pt x="15517" y="56002"/>
                  </a:lnTo>
                  <a:lnTo>
                    <a:pt x="15424" y="56343"/>
                  </a:lnTo>
                  <a:lnTo>
                    <a:pt x="13098" y="62693"/>
                  </a:lnTo>
                  <a:lnTo>
                    <a:pt x="13053" y="63182"/>
                  </a:lnTo>
                  <a:lnTo>
                    <a:pt x="12187" y="65746"/>
                  </a:lnTo>
                  <a:lnTo>
                    <a:pt x="12099" y="65878"/>
                  </a:lnTo>
                  <a:lnTo>
                    <a:pt x="12052" y="66228"/>
                  </a:lnTo>
                  <a:lnTo>
                    <a:pt x="12075" y="66388"/>
                  </a:lnTo>
                  <a:lnTo>
                    <a:pt x="11507" y="68536"/>
                  </a:lnTo>
                  <a:lnTo>
                    <a:pt x="11312" y="69006"/>
                  </a:lnTo>
                  <a:lnTo>
                    <a:pt x="11230" y="69140"/>
                  </a:lnTo>
                  <a:lnTo>
                    <a:pt x="11198" y="69488"/>
                  </a:lnTo>
                  <a:lnTo>
                    <a:pt x="11228" y="69647"/>
                  </a:lnTo>
                  <a:lnTo>
                    <a:pt x="10466" y="72417"/>
                  </a:lnTo>
                  <a:lnTo>
                    <a:pt x="9963" y="72306"/>
                  </a:lnTo>
                  <a:lnTo>
                    <a:pt x="9900" y="72629"/>
                  </a:lnTo>
                  <a:lnTo>
                    <a:pt x="9869" y="72791"/>
                  </a:lnTo>
                  <a:lnTo>
                    <a:pt x="9823" y="73034"/>
                  </a:lnTo>
                  <a:lnTo>
                    <a:pt x="9778" y="73277"/>
                  </a:lnTo>
                  <a:lnTo>
                    <a:pt x="9734" y="73520"/>
                  </a:lnTo>
                  <a:lnTo>
                    <a:pt x="9690" y="73763"/>
                  </a:lnTo>
                  <a:lnTo>
                    <a:pt x="9647" y="74010"/>
                  </a:lnTo>
                  <a:lnTo>
                    <a:pt x="9604" y="74257"/>
                  </a:lnTo>
                  <a:lnTo>
                    <a:pt x="9563" y="74505"/>
                  </a:lnTo>
                  <a:lnTo>
                    <a:pt x="9522" y="74752"/>
                  </a:lnTo>
                  <a:lnTo>
                    <a:pt x="9481" y="75000"/>
                  </a:lnTo>
                  <a:lnTo>
                    <a:pt x="9442" y="75248"/>
                  </a:lnTo>
                  <a:lnTo>
                    <a:pt x="9403" y="75495"/>
                  </a:lnTo>
                  <a:lnTo>
                    <a:pt x="9365" y="75743"/>
                  </a:lnTo>
                  <a:lnTo>
                    <a:pt x="9328" y="75992"/>
                  </a:lnTo>
                  <a:lnTo>
                    <a:pt x="9292" y="76240"/>
                  </a:lnTo>
                  <a:lnTo>
                    <a:pt x="9256" y="76488"/>
                  </a:lnTo>
                  <a:lnTo>
                    <a:pt x="9222" y="76736"/>
                  </a:lnTo>
                  <a:lnTo>
                    <a:pt x="9188" y="76985"/>
                  </a:lnTo>
                  <a:lnTo>
                    <a:pt x="9155" y="77234"/>
                  </a:lnTo>
                  <a:lnTo>
                    <a:pt x="9122" y="77483"/>
                  </a:lnTo>
                  <a:lnTo>
                    <a:pt x="9090" y="77731"/>
                  </a:lnTo>
                  <a:lnTo>
                    <a:pt x="9060" y="77980"/>
                  </a:lnTo>
                  <a:lnTo>
                    <a:pt x="9030" y="78229"/>
                  </a:lnTo>
                  <a:lnTo>
                    <a:pt x="9000" y="78478"/>
                  </a:lnTo>
                  <a:lnTo>
                    <a:pt x="8972" y="78728"/>
                  </a:lnTo>
                  <a:lnTo>
                    <a:pt x="8944" y="78977"/>
                  </a:lnTo>
                  <a:lnTo>
                    <a:pt x="8070" y="79019"/>
                  </a:lnTo>
                  <a:lnTo>
                    <a:pt x="8089" y="80260"/>
                  </a:lnTo>
                  <a:lnTo>
                    <a:pt x="7833" y="82111"/>
                  </a:lnTo>
                  <a:lnTo>
                    <a:pt x="7845" y="83166"/>
                  </a:lnTo>
                  <a:lnTo>
                    <a:pt x="7686" y="85055"/>
                  </a:lnTo>
                  <a:lnTo>
                    <a:pt x="7549" y="85044"/>
                  </a:lnTo>
                  <a:lnTo>
                    <a:pt x="7509" y="85170"/>
                  </a:lnTo>
                  <a:lnTo>
                    <a:pt x="7425" y="86424"/>
                  </a:lnTo>
                  <a:lnTo>
                    <a:pt x="8260" y="86501"/>
                  </a:lnTo>
                  <a:lnTo>
                    <a:pt x="8073" y="88568"/>
                  </a:lnTo>
                  <a:lnTo>
                    <a:pt x="8563" y="88772"/>
                  </a:lnTo>
                  <a:lnTo>
                    <a:pt x="8178" y="92105"/>
                  </a:lnTo>
                  <a:lnTo>
                    <a:pt x="8170" y="92528"/>
                  </a:lnTo>
                  <a:lnTo>
                    <a:pt x="8340" y="92541"/>
                  </a:lnTo>
                  <a:lnTo>
                    <a:pt x="7699" y="99579"/>
                  </a:lnTo>
                  <a:lnTo>
                    <a:pt x="7762" y="100057"/>
                  </a:lnTo>
                  <a:lnTo>
                    <a:pt x="7291" y="104246"/>
                  </a:lnTo>
                  <a:lnTo>
                    <a:pt x="7249" y="105053"/>
                  </a:lnTo>
                  <a:lnTo>
                    <a:pt x="6687" y="111225"/>
                  </a:lnTo>
                  <a:lnTo>
                    <a:pt x="6685" y="111579"/>
                  </a:lnTo>
                  <a:lnTo>
                    <a:pt x="6090" y="118112"/>
                  </a:lnTo>
                  <a:lnTo>
                    <a:pt x="6151" y="118636"/>
                  </a:lnTo>
                  <a:lnTo>
                    <a:pt x="5760" y="121879"/>
                  </a:lnTo>
                  <a:lnTo>
                    <a:pt x="5745" y="122405"/>
                  </a:lnTo>
                  <a:lnTo>
                    <a:pt x="5717" y="122719"/>
                  </a:lnTo>
                  <a:lnTo>
                    <a:pt x="5702" y="122886"/>
                  </a:lnTo>
                  <a:lnTo>
                    <a:pt x="5680" y="123126"/>
                  </a:lnTo>
                  <a:lnTo>
                    <a:pt x="5657" y="123366"/>
                  </a:lnTo>
                  <a:lnTo>
                    <a:pt x="5633" y="123607"/>
                  </a:lnTo>
                  <a:lnTo>
                    <a:pt x="5608" y="123847"/>
                  </a:lnTo>
                  <a:lnTo>
                    <a:pt x="5583" y="124087"/>
                  </a:lnTo>
                  <a:lnTo>
                    <a:pt x="5556" y="124327"/>
                  </a:lnTo>
                  <a:lnTo>
                    <a:pt x="5530" y="124567"/>
                  </a:lnTo>
                  <a:lnTo>
                    <a:pt x="5502" y="124806"/>
                  </a:lnTo>
                  <a:lnTo>
                    <a:pt x="5474" y="125046"/>
                  </a:lnTo>
                  <a:lnTo>
                    <a:pt x="5444" y="125285"/>
                  </a:lnTo>
                  <a:lnTo>
                    <a:pt x="5414" y="125525"/>
                  </a:lnTo>
                  <a:lnTo>
                    <a:pt x="5384" y="125764"/>
                  </a:lnTo>
                  <a:lnTo>
                    <a:pt x="5352" y="126004"/>
                  </a:lnTo>
                  <a:lnTo>
                    <a:pt x="5320" y="126243"/>
                  </a:lnTo>
                  <a:lnTo>
                    <a:pt x="5272" y="126590"/>
                  </a:lnTo>
                  <a:lnTo>
                    <a:pt x="5253" y="126721"/>
                  </a:lnTo>
                  <a:lnTo>
                    <a:pt x="5219" y="126960"/>
                  </a:lnTo>
                  <a:lnTo>
                    <a:pt x="5184" y="127199"/>
                  </a:lnTo>
                  <a:lnTo>
                    <a:pt x="5148" y="127437"/>
                  </a:lnTo>
                  <a:lnTo>
                    <a:pt x="5111" y="127676"/>
                  </a:lnTo>
                  <a:lnTo>
                    <a:pt x="5074" y="127914"/>
                  </a:lnTo>
                  <a:lnTo>
                    <a:pt x="5007" y="128149"/>
                  </a:lnTo>
                  <a:lnTo>
                    <a:pt x="4976" y="128508"/>
                  </a:lnTo>
                  <a:lnTo>
                    <a:pt x="4941" y="128711"/>
                  </a:lnTo>
                  <a:lnTo>
                    <a:pt x="4896" y="128961"/>
                  </a:lnTo>
                  <a:lnTo>
                    <a:pt x="4868" y="129116"/>
                  </a:lnTo>
                  <a:lnTo>
                    <a:pt x="4830" y="129318"/>
                  </a:lnTo>
                  <a:lnTo>
                    <a:pt x="4792" y="129521"/>
                  </a:lnTo>
                  <a:lnTo>
                    <a:pt x="4739" y="129791"/>
                  </a:lnTo>
                  <a:lnTo>
                    <a:pt x="4713" y="129925"/>
                  </a:lnTo>
                  <a:lnTo>
                    <a:pt x="4672" y="130126"/>
                  </a:lnTo>
                  <a:lnTo>
                    <a:pt x="4631" y="130328"/>
                  </a:lnTo>
                  <a:lnTo>
                    <a:pt x="4589" y="130530"/>
                  </a:lnTo>
                  <a:lnTo>
                    <a:pt x="4538" y="130766"/>
                  </a:lnTo>
                  <a:lnTo>
                    <a:pt x="4502" y="130932"/>
                  </a:lnTo>
                  <a:lnTo>
                    <a:pt x="4458" y="131133"/>
                  </a:lnTo>
                  <a:lnTo>
                    <a:pt x="4412" y="131334"/>
                  </a:lnTo>
                  <a:lnTo>
                    <a:pt x="4367" y="131535"/>
                  </a:lnTo>
                  <a:lnTo>
                    <a:pt x="4320" y="131735"/>
                  </a:lnTo>
                  <a:lnTo>
                    <a:pt x="4260" y="131989"/>
                  </a:lnTo>
                  <a:lnTo>
                    <a:pt x="4225" y="132136"/>
                  </a:lnTo>
                  <a:lnTo>
                    <a:pt x="4176" y="132336"/>
                  </a:lnTo>
                  <a:lnTo>
                    <a:pt x="4076" y="132735"/>
                  </a:lnTo>
                  <a:lnTo>
                    <a:pt x="4025" y="132934"/>
                  </a:lnTo>
                  <a:lnTo>
                    <a:pt x="3973" y="133134"/>
                  </a:lnTo>
                  <a:lnTo>
                    <a:pt x="3921" y="133333"/>
                  </a:lnTo>
                  <a:lnTo>
                    <a:pt x="3813" y="133730"/>
                  </a:lnTo>
                  <a:lnTo>
                    <a:pt x="3759" y="133929"/>
                  </a:lnTo>
                  <a:lnTo>
                    <a:pt x="3703" y="134127"/>
                  </a:lnTo>
                  <a:lnTo>
                    <a:pt x="3644" y="134336"/>
                  </a:lnTo>
                  <a:lnTo>
                    <a:pt x="3590" y="134523"/>
                  </a:lnTo>
                  <a:lnTo>
                    <a:pt x="3532" y="134720"/>
                  </a:lnTo>
                  <a:lnTo>
                    <a:pt x="3474" y="134917"/>
                  </a:lnTo>
                  <a:lnTo>
                    <a:pt x="3355" y="135312"/>
                  </a:lnTo>
                  <a:lnTo>
                    <a:pt x="3294" y="135508"/>
                  </a:lnTo>
                  <a:lnTo>
                    <a:pt x="3233" y="135705"/>
                  </a:lnTo>
                  <a:lnTo>
                    <a:pt x="3171" y="135901"/>
                  </a:lnTo>
                  <a:lnTo>
                    <a:pt x="3082" y="136089"/>
                  </a:lnTo>
                  <a:lnTo>
                    <a:pt x="2996" y="136443"/>
                  </a:lnTo>
                  <a:lnTo>
                    <a:pt x="2925" y="136656"/>
                  </a:lnTo>
                  <a:lnTo>
                    <a:pt x="2854" y="136869"/>
                  </a:lnTo>
                  <a:lnTo>
                    <a:pt x="2782" y="137082"/>
                  </a:lnTo>
                  <a:lnTo>
                    <a:pt x="2709" y="137295"/>
                  </a:lnTo>
                  <a:lnTo>
                    <a:pt x="2635" y="137507"/>
                  </a:lnTo>
                  <a:lnTo>
                    <a:pt x="2486" y="137931"/>
                  </a:lnTo>
                  <a:lnTo>
                    <a:pt x="2410" y="138142"/>
                  </a:lnTo>
                  <a:lnTo>
                    <a:pt x="2334" y="138353"/>
                  </a:lnTo>
                  <a:lnTo>
                    <a:pt x="2256" y="138564"/>
                  </a:lnTo>
                  <a:lnTo>
                    <a:pt x="2178" y="138775"/>
                  </a:lnTo>
                  <a:lnTo>
                    <a:pt x="2100" y="138985"/>
                  </a:lnTo>
                  <a:lnTo>
                    <a:pt x="2020" y="139195"/>
                  </a:lnTo>
                  <a:lnTo>
                    <a:pt x="1940" y="139405"/>
                  </a:lnTo>
                  <a:lnTo>
                    <a:pt x="1859" y="139614"/>
                  </a:lnTo>
                  <a:lnTo>
                    <a:pt x="1777" y="139824"/>
                  </a:lnTo>
                  <a:lnTo>
                    <a:pt x="1695" y="140033"/>
                  </a:lnTo>
                  <a:lnTo>
                    <a:pt x="1611" y="140241"/>
                  </a:lnTo>
                  <a:lnTo>
                    <a:pt x="1528" y="140450"/>
                  </a:lnTo>
                  <a:lnTo>
                    <a:pt x="1443" y="140658"/>
                  </a:lnTo>
                  <a:lnTo>
                    <a:pt x="1358" y="140866"/>
                  </a:lnTo>
                  <a:lnTo>
                    <a:pt x="1272" y="141073"/>
                  </a:lnTo>
                  <a:lnTo>
                    <a:pt x="1009" y="141694"/>
                  </a:lnTo>
                  <a:lnTo>
                    <a:pt x="893" y="141888"/>
                  </a:lnTo>
                  <a:lnTo>
                    <a:pt x="787" y="142403"/>
                  </a:lnTo>
                  <a:lnTo>
                    <a:pt x="0" y="144246"/>
                  </a:lnTo>
                  <a:lnTo>
                    <a:pt x="3929" y="145244"/>
                  </a:lnTo>
                  <a:lnTo>
                    <a:pt x="8027" y="146284"/>
                  </a:lnTo>
                  <a:lnTo>
                    <a:pt x="10562" y="147080"/>
                  </a:lnTo>
                  <a:lnTo>
                    <a:pt x="81108" y="169242"/>
                  </a:lnTo>
                  <a:lnTo>
                    <a:pt x="81521" y="169370"/>
                  </a:lnTo>
                  <a:lnTo>
                    <a:pt x="134698" y="185858"/>
                  </a:lnTo>
                  <a:lnTo>
                    <a:pt x="153059" y="190393"/>
                  </a:lnTo>
                  <a:lnTo>
                    <a:pt x="184067" y="192443"/>
                  </a:lnTo>
                  <a:lnTo>
                    <a:pt x="193548" y="190867"/>
                  </a:lnTo>
                  <a:lnTo>
                    <a:pt x="236910" y="181843"/>
                  </a:lnTo>
                  <a:lnTo>
                    <a:pt x="240921" y="181044"/>
                  </a:lnTo>
                  <a:lnTo>
                    <a:pt x="241080" y="181012"/>
                  </a:lnTo>
                  <a:lnTo>
                    <a:pt x="246931" y="179798"/>
                  </a:lnTo>
                  <a:lnTo>
                    <a:pt x="244957" y="177025"/>
                  </a:lnTo>
                  <a:lnTo>
                    <a:pt x="244169" y="175533"/>
                  </a:lnTo>
                  <a:lnTo>
                    <a:pt x="244098" y="175377"/>
                  </a:lnTo>
                  <a:lnTo>
                    <a:pt x="244027" y="175220"/>
                  </a:lnTo>
                  <a:lnTo>
                    <a:pt x="243958" y="175063"/>
                  </a:lnTo>
                  <a:lnTo>
                    <a:pt x="243889" y="174906"/>
                  </a:lnTo>
                  <a:lnTo>
                    <a:pt x="243821" y="174749"/>
                  </a:lnTo>
                  <a:lnTo>
                    <a:pt x="243753" y="174591"/>
                  </a:lnTo>
                  <a:lnTo>
                    <a:pt x="243686" y="174433"/>
                  </a:lnTo>
                  <a:lnTo>
                    <a:pt x="243620" y="174274"/>
                  </a:lnTo>
                  <a:lnTo>
                    <a:pt x="243555" y="174115"/>
                  </a:lnTo>
                  <a:lnTo>
                    <a:pt x="243490" y="173957"/>
                  </a:lnTo>
                  <a:lnTo>
                    <a:pt x="243426" y="173797"/>
                  </a:lnTo>
                  <a:lnTo>
                    <a:pt x="243363" y="173638"/>
                  </a:lnTo>
                  <a:lnTo>
                    <a:pt x="243301" y="173478"/>
                  </a:lnTo>
                  <a:lnTo>
                    <a:pt x="243178" y="173157"/>
                  </a:lnTo>
                  <a:lnTo>
                    <a:pt x="243058" y="172836"/>
                  </a:lnTo>
                  <a:lnTo>
                    <a:pt x="242999" y="172674"/>
                  </a:lnTo>
                  <a:lnTo>
                    <a:pt x="242883" y="172351"/>
                  </a:lnTo>
                  <a:lnTo>
                    <a:pt x="242826" y="172189"/>
                  </a:lnTo>
                  <a:lnTo>
                    <a:pt x="242770" y="172027"/>
                  </a:lnTo>
                  <a:lnTo>
                    <a:pt x="242715" y="171864"/>
                  </a:lnTo>
                  <a:lnTo>
                    <a:pt x="242660" y="171701"/>
                  </a:lnTo>
                  <a:lnTo>
                    <a:pt x="242607" y="171539"/>
                  </a:lnTo>
                  <a:lnTo>
                    <a:pt x="242553" y="171375"/>
                  </a:lnTo>
                  <a:lnTo>
                    <a:pt x="242501" y="171212"/>
                  </a:lnTo>
                  <a:lnTo>
                    <a:pt x="242449" y="171048"/>
                  </a:lnTo>
                  <a:lnTo>
                    <a:pt x="242398" y="170884"/>
                  </a:lnTo>
                  <a:lnTo>
                    <a:pt x="242348" y="170720"/>
                  </a:lnTo>
                  <a:lnTo>
                    <a:pt x="242299" y="170555"/>
                  </a:lnTo>
                  <a:lnTo>
                    <a:pt x="242250" y="170391"/>
                  </a:lnTo>
                  <a:lnTo>
                    <a:pt x="242202" y="170226"/>
                  </a:lnTo>
                  <a:lnTo>
                    <a:pt x="242155" y="170061"/>
                  </a:lnTo>
                  <a:lnTo>
                    <a:pt x="242108" y="169896"/>
                  </a:lnTo>
                  <a:lnTo>
                    <a:pt x="242063" y="169730"/>
                  </a:lnTo>
                  <a:lnTo>
                    <a:pt x="242018" y="169565"/>
                  </a:lnTo>
                  <a:lnTo>
                    <a:pt x="241973" y="169399"/>
                  </a:lnTo>
                  <a:lnTo>
                    <a:pt x="241888" y="169070"/>
                  </a:lnTo>
                  <a:lnTo>
                    <a:pt x="241847" y="168906"/>
                  </a:lnTo>
                  <a:lnTo>
                    <a:pt x="241806" y="168742"/>
                  </a:lnTo>
                  <a:lnTo>
                    <a:pt x="241688" y="168247"/>
                  </a:lnTo>
                  <a:lnTo>
                    <a:pt x="241650" y="168082"/>
                  </a:lnTo>
                  <a:lnTo>
                    <a:pt x="241613" y="167916"/>
                  </a:lnTo>
                  <a:lnTo>
                    <a:pt x="241576" y="167751"/>
                  </a:lnTo>
                  <a:lnTo>
                    <a:pt x="241541" y="167585"/>
                  </a:lnTo>
                  <a:lnTo>
                    <a:pt x="241506" y="167419"/>
                  </a:lnTo>
                  <a:lnTo>
                    <a:pt x="241438" y="167087"/>
                  </a:lnTo>
                  <a:lnTo>
                    <a:pt x="241405" y="166920"/>
                  </a:lnTo>
                  <a:lnTo>
                    <a:pt x="240689" y="160159"/>
                  </a:lnTo>
                  <a:lnTo>
                    <a:pt x="240521" y="158953"/>
                  </a:lnTo>
                  <a:lnTo>
                    <a:pt x="239756" y="155918"/>
                  </a:lnTo>
                  <a:lnTo>
                    <a:pt x="239143" y="152689"/>
                  </a:lnTo>
                  <a:lnTo>
                    <a:pt x="238377" y="149650"/>
                  </a:lnTo>
                  <a:lnTo>
                    <a:pt x="238096" y="148371"/>
                  </a:lnTo>
                  <a:lnTo>
                    <a:pt x="237780" y="146587"/>
                  </a:lnTo>
                  <a:lnTo>
                    <a:pt x="237287" y="143809"/>
                  </a:lnTo>
                  <a:lnTo>
                    <a:pt x="237331" y="143587"/>
                  </a:lnTo>
                  <a:lnTo>
                    <a:pt x="237544" y="142491"/>
                  </a:lnTo>
                  <a:lnTo>
                    <a:pt x="238677" y="136679"/>
                  </a:lnTo>
                  <a:lnTo>
                    <a:pt x="239506" y="132427"/>
                  </a:lnTo>
                  <a:lnTo>
                    <a:pt x="239546" y="131459"/>
                  </a:lnTo>
                  <a:lnTo>
                    <a:pt x="239734" y="126943"/>
                  </a:lnTo>
                  <a:lnTo>
                    <a:pt x="240572" y="121521"/>
                  </a:lnTo>
                  <a:lnTo>
                    <a:pt x="241265" y="117026"/>
                  </a:lnTo>
                  <a:lnTo>
                    <a:pt x="241848" y="112852"/>
                  </a:lnTo>
                  <a:lnTo>
                    <a:pt x="242123" y="111508"/>
                  </a:lnTo>
                  <a:lnTo>
                    <a:pt x="242850" y="106294"/>
                  </a:lnTo>
                  <a:lnTo>
                    <a:pt x="243012" y="105243"/>
                  </a:lnTo>
                  <a:lnTo>
                    <a:pt x="243253" y="103706"/>
                  </a:lnTo>
                  <a:lnTo>
                    <a:pt x="243404" y="102743"/>
                  </a:lnTo>
                  <a:lnTo>
                    <a:pt x="247121" y="78450"/>
                  </a:lnTo>
                  <a:lnTo>
                    <a:pt x="247295" y="77444"/>
                  </a:lnTo>
                  <a:lnTo>
                    <a:pt x="247923" y="73799"/>
                  </a:lnTo>
                  <a:lnTo>
                    <a:pt x="248194" y="72233"/>
                  </a:lnTo>
                  <a:lnTo>
                    <a:pt x="247984" y="72194"/>
                  </a:lnTo>
                  <a:lnTo>
                    <a:pt x="248014" y="71994"/>
                  </a:lnTo>
                  <a:lnTo>
                    <a:pt x="248041" y="71816"/>
                  </a:lnTo>
                  <a:lnTo>
                    <a:pt x="248299" y="70906"/>
                  </a:lnTo>
                  <a:lnTo>
                    <a:pt x="248549" y="69661"/>
                  </a:lnTo>
                  <a:lnTo>
                    <a:pt x="248694" y="68554"/>
                  </a:lnTo>
                  <a:lnTo>
                    <a:pt x="248822" y="67835"/>
                  </a:lnTo>
                  <a:lnTo>
                    <a:pt x="248976" y="66692"/>
                  </a:lnTo>
                  <a:lnTo>
                    <a:pt x="249200" y="64749"/>
                  </a:lnTo>
                  <a:lnTo>
                    <a:pt x="249374" y="64122"/>
                  </a:lnTo>
                  <a:lnTo>
                    <a:pt x="249650" y="62204"/>
                  </a:lnTo>
                  <a:lnTo>
                    <a:pt x="250242" y="58094"/>
                  </a:lnTo>
                  <a:lnTo>
                    <a:pt x="250443" y="56730"/>
                  </a:lnTo>
                  <a:lnTo>
                    <a:pt x="251117" y="52599"/>
                  </a:lnTo>
                  <a:lnTo>
                    <a:pt x="251346" y="51215"/>
                  </a:lnTo>
                  <a:lnTo>
                    <a:pt x="252171" y="45781"/>
                  </a:lnTo>
                  <a:lnTo>
                    <a:pt x="252625" y="42821"/>
                  </a:lnTo>
                  <a:lnTo>
                    <a:pt x="252492" y="42800"/>
                  </a:lnTo>
                  <a:lnTo>
                    <a:pt x="252625" y="41922"/>
                  </a:lnTo>
                  <a:lnTo>
                    <a:pt x="252761" y="41943"/>
                  </a:lnTo>
                  <a:lnTo>
                    <a:pt x="253213" y="38999"/>
                  </a:lnTo>
                  <a:lnTo>
                    <a:pt x="253696" y="35556"/>
                  </a:lnTo>
                  <a:lnTo>
                    <a:pt x="253973" y="34112"/>
                  </a:lnTo>
                  <a:lnTo>
                    <a:pt x="254764" y="28707"/>
                  </a:lnTo>
                  <a:lnTo>
                    <a:pt x="255069" y="26946"/>
                  </a:lnTo>
                  <a:lnTo>
                    <a:pt x="255525" y="23782"/>
                  </a:lnTo>
                  <a:lnTo>
                    <a:pt x="255884" y="22017"/>
                  </a:lnTo>
                  <a:lnTo>
                    <a:pt x="255903" y="21805"/>
                  </a:lnTo>
                  <a:lnTo>
                    <a:pt x="246083" y="16001"/>
                  </a:lnTo>
                  <a:lnTo>
                    <a:pt x="246203" y="14239"/>
                  </a:lnTo>
                  <a:lnTo>
                    <a:pt x="246265" y="13344"/>
                  </a:lnTo>
                  <a:lnTo>
                    <a:pt x="218956" y="12314"/>
                  </a:lnTo>
                  <a:lnTo>
                    <a:pt x="177638" y="8508"/>
                  </a:lnTo>
                  <a:lnTo>
                    <a:pt x="151566" y="4478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g22"/>
            <p:cNvSpPr/>
            <p:nvPr/>
          </p:nvSpPr>
          <p:spPr>
            <a:xfrm>
              <a:off x="4022499" y="2663808"/>
              <a:ext cx="414636" cy="478310"/>
            </a:xfrm>
            <a:custGeom>
              <a:avLst/>
              <a:gdLst/>
              <a:ahLst/>
              <a:cxnLst/>
              <a:rect l="0" t="0" r="0" b="0"/>
              <a:pathLst>
                <a:path w="414636" h="478310">
                  <a:moveTo>
                    <a:pt x="294120" y="92987"/>
                  </a:moveTo>
                  <a:lnTo>
                    <a:pt x="294002" y="92633"/>
                  </a:lnTo>
                  <a:lnTo>
                    <a:pt x="293885" y="92278"/>
                  </a:lnTo>
                  <a:lnTo>
                    <a:pt x="293769" y="91923"/>
                  </a:lnTo>
                  <a:lnTo>
                    <a:pt x="293632" y="91502"/>
                  </a:lnTo>
                  <a:lnTo>
                    <a:pt x="293538" y="91213"/>
                  </a:lnTo>
                  <a:lnTo>
                    <a:pt x="293424" y="90858"/>
                  </a:lnTo>
                  <a:lnTo>
                    <a:pt x="293311" y="90502"/>
                  </a:lnTo>
                  <a:lnTo>
                    <a:pt x="293198" y="90146"/>
                  </a:lnTo>
                  <a:lnTo>
                    <a:pt x="293086" y="89790"/>
                  </a:lnTo>
                  <a:lnTo>
                    <a:pt x="292975" y="89434"/>
                  </a:lnTo>
                  <a:lnTo>
                    <a:pt x="292864" y="89077"/>
                  </a:lnTo>
                  <a:lnTo>
                    <a:pt x="292755" y="88720"/>
                  </a:lnTo>
                  <a:lnTo>
                    <a:pt x="292645" y="88363"/>
                  </a:lnTo>
                  <a:lnTo>
                    <a:pt x="292537" y="88006"/>
                  </a:lnTo>
                  <a:lnTo>
                    <a:pt x="292430" y="87649"/>
                  </a:lnTo>
                  <a:lnTo>
                    <a:pt x="292323" y="87291"/>
                  </a:lnTo>
                  <a:lnTo>
                    <a:pt x="292217" y="86933"/>
                  </a:lnTo>
                  <a:lnTo>
                    <a:pt x="292111" y="86575"/>
                  </a:lnTo>
                  <a:lnTo>
                    <a:pt x="292007" y="86216"/>
                  </a:lnTo>
                  <a:lnTo>
                    <a:pt x="291903" y="85858"/>
                  </a:lnTo>
                  <a:lnTo>
                    <a:pt x="291799" y="85499"/>
                  </a:lnTo>
                  <a:lnTo>
                    <a:pt x="291755" y="85344"/>
                  </a:lnTo>
                  <a:lnTo>
                    <a:pt x="291697" y="85140"/>
                  </a:lnTo>
                  <a:lnTo>
                    <a:pt x="291595" y="84781"/>
                  </a:lnTo>
                  <a:lnTo>
                    <a:pt x="291476" y="84355"/>
                  </a:lnTo>
                  <a:lnTo>
                    <a:pt x="291394" y="84062"/>
                  </a:lnTo>
                  <a:lnTo>
                    <a:pt x="291295" y="83702"/>
                  </a:lnTo>
                  <a:lnTo>
                    <a:pt x="291259" y="83571"/>
                  </a:lnTo>
                  <a:lnTo>
                    <a:pt x="291196" y="83342"/>
                  </a:lnTo>
                  <a:lnTo>
                    <a:pt x="291098" y="82982"/>
                  </a:lnTo>
                  <a:lnTo>
                    <a:pt x="291001" y="82621"/>
                  </a:lnTo>
                  <a:lnTo>
                    <a:pt x="290904" y="82261"/>
                  </a:lnTo>
                  <a:lnTo>
                    <a:pt x="290808" y="81900"/>
                  </a:lnTo>
                  <a:lnTo>
                    <a:pt x="290713" y="81539"/>
                  </a:lnTo>
                  <a:lnTo>
                    <a:pt x="290619" y="81178"/>
                  </a:lnTo>
                  <a:lnTo>
                    <a:pt x="290525" y="80816"/>
                  </a:lnTo>
                  <a:lnTo>
                    <a:pt x="290432" y="80455"/>
                  </a:lnTo>
                  <a:lnTo>
                    <a:pt x="290340" y="80093"/>
                  </a:lnTo>
                  <a:lnTo>
                    <a:pt x="290249" y="79731"/>
                  </a:lnTo>
                  <a:lnTo>
                    <a:pt x="290158" y="79368"/>
                  </a:lnTo>
                  <a:lnTo>
                    <a:pt x="290068" y="79006"/>
                  </a:lnTo>
                  <a:lnTo>
                    <a:pt x="289979" y="78644"/>
                  </a:lnTo>
                  <a:lnTo>
                    <a:pt x="289891" y="78281"/>
                  </a:lnTo>
                  <a:lnTo>
                    <a:pt x="289803" y="77918"/>
                  </a:lnTo>
                  <a:lnTo>
                    <a:pt x="289716" y="77555"/>
                  </a:lnTo>
                  <a:lnTo>
                    <a:pt x="289630" y="77192"/>
                  </a:lnTo>
                  <a:lnTo>
                    <a:pt x="289545" y="76828"/>
                  </a:lnTo>
                  <a:lnTo>
                    <a:pt x="289460" y="76464"/>
                  </a:lnTo>
                  <a:lnTo>
                    <a:pt x="289376" y="76101"/>
                  </a:lnTo>
                  <a:lnTo>
                    <a:pt x="289293" y="75737"/>
                  </a:lnTo>
                  <a:lnTo>
                    <a:pt x="289211" y="75373"/>
                  </a:lnTo>
                  <a:lnTo>
                    <a:pt x="289117" y="74953"/>
                  </a:lnTo>
                  <a:lnTo>
                    <a:pt x="289048" y="74644"/>
                  </a:lnTo>
                  <a:lnTo>
                    <a:pt x="288968" y="74279"/>
                  </a:lnTo>
                  <a:lnTo>
                    <a:pt x="288888" y="73914"/>
                  </a:lnTo>
                  <a:lnTo>
                    <a:pt x="288810" y="73549"/>
                  </a:lnTo>
                  <a:lnTo>
                    <a:pt x="288732" y="73184"/>
                  </a:lnTo>
                  <a:lnTo>
                    <a:pt x="288655" y="72819"/>
                  </a:lnTo>
                  <a:lnTo>
                    <a:pt x="288578" y="72454"/>
                  </a:lnTo>
                  <a:lnTo>
                    <a:pt x="288502" y="72088"/>
                  </a:lnTo>
                  <a:lnTo>
                    <a:pt x="288427" y="71722"/>
                  </a:lnTo>
                  <a:lnTo>
                    <a:pt x="288353" y="71356"/>
                  </a:lnTo>
                  <a:lnTo>
                    <a:pt x="288260" y="70890"/>
                  </a:lnTo>
                  <a:lnTo>
                    <a:pt x="288207" y="70624"/>
                  </a:lnTo>
                  <a:lnTo>
                    <a:pt x="288135" y="70257"/>
                  </a:lnTo>
                  <a:lnTo>
                    <a:pt x="288064" y="69891"/>
                  </a:lnTo>
                  <a:lnTo>
                    <a:pt x="287994" y="69524"/>
                  </a:lnTo>
                  <a:lnTo>
                    <a:pt x="287924" y="69158"/>
                  </a:lnTo>
                  <a:lnTo>
                    <a:pt x="287855" y="68791"/>
                  </a:lnTo>
                  <a:lnTo>
                    <a:pt x="287787" y="68423"/>
                  </a:lnTo>
                  <a:lnTo>
                    <a:pt x="287719" y="68056"/>
                  </a:lnTo>
                  <a:lnTo>
                    <a:pt x="287653" y="67689"/>
                  </a:lnTo>
                  <a:lnTo>
                    <a:pt x="287614" y="67447"/>
                  </a:lnTo>
                  <a:lnTo>
                    <a:pt x="287576" y="67204"/>
                  </a:lnTo>
                  <a:lnTo>
                    <a:pt x="287539" y="66961"/>
                  </a:lnTo>
                  <a:lnTo>
                    <a:pt x="287502" y="66719"/>
                  </a:lnTo>
                  <a:lnTo>
                    <a:pt x="287466" y="66476"/>
                  </a:lnTo>
                  <a:lnTo>
                    <a:pt x="287430" y="66222"/>
                  </a:lnTo>
                  <a:lnTo>
                    <a:pt x="287395" y="65969"/>
                  </a:lnTo>
                  <a:lnTo>
                    <a:pt x="287361" y="65715"/>
                  </a:lnTo>
                  <a:lnTo>
                    <a:pt x="287327" y="65460"/>
                  </a:lnTo>
                  <a:lnTo>
                    <a:pt x="287294" y="65206"/>
                  </a:lnTo>
                  <a:lnTo>
                    <a:pt x="287262" y="64952"/>
                  </a:lnTo>
                  <a:lnTo>
                    <a:pt x="287231" y="64698"/>
                  </a:lnTo>
                  <a:lnTo>
                    <a:pt x="287200" y="64443"/>
                  </a:lnTo>
                  <a:lnTo>
                    <a:pt x="287170" y="64189"/>
                  </a:lnTo>
                  <a:lnTo>
                    <a:pt x="287141" y="63934"/>
                  </a:lnTo>
                  <a:lnTo>
                    <a:pt x="287113" y="63680"/>
                  </a:lnTo>
                  <a:lnTo>
                    <a:pt x="287085" y="63425"/>
                  </a:lnTo>
                  <a:lnTo>
                    <a:pt x="287058" y="63170"/>
                  </a:lnTo>
                  <a:lnTo>
                    <a:pt x="287032" y="62915"/>
                  </a:lnTo>
                  <a:lnTo>
                    <a:pt x="287007" y="62660"/>
                  </a:lnTo>
                  <a:lnTo>
                    <a:pt x="286982" y="62405"/>
                  </a:lnTo>
                  <a:lnTo>
                    <a:pt x="286958" y="62150"/>
                  </a:lnTo>
                  <a:lnTo>
                    <a:pt x="286935" y="61895"/>
                  </a:lnTo>
                  <a:lnTo>
                    <a:pt x="286913" y="61639"/>
                  </a:lnTo>
                  <a:lnTo>
                    <a:pt x="286892" y="61384"/>
                  </a:lnTo>
                  <a:lnTo>
                    <a:pt x="286871" y="61128"/>
                  </a:lnTo>
                  <a:lnTo>
                    <a:pt x="286851" y="60873"/>
                  </a:lnTo>
                  <a:lnTo>
                    <a:pt x="286832" y="60617"/>
                  </a:lnTo>
                  <a:lnTo>
                    <a:pt x="286813" y="60362"/>
                  </a:lnTo>
                  <a:lnTo>
                    <a:pt x="286796" y="60106"/>
                  </a:lnTo>
                  <a:lnTo>
                    <a:pt x="286779" y="59850"/>
                  </a:lnTo>
                  <a:lnTo>
                    <a:pt x="286763" y="59595"/>
                  </a:lnTo>
                  <a:lnTo>
                    <a:pt x="286747" y="59339"/>
                  </a:lnTo>
                  <a:lnTo>
                    <a:pt x="286732" y="59083"/>
                  </a:lnTo>
                  <a:lnTo>
                    <a:pt x="286719" y="58827"/>
                  </a:lnTo>
                  <a:lnTo>
                    <a:pt x="286705" y="58571"/>
                  </a:lnTo>
                  <a:lnTo>
                    <a:pt x="286693" y="58315"/>
                  </a:lnTo>
                  <a:lnTo>
                    <a:pt x="286681" y="58059"/>
                  </a:lnTo>
                  <a:lnTo>
                    <a:pt x="286671" y="57803"/>
                  </a:lnTo>
                  <a:lnTo>
                    <a:pt x="286661" y="57547"/>
                  </a:lnTo>
                  <a:lnTo>
                    <a:pt x="286654" y="57356"/>
                  </a:lnTo>
                  <a:lnTo>
                    <a:pt x="286649" y="57204"/>
                  </a:lnTo>
                  <a:lnTo>
                    <a:pt x="286638" y="56860"/>
                  </a:lnTo>
                  <a:lnTo>
                    <a:pt x="286628" y="56516"/>
                  </a:lnTo>
                  <a:lnTo>
                    <a:pt x="286619" y="56173"/>
                  </a:lnTo>
                  <a:lnTo>
                    <a:pt x="286610" y="55829"/>
                  </a:lnTo>
                  <a:lnTo>
                    <a:pt x="286602" y="55485"/>
                  </a:lnTo>
                  <a:lnTo>
                    <a:pt x="286595" y="55141"/>
                  </a:lnTo>
                  <a:lnTo>
                    <a:pt x="286588" y="54798"/>
                  </a:lnTo>
                  <a:lnTo>
                    <a:pt x="286583" y="54454"/>
                  </a:lnTo>
                  <a:lnTo>
                    <a:pt x="286577" y="54110"/>
                  </a:lnTo>
                  <a:lnTo>
                    <a:pt x="286573" y="53766"/>
                  </a:lnTo>
                  <a:lnTo>
                    <a:pt x="286570" y="53422"/>
                  </a:lnTo>
                  <a:lnTo>
                    <a:pt x="286569" y="53294"/>
                  </a:lnTo>
                  <a:lnTo>
                    <a:pt x="286567" y="53079"/>
                  </a:lnTo>
                  <a:lnTo>
                    <a:pt x="286567" y="52830"/>
                  </a:lnTo>
                  <a:lnTo>
                    <a:pt x="286568" y="52582"/>
                  </a:lnTo>
                  <a:lnTo>
                    <a:pt x="286569" y="52333"/>
                  </a:lnTo>
                  <a:lnTo>
                    <a:pt x="286572" y="52085"/>
                  </a:lnTo>
                  <a:lnTo>
                    <a:pt x="286575" y="51837"/>
                  </a:lnTo>
                  <a:lnTo>
                    <a:pt x="286578" y="51588"/>
                  </a:lnTo>
                  <a:lnTo>
                    <a:pt x="286583" y="51340"/>
                  </a:lnTo>
                  <a:lnTo>
                    <a:pt x="286588" y="51092"/>
                  </a:lnTo>
                  <a:lnTo>
                    <a:pt x="286594" y="50843"/>
                  </a:lnTo>
                  <a:lnTo>
                    <a:pt x="286601" y="50595"/>
                  </a:lnTo>
                  <a:lnTo>
                    <a:pt x="286608" y="50347"/>
                  </a:lnTo>
                  <a:lnTo>
                    <a:pt x="286616" y="50098"/>
                  </a:lnTo>
                  <a:lnTo>
                    <a:pt x="286625" y="49850"/>
                  </a:lnTo>
                  <a:lnTo>
                    <a:pt x="286635" y="49602"/>
                  </a:lnTo>
                  <a:lnTo>
                    <a:pt x="286645" y="49354"/>
                  </a:lnTo>
                  <a:lnTo>
                    <a:pt x="286656" y="49106"/>
                  </a:lnTo>
                  <a:lnTo>
                    <a:pt x="286668" y="48857"/>
                  </a:lnTo>
                  <a:lnTo>
                    <a:pt x="286680" y="48609"/>
                  </a:lnTo>
                  <a:lnTo>
                    <a:pt x="286694" y="48361"/>
                  </a:lnTo>
                  <a:lnTo>
                    <a:pt x="286708" y="48113"/>
                  </a:lnTo>
                  <a:lnTo>
                    <a:pt x="286737" y="47640"/>
                  </a:lnTo>
                  <a:lnTo>
                    <a:pt x="286768" y="47167"/>
                  </a:lnTo>
                  <a:lnTo>
                    <a:pt x="286800" y="46694"/>
                  </a:lnTo>
                  <a:lnTo>
                    <a:pt x="286822" y="46368"/>
                  </a:lnTo>
                  <a:lnTo>
                    <a:pt x="286832" y="46220"/>
                  </a:lnTo>
                  <a:lnTo>
                    <a:pt x="286865" y="45747"/>
                  </a:lnTo>
                  <a:lnTo>
                    <a:pt x="286899" y="45274"/>
                  </a:lnTo>
                  <a:lnTo>
                    <a:pt x="286918" y="45004"/>
                  </a:lnTo>
                  <a:lnTo>
                    <a:pt x="286933" y="44801"/>
                  </a:lnTo>
                  <a:lnTo>
                    <a:pt x="286969" y="44328"/>
                  </a:lnTo>
                  <a:lnTo>
                    <a:pt x="287005" y="43856"/>
                  </a:lnTo>
                  <a:lnTo>
                    <a:pt x="287042" y="43383"/>
                  </a:lnTo>
                  <a:lnTo>
                    <a:pt x="287079" y="42910"/>
                  </a:lnTo>
                  <a:lnTo>
                    <a:pt x="287118" y="42437"/>
                  </a:lnTo>
                  <a:lnTo>
                    <a:pt x="287157" y="41965"/>
                  </a:lnTo>
                  <a:lnTo>
                    <a:pt x="287197" y="41492"/>
                  </a:lnTo>
                  <a:lnTo>
                    <a:pt x="287238" y="41020"/>
                  </a:lnTo>
                  <a:lnTo>
                    <a:pt x="287279" y="40551"/>
                  </a:lnTo>
                  <a:lnTo>
                    <a:pt x="287321" y="40082"/>
                  </a:lnTo>
                  <a:lnTo>
                    <a:pt x="287364" y="39614"/>
                  </a:lnTo>
                  <a:lnTo>
                    <a:pt x="287408" y="39145"/>
                  </a:lnTo>
                  <a:lnTo>
                    <a:pt x="287452" y="38677"/>
                  </a:lnTo>
                  <a:lnTo>
                    <a:pt x="287497" y="38208"/>
                  </a:lnTo>
                  <a:lnTo>
                    <a:pt x="287510" y="38079"/>
                  </a:lnTo>
                  <a:lnTo>
                    <a:pt x="287543" y="37740"/>
                  </a:lnTo>
                  <a:lnTo>
                    <a:pt x="287590" y="37272"/>
                  </a:lnTo>
                  <a:lnTo>
                    <a:pt x="287637" y="36804"/>
                  </a:lnTo>
                  <a:lnTo>
                    <a:pt x="287685" y="36335"/>
                  </a:lnTo>
                  <a:lnTo>
                    <a:pt x="287734" y="35867"/>
                  </a:lnTo>
                  <a:lnTo>
                    <a:pt x="287784" y="35400"/>
                  </a:lnTo>
                  <a:lnTo>
                    <a:pt x="287834" y="34932"/>
                  </a:lnTo>
                  <a:lnTo>
                    <a:pt x="287852" y="34772"/>
                  </a:lnTo>
                  <a:lnTo>
                    <a:pt x="287886" y="34464"/>
                  </a:lnTo>
                  <a:lnTo>
                    <a:pt x="287938" y="33996"/>
                  </a:lnTo>
                  <a:lnTo>
                    <a:pt x="287990" y="33529"/>
                  </a:lnTo>
                  <a:lnTo>
                    <a:pt x="288044" y="33061"/>
                  </a:lnTo>
                  <a:lnTo>
                    <a:pt x="288098" y="32594"/>
                  </a:lnTo>
                  <a:lnTo>
                    <a:pt x="288130" y="32321"/>
                  </a:lnTo>
                  <a:lnTo>
                    <a:pt x="288153" y="32126"/>
                  </a:lnTo>
                  <a:lnTo>
                    <a:pt x="288209" y="31659"/>
                  </a:lnTo>
                  <a:lnTo>
                    <a:pt x="288266" y="31192"/>
                  </a:lnTo>
                  <a:lnTo>
                    <a:pt x="288323" y="30725"/>
                  </a:lnTo>
                  <a:lnTo>
                    <a:pt x="288381" y="30258"/>
                  </a:lnTo>
                  <a:lnTo>
                    <a:pt x="288440" y="29791"/>
                  </a:lnTo>
                  <a:lnTo>
                    <a:pt x="288500" y="29324"/>
                  </a:lnTo>
                  <a:lnTo>
                    <a:pt x="288560" y="28858"/>
                  </a:lnTo>
                  <a:lnTo>
                    <a:pt x="288621" y="28391"/>
                  </a:lnTo>
                  <a:lnTo>
                    <a:pt x="288683" y="27925"/>
                  </a:lnTo>
                  <a:lnTo>
                    <a:pt x="288746" y="27458"/>
                  </a:lnTo>
                  <a:lnTo>
                    <a:pt x="288809" y="26992"/>
                  </a:lnTo>
                  <a:lnTo>
                    <a:pt x="288873" y="26526"/>
                  </a:lnTo>
                  <a:lnTo>
                    <a:pt x="288915" y="26232"/>
                  </a:lnTo>
                  <a:lnTo>
                    <a:pt x="288938" y="26060"/>
                  </a:lnTo>
                  <a:lnTo>
                    <a:pt x="289004" y="25594"/>
                  </a:lnTo>
                  <a:lnTo>
                    <a:pt x="289071" y="25128"/>
                  </a:lnTo>
                  <a:lnTo>
                    <a:pt x="289138" y="24662"/>
                  </a:lnTo>
                  <a:lnTo>
                    <a:pt x="289206" y="24197"/>
                  </a:lnTo>
                  <a:lnTo>
                    <a:pt x="289275" y="23731"/>
                  </a:lnTo>
                  <a:lnTo>
                    <a:pt x="289304" y="23539"/>
                  </a:lnTo>
                  <a:lnTo>
                    <a:pt x="289344" y="23266"/>
                  </a:lnTo>
                  <a:lnTo>
                    <a:pt x="289382" y="23017"/>
                  </a:lnTo>
                  <a:lnTo>
                    <a:pt x="289415" y="22801"/>
                  </a:lnTo>
                  <a:lnTo>
                    <a:pt x="289490" y="22306"/>
                  </a:lnTo>
                  <a:lnTo>
                    <a:pt x="289558" y="21870"/>
                  </a:lnTo>
                  <a:lnTo>
                    <a:pt x="289630" y="21406"/>
                  </a:lnTo>
                  <a:lnTo>
                    <a:pt x="289704" y="20941"/>
                  </a:lnTo>
                  <a:lnTo>
                    <a:pt x="289778" y="20476"/>
                  </a:lnTo>
                  <a:lnTo>
                    <a:pt x="289800" y="20335"/>
                  </a:lnTo>
                  <a:lnTo>
                    <a:pt x="289827" y="20168"/>
                  </a:lnTo>
                  <a:lnTo>
                    <a:pt x="289853" y="20012"/>
                  </a:lnTo>
                  <a:lnTo>
                    <a:pt x="289928" y="19547"/>
                  </a:lnTo>
                  <a:lnTo>
                    <a:pt x="290005" y="19083"/>
                  </a:lnTo>
                  <a:lnTo>
                    <a:pt x="290082" y="18619"/>
                  </a:lnTo>
                  <a:lnTo>
                    <a:pt x="290160" y="18155"/>
                  </a:lnTo>
                  <a:lnTo>
                    <a:pt x="290239" y="17691"/>
                  </a:lnTo>
                  <a:lnTo>
                    <a:pt x="290318" y="17227"/>
                  </a:lnTo>
                  <a:lnTo>
                    <a:pt x="290398" y="16763"/>
                  </a:lnTo>
                  <a:lnTo>
                    <a:pt x="290479" y="16300"/>
                  </a:lnTo>
                  <a:lnTo>
                    <a:pt x="290561" y="15836"/>
                  </a:lnTo>
                  <a:lnTo>
                    <a:pt x="290596" y="15641"/>
                  </a:lnTo>
                  <a:lnTo>
                    <a:pt x="290643" y="15373"/>
                  </a:lnTo>
                  <a:lnTo>
                    <a:pt x="290727" y="14910"/>
                  </a:lnTo>
                  <a:lnTo>
                    <a:pt x="290811" y="14447"/>
                  </a:lnTo>
                  <a:lnTo>
                    <a:pt x="290872" y="14113"/>
                  </a:lnTo>
                  <a:lnTo>
                    <a:pt x="290895" y="13984"/>
                  </a:lnTo>
                  <a:lnTo>
                    <a:pt x="290981" y="13522"/>
                  </a:lnTo>
                  <a:lnTo>
                    <a:pt x="291067" y="13059"/>
                  </a:lnTo>
                  <a:lnTo>
                    <a:pt x="291154" y="12597"/>
                  </a:lnTo>
                  <a:lnTo>
                    <a:pt x="291254" y="12071"/>
                  </a:lnTo>
                  <a:lnTo>
                    <a:pt x="291330" y="11672"/>
                  </a:lnTo>
                  <a:lnTo>
                    <a:pt x="291420" y="11210"/>
                  </a:lnTo>
                  <a:lnTo>
                    <a:pt x="291451" y="11052"/>
                  </a:lnTo>
                  <a:lnTo>
                    <a:pt x="291510" y="10748"/>
                  </a:lnTo>
                  <a:lnTo>
                    <a:pt x="291601" y="10287"/>
                  </a:lnTo>
                  <a:lnTo>
                    <a:pt x="291651" y="10033"/>
                  </a:lnTo>
                  <a:lnTo>
                    <a:pt x="291692" y="9825"/>
                  </a:lnTo>
                  <a:lnTo>
                    <a:pt x="291784" y="9364"/>
                  </a:lnTo>
                  <a:lnTo>
                    <a:pt x="291878" y="8902"/>
                  </a:lnTo>
                  <a:lnTo>
                    <a:pt x="291971" y="8441"/>
                  </a:lnTo>
                  <a:lnTo>
                    <a:pt x="292066" y="7980"/>
                  </a:lnTo>
                  <a:lnTo>
                    <a:pt x="292161" y="7520"/>
                  </a:lnTo>
                  <a:lnTo>
                    <a:pt x="292257" y="7059"/>
                  </a:lnTo>
                  <a:lnTo>
                    <a:pt x="292354" y="6599"/>
                  </a:lnTo>
                  <a:lnTo>
                    <a:pt x="292452" y="6138"/>
                  </a:lnTo>
                  <a:lnTo>
                    <a:pt x="292550" y="5678"/>
                  </a:lnTo>
                  <a:lnTo>
                    <a:pt x="292649" y="5218"/>
                  </a:lnTo>
                  <a:lnTo>
                    <a:pt x="292749" y="4758"/>
                  </a:lnTo>
                  <a:lnTo>
                    <a:pt x="292850" y="4299"/>
                  </a:lnTo>
                  <a:lnTo>
                    <a:pt x="292951" y="3839"/>
                  </a:lnTo>
                  <a:lnTo>
                    <a:pt x="293053" y="3380"/>
                  </a:lnTo>
                  <a:lnTo>
                    <a:pt x="293156" y="2921"/>
                  </a:lnTo>
                  <a:lnTo>
                    <a:pt x="293651" y="749"/>
                  </a:lnTo>
                  <a:lnTo>
                    <a:pt x="293788" y="0"/>
                  </a:lnTo>
                  <a:lnTo>
                    <a:pt x="293144" y="30"/>
                  </a:lnTo>
                  <a:lnTo>
                    <a:pt x="292631" y="55"/>
                  </a:lnTo>
                  <a:lnTo>
                    <a:pt x="291214" y="123"/>
                  </a:lnTo>
                  <a:lnTo>
                    <a:pt x="278435" y="731"/>
                  </a:lnTo>
                  <a:lnTo>
                    <a:pt x="274093" y="938"/>
                  </a:lnTo>
                  <a:lnTo>
                    <a:pt x="264227" y="1409"/>
                  </a:lnTo>
                  <a:lnTo>
                    <a:pt x="255361" y="1831"/>
                  </a:lnTo>
                  <a:lnTo>
                    <a:pt x="248655" y="2150"/>
                  </a:lnTo>
                  <a:lnTo>
                    <a:pt x="233620" y="2867"/>
                  </a:lnTo>
                  <a:lnTo>
                    <a:pt x="232587" y="2916"/>
                  </a:lnTo>
                  <a:lnTo>
                    <a:pt x="232405" y="2925"/>
                  </a:lnTo>
                  <a:lnTo>
                    <a:pt x="232223" y="2934"/>
                  </a:lnTo>
                  <a:lnTo>
                    <a:pt x="232041" y="2944"/>
                  </a:lnTo>
                  <a:lnTo>
                    <a:pt x="231859" y="2955"/>
                  </a:lnTo>
                  <a:lnTo>
                    <a:pt x="231678" y="2967"/>
                  </a:lnTo>
                  <a:lnTo>
                    <a:pt x="231496" y="2979"/>
                  </a:lnTo>
                  <a:lnTo>
                    <a:pt x="231314" y="2992"/>
                  </a:lnTo>
                  <a:lnTo>
                    <a:pt x="231133" y="3006"/>
                  </a:lnTo>
                  <a:lnTo>
                    <a:pt x="230951" y="3020"/>
                  </a:lnTo>
                  <a:lnTo>
                    <a:pt x="230769" y="3036"/>
                  </a:lnTo>
                  <a:lnTo>
                    <a:pt x="230588" y="3052"/>
                  </a:lnTo>
                  <a:lnTo>
                    <a:pt x="230407" y="3068"/>
                  </a:lnTo>
                  <a:lnTo>
                    <a:pt x="230225" y="3086"/>
                  </a:lnTo>
                  <a:lnTo>
                    <a:pt x="230044" y="3104"/>
                  </a:lnTo>
                  <a:lnTo>
                    <a:pt x="229863" y="3123"/>
                  </a:lnTo>
                  <a:lnTo>
                    <a:pt x="229682" y="3142"/>
                  </a:lnTo>
                  <a:lnTo>
                    <a:pt x="229501" y="3163"/>
                  </a:lnTo>
                  <a:lnTo>
                    <a:pt x="229320" y="3184"/>
                  </a:lnTo>
                  <a:lnTo>
                    <a:pt x="229139" y="3205"/>
                  </a:lnTo>
                  <a:lnTo>
                    <a:pt x="228945" y="3230"/>
                  </a:lnTo>
                  <a:lnTo>
                    <a:pt x="228751" y="3254"/>
                  </a:lnTo>
                  <a:lnTo>
                    <a:pt x="228557" y="3280"/>
                  </a:lnTo>
                  <a:lnTo>
                    <a:pt x="228363" y="3306"/>
                  </a:lnTo>
                  <a:lnTo>
                    <a:pt x="228169" y="3334"/>
                  </a:lnTo>
                  <a:lnTo>
                    <a:pt x="227976" y="3362"/>
                  </a:lnTo>
                  <a:lnTo>
                    <a:pt x="227793" y="3389"/>
                  </a:lnTo>
                  <a:lnTo>
                    <a:pt x="227610" y="3418"/>
                  </a:lnTo>
                  <a:lnTo>
                    <a:pt x="227428" y="3447"/>
                  </a:lnTo>
                  <a:lnTo>
                    <a:pt x="227245" y="3476"/>
                  </a:lnTo>
                  <a:lnTo>
                    <a:pt x="227063" y="3507"/>
                  </a:lnTo>
                  <a:lnTo>
                    <a:pt x="226881" y="3538"/>
                  </a:lnTo>
                  <a:lnTo>
                    <a:pt x="226699" y="3570"/>
                  </a:lnTo>
                  <a:lnTo>
                    <a:pt x="226517" y="3602"/>
                  </a:lnTo>
                  <a:lnTo>
                    <a:pt x="226323" y="3638"/>
                  </a:lnTo>
                  <a:lnTo>
                    <a:pt x="226129" y="3675"/>
                  </a:lnTo>
                  <a:lnTo>
                    <a:pt x="225549" y="3790"/>
                  </a:lnTo>
                  <a:lnTo>
                    <a:pt x="225356" y="3830"/>
                  </a:lnTo>
                  <a:lnTo>
                    <a:pt x="225163" y="3870"/>
                  </a:lnTo>
                  <a:lnTo>
                    <a:pt x="224970" y="3912"/>
                  </a:lnTo>
                  <a:lnTo>
                    <a:pt x="224783" y="3954"/>
                  </a:lnTo>
                  <a:lnTo>
                    <a:pt x="224732" y="4106"/>
                  </a:lnTo>
                  <a:lnTo>
                    <a:pt x="224681" y="4258"/>
                  </a:lnTo>
                  <a:lnTo>
                    <a:pt x="224631" y="4410"/>
                  </a:lnTo>
                  <a:lnTo>
                    <a:pt x="224581" y="4563"/>
                  </a:lnTo>
                  <a:lnTo>
                    <a:pt x="224532" y="4716"/>
                  </a:lnTo>
                  <a:lnTo>
                    <a:pt x="224484" y="4869"/>
                  </a:lnTo>
                  <a:lnTo>
                    <a:pt x="224437" y="5022"/>
                  </a:lnTo>
                  <a:lnTo>
                    <a:pt x="224390" y="5176"/>
                  </a:lnTo>
                  <a:lnTo>
                    <a:pt x="224344" y="5329"/>
                  </a:lnTo>
                  <a:lnTo>
                    <a:pt x="224298" y="5483"/>
                  </a:lnTo>
                  <a:lnTo>
                    <a:pt x="224254" y="5637"/>
                  </a:lnTo>
                  <a:lnTo>
                    <a:pt x="224164" y="5953"/>
                  </a:lnTo>
                  <a:lnTo>
                    <a:pt x="224120" y="6114"/>
                  </a:lnTo>
                  <a:lnTo>
                    <a:pt x="224068" y="6307"/>
                  </a:lnTo>
                  <a:lnTo>
                    <a:pt x="224033" y="6438"/>
                  </a:lnTo>
                  <a:lnTo>
                    <a:pt x="223991" y="6600"/>
                  </a:lnTo>
                  <a:lnTo>
                    <a:pt x="223949" y="6762"/>
                  </a:lnTo>
                  <a:lnTo>
                    <a:pt x="223902" y="6953"/>
                  </a:lnTo>
                  <a:lnTo>
                    <a:pt x="223869" y="7088"/>
                  </a:lnTo>
                  <a:lnTo>
                    <a:pt x="223753" y="7577"/>
                  </a:lnTo>
                  <a:lnTo>
                    <a:pt x="223680" y="7904"/>
                  </a:lnTo>
                  <a:lnTo>
                    <a:pt x="223644" y="8067"/>
                  </a:lnTo>
                  <a:lnTo>
                    <a:pt x="223610" y="8231"/>
                  </a:lnTo>
                  <a:lnTo>
                    <a:pt x="223576" y="8395"/>
                  </a:lnTo>
                  <a:lnTo>
                    <a:pt x="223542" y="8559"/>
                  </a:lnTo>
                  <a:lnTo>
                    <a:pt x="223510" y="8724"/>
                  </a:lnTo>
                  <a:lnTo>
                    <a:pt x="223478" y="8888"/>
                  </a:lnTo>
                  <a:lnTo>
                    <a:pt x="223447" y="9053"/>
                  </a:lnTo>
                  <a:lnTo>
                    <a:pt x="217522" y="40999"/>
                  </a:lnTo>
                  <a:lnTo>
                    <a:pt x="214423" y="57708"/>
                  </a:lnTo>
                  <a:lnTo>
                    <a:pt x="214383" y="57918"/>
                  </a:lnTo>
                  <a:lnTo>
                    <a:pt x="214343" y="58127"/>
                  </a:lnTo>
                  <a:lnTo>
                    <a:pt x="214288" y="58410"/>
                  </a:lnTo>
                  <a:lnTo>
                    <a:pt x="214261" y="58547"/>
                  </a:lnTo>
                  <a:lnTo>
                    <a:pt x="214218" y="58756"/>
                  </a:lnTo>
                  <a:lnTo>
                    <a:pt x="214175" y="58966"/>
                  </a:lnTo>
                  <a:lnTo>
                    <a:pt x="214131" y="59175"/>
                  </a:lnTo>
                  <a:lnTo>
                    <a:pt x="214087" y="59384"/>
                  </a:lnTo>
                  <a:lnTo>
                    <a:pt x="214041" y="59593"/>
                  </a:lnTo>
                  <a:lnTo>
                    <a:pt x="213995" y="59801"/>
                  </a:lnTo>
                  <a:lnTo>
                    <a:pt x="213948" y="60010"/>
                  </a:lnTo>
                  <a:lnTo>
                    <a:pt x="213901" y="60218"/>
                  </a:lnTo>
                  <a:lnTo>
                    <a:pt x="213852" y="60426"/>
                  </a:lnTo>
                  <a:lnTo>
                    <a:pt x="213803" y="60634"/>
                  </a:lnTo>
                  <a:lnTo>
                    <a:pt x="213753" y="60842"/>
                  </a:lnTo>
                  <a:lnTo>
                    <a:pt x="213694" y="61083"/>
                  </a:lnTo>
                  <a:lnTo>
                    <a:pt x="213651" y="61257"/>
                  </a:lnTo>
                  <a:lnTo>
                    <a:pt x="213598" y="61469"/>
                  </a:lnTo>
                  <a:lnTo>
                    <a:pt x="213489" y="61892"/>
                  </a:lnTo>
                  <a:lnTo>
                    <a:pt x="213433" y="62103"/>
                  </a:lnTo>
                  <a:lnTo>
                    <a:pt x="213376" y="62315"/>
                  </a:lnTo>
                  <a:lnTo>
                    <a:pt x="213319" y="62526"/>
                  </a:lnTo>
                  <a:lnTo>
                    <a:pt x="211962" y="66521"/>
                  </a:lnTo>
                  <a:lnTo>
                    <a:pt x="209354" y="72993"/>
                  </a:lnTo>
                  <a:lnTo>
                    <a:pt x="209019" y="73747"/>
                  </a:lnTo>
                  <a:lnTo>
                    <a:pt x="206140" y="79992"/>
                  </a:lnTo>
                  <a:lnTo>
                    <a:pt x="206029" y="80160"/>
                  </a:lnTo>
                  <a:lnTo>
                    <a:pt x="205918" y="80328"/>
                  </a:lnTo>
                  <a:lnTo>
                    <a:pt x="205806" y="80495"/>
                  </a:lnTo>
                  <a:lnTo>
                    <a:pt x="205581" y="80828"/>
                  </a:lnTo>
                  <a:lnTo>
                    <a:pt x="205468" y="80994"/>
                  </a:lnTo>
                  <a:lnTo>
                    <a:pt x="205354" y="81159"/>
                  </a:lnTo>
                  <a:lnTo>
                    <a:pt x="205123" y="81489"/>
                  </a:lnTo>
                  <a:lnTo>
                    <a:pt x="205007" y="81653"/>
                  </a:lnTo>
                  <a:lnTo>
                    <a:pt x="204890" y="81816"/>
                  </a:lnTo>
                  <a:lnTo>
                    <a:pt x="204773" y="81980"/>
                  </a:lnTo>
                  <a:lnTo>
                    <a:pt x="204655" y="82142"/>
                  </a:lnTo>
                  <a:lnTo>
                    <a:pt x="204417" y="82467"/>
                  </a:lnTo>
                  <a:lnTo>
                    <a:pt x="204298" y="82628"/>
                  </a:lnTo>
                  <a:lnTo>
                    <a:pt x="204173" y="82795"/>
                  </a:lnTo>
                  <a:lnTo>
                    <a:pt x="204056" y="82949"/>
                  </a:lnTo>
                  <a:lnTo>
                    <a:pt x="203914" y="83137"/>
                  </a:lnTo>
                  <a:lnTo>
                    <a:pt x="203812" y="83269"/>
                  </a:lnTo>
                  <a:lnTo>
                    <a:pt x="203689" y="83428"/>
                  </a:lnTo>
                  <a:lnTo>
                    <a:pt x="203566" y="83586"/>
                  </a:lnTo>
                  <a:lnTo>
                    <a:pt x="203317" y="83902"/>
                  </a:lnTo>
                  <a:lnTo>
                    <a:pt x="203192" y="84059"/>
                  </a:lnTo>
                  <a:lnTo>
                    <a:pt x="203066" y="84216"/>
                  </a:lnTo>
                  <a:lnTo>
                    <a:pt x="202812" y="84528"/>
                  </a:lnTo>
                  <a:lnTo>
                    <a:pt x="202685" y="84683"/>
                  </a:lnTo>
                  <a:lnTo>
                    <a:pt x="202556" y="84838"/>
                  </a:lnTo>
                  <a:lnTo>
                    <a:pt x="202427" y="84992"/>
                  </a:lnTo>
                  <a:lnTo>
                    <a:pt x="202298" y="85146"/>
                  </a:lnTo>
                  <a:lnTo>
                    <a:pt x="202168" y="85299"/>
                  </a:lnTo>
                  <a:lnTo>
                    <a:pt x="202037" y="85452"/>
                  </a:lnTo>
                  <a:lnTo>
                    <a:pt x="201906" y="85604"/>
                  </a:lnTo>
                  <a:lnTo>
                    <a:pt x="201774" y="85756"/>
                  </a:lnTo>
                  <a:lnTo>
                    <a:pt x="201642" y="85907"/>
                  </a:lnTo>
                  <a:lnTo>
                    <a:pt x="201242" y="86357"/>
                  </a:lnTo>
                  <a:lnTo>
                    <a:pt x="201107" y="86506"/>
                  </a:lnTo>
                  <a:lnTo>
                    <a:pt x="200836" y="86803"/>
                  </a:lnTo>
                  <a:lnTo>
                    <a:pt x="200699" y="86951"/>
                  </a:lnTo>
                  <a:lnTo>
                    <a:pt x="200563" y="87098"/>
                  </a:lnTo>
                  <a:lnTo>
                    <a:pt x="200287" y="87390"/>
                  </a:lnTo>
                  <a:lnTo>
                    <a:pt x="200148" y="87536"/>
                  </a:lnTo>
                  <a:lnTo>
                    <a:pt x="198887" y="88761"/>
                  </a:lnTo>
                  <a:lnTo>
                    <a:pt x="198759" y="88878"/>
                  </a:lnTo>
                  <a:lnTo>
                    <a:pt x="198631" y="88995"/>
                  </a:lnTo>
                  <a:lnTo>
                    <a:pt x="198503" y="89111"/>
                  </a:lnTo>
                  <a:lnTo>
                    <a:pt x="198245" y="89342"/>
                  </a:lnTo>
                  <a:lnTo>
                    <a:pt x="198115" y="89456"/>
                  </a:lnTo>
                  <a:lnTo>
                    <a:pt x="197985" y="89570"/>
                  </a:lnTo>
                  <a:lnTo>
                    <a:pt x="197854" y="89683"/>
                  </a:lnTo>
                  <a:lnTo>
                    <a:pt x="197723" y="89796"/>
                  </a:lnTo>
                  <a:lnTo>
                    <a:pt x="197591" y="89908"/>
                  </a:lnTo>
                  <a:lnTo>
                    <a:pt x="197326" y="90131"/>
                  </a:lnTo>
                  <a:lnTo>
                    <a:pt x="197193" y="90242"/>
                  </a:lnTo>
                  <a:lnTo>
                    <a:pt x="197059" y="90351"/>
                  </a:lnTo>
                  <a:lnTo>
                    <a:pt x="196925" y="90461"/>
                  </a:lnTo>
                  <a:lnTo>
                    <a:pt x="196790" y="90570"/>
                  </a:lnTo>
                  <a:lnTo>
                    <a:pt x="196655" y="90678"/>
                  </a:lnTo>
                  <a:lnTo>
                    <a:pt x="196519" y="90785"/>
                  </a:lnTo>
                  <a:lnTo>
                    <a:pt x="196383" y="90892"/>
                  </a:lnTo>
                  <a:lnTo>
                    <a:pt x="196110" y="91104"/>
                  </a:lnTo>
                  <a:lnTo>
                    <a:pt x="195972" y="91209"/>
                  </a:lnTo>
                  <a:lnTo>
                    <a:pt x="195696" y="91418"/>
                  </a:lnTo>
                  <a:lnTo>
                    <a:pt x="195557" y="91521"/>
                  </a:lnTo>
                  <a:lnTo>
                    <a:pt x="195418" y="91624"/>
                  </a:lnTo>
                  <a:lnTo>
                    <a:pt x="195278" y="91726"/>
                  </a:lnTo>
                  <a:lnTo>
                    <a:pt x="195138" y="91828"/>
                  </a:lnTo>
                  <a:lnTo>
                    <a:pt x="194997" y="91929"/>
                  </a:lnTo>
                  <a:lnTo>
                    <a:pt x="194856" y="92029"/>
                  </a:lnTo>
                  <a:lnTo>
                    <a:pt x="194715" y="92128"/>
                  </a:lnTo>
                  <a:lnTo>
                    <a:pt x="194573" y="92228"/>
                  </a:lnTo>
                  <a:lnTo>
                    <a:pt x="194431" y="92326"/>
                  </a:lnTo>
                  <a:lnTo>
                    <a:pt x="194288" y="92424"/>
                  </a:lnTo>
                  <a:lnTo>
                    <a:pt x="194001" y="92618"/>
                  </a:lnTo>
                  <a:lnTo>
                    <a:pt x="193857" y="92714"/>
                  </a:lnTo>
                  <a:lnTo>
                    <a:pt x="193713" y="92809"/>
                  </a:lnTo>
                  <a:lnTo>
                    <a:pt x="193568" y="92904"/>
                  </a:lnTo>
                  <a:lnTo>
                    <a:pt x="193423" y="92998"/>
                  </a:lnTo>
                  <a:lnTo>
                    <a:pt x="193277" y="93091"/>
                  </a:lnTo>
                  <a:lnTo>
                    <a:pt x="192977" y="93277"/>
                  </a:lnTo>
                  <a:lnTo>
                    <a:pt x="192824" y="93370"/>
                  </a:lnTo>
                  <a:lnTo>
                    <a:pt x="192670" y="93465"/>
                  </a:lnTo>
                  <a:lnTo>
                    <a:pt x="192518" y="93560"/>
                  </a:lnTo>
                  <a:lnTo>
                    <a:pt x="192365" y="93656"/>
                  </a:lnTo>
                  <a:lnTo>
                    <a:pt x="191809" y="93074"/>
                  </a:lnTo>
                  <a:lnTo>
                    <a:pt x="188601" y="89720"/>
                  </a:lnTo>
                  <a:lnTo>
                    <a:pt x="188153" y="89251"/>
                  </a:lnTo>
                  <a:lnTo>
                    <a:pt x="186698" y="87731"/>
                  </a:lnTo>
                  <a:lnTo>
                    <a:pt x="186359" y="88060"/>
                  </a:lnTo>
                  <a:lnTo>
                    <a:pt x="185813" y="88589"/>
                  </a:lnTo>
                  <a:lnTo>
                    <a:pt x="182518" y="91787"/>
                  </a:lnTo>
                  <a:lnTo>
                    <a:pt x="182182" y="92112"/>
                  </a:lnTo>
                  <a:lnTo>
                    <a:pt x="181636" y="92613"/>
                  </a:lnTo>
                  <a:lnTo>
                    <a:pt x="176443" y="96732"/>
                  </a:lnTo>
                  <a:lnTo>
                    <a:pt x="175926" y="97175"/>
                  </a:lnTo>
                  <a:lnTo>
                    <a:pt x="175760" y="97303"/>
                  </a:lnTo>
                  <a:lnTo>
                    <a:pt x="175593" y="97430"/>
                  </a:lnTo>
                  <a:lnTo>
                    <a:pt x="175426" y="97557"/>
                  </a:lnTo>
                  <a:lnTo>
                    <a:pt x="175257" y="97684"/>
                  </a:lnTo>
                  <a:lnTo>
                    <a:pt x="175090" y="97809"/>
                  </a:lnTo>
                  <a:lnTo>
                    <a:pt x="174922" y="97934"/>
                  </a:lnTo>
                  <a:lnTo>
                    <a:pt x="174753" y="98058"/>
                  </a:lnTo>
                  <a:lnTo>
                    <a:pt x="174584" y="98182"/>
                  </a:lnTo>
                  <a:lnTo>
                    <a:pt x="174437" y="98288"/>
                  </a:lnTo>
                  <a:lnTo>
                    <a:pt x="174294" y="98391"/>
                  </a:lnTo>
                  <a:lnTo>
                    <a:pt x="174129" y="98510"/>
                  </a:lnTo>
                  <a:lnTo>
                    <a:pt x="173963" y="98628"/>
                  </a:lnTo>
                  <a:lnTo>
                    <a:pt x="173797" y="98745"/>
                  </a:lnTo>
                  <a:lnTo>
                    <a:pt x="173606" y="98879"/>
                  </a:lnTo>
                  <a:lnTo>
                    <a:pt x="173463" y="98978"/>
                  </a:lnTo>
                  <a:lnTo>
                    <a:pt x="173296" y="99093"/>
                  </a:lnTo>
                  <a:lnTo>
                    <a:pt x="173128" y="99209"/>
                  </a:lnTo>
                  <a:lnTo>
                    <a:pt x="172960" y="99323"/>
                  </a:lnTo>
                  <a:lnTo>
                    <a:pt x="172765" y="99454"/>
                  </a:lnTo>
                  <a:lnTo>
                    <a:pt x="172370" y="99700"/>
                  </a:lnTo>
                  <a:lnTo>
                    <a:pt x="170928" y="100595"/>
                  </a:lnTo>
                  <a:lnTo>
                    <a:pt x="170799" y="100674"/>
                  </a:lnTo>
                  <a:lnTo>
                    <a:pt x="170404" y="100003"/>
                  </a:lnTo>
                  <a:lnTo>
                    <a:pt x="169927" y="100285"/>
                  </a:lnTo>
                  <a:lnTo>
                    <a:pt x="168979" y="100847"/>
                  </a:lnTo>
                  <a:lnTo>
                    <a:pt x="168842" y="100612"/>
                  </a:lnTo>
                  <a:lnTo>
                    <a:pt x="167263" y="101545"/>
                  </a:lnTo>
                  <a:lnTo>
                    <a:pt x="167460" y="101880"/>
                  </a:lnTo>
                  <a:lnTo>
                    <a:pt x="166495" y="102445"/>
                  </a:lnTo>
                  <a:lnTo>
                    <a:pt x="166049" y="101694"/>
                  </a:lnTo>
                  <a:lnTo>
                    <a:pt x="165435" y="102059"/>
                  </a:lnTo>
                  <a:lnTo>
                    <a:pt x="162015" y="104089"/>
                  </a:lnTo>
                  <a:lnTo>
                    <a:pt x="161172" y="104589"/>
                  </a:lnTo>
                  <a:lnTo>
                    <a:pt x="159826" y="105388"/>
                  </a:lnTo>
                  <a:lnTo>
                    <a:pt x="159245" y="105734"/>
                  </a:lnTo>
                  <a:lnTo>
                    <a:pt x="159637" y="106402"/>
                  </a:lnTo>
                  <a:lnTo>
                    <a:pt x="156096" y="108477"/>
                  </a:lnTo>
                  <a:lnTo>
                    <a:pt x="155667" y="108728"/>
                  </a:lnTo>
                  <a:lnTo>
                    <a:pt x="155951" y="109212"/>
                  </a:lnTo>
                  <a:lnTo>
                    <a:pt x="155733" y="109336"/>
                  </a:lnTo>
                  <a:lnTo>
                    <a:pt x="155516" y="109461"/>
                  </a:lnTo>
                  <a:lnTo>
                    <a:pt x="155300" y="109586"/>
                  </a:lnTo>
                  <a:lnTo>
                    <a:pt x="155083" y="109713"/>
                  </a:lnTo>
                  <a:lnTo>
                    <a:pt x="154867" y="109839"/>
                  </a:lnTo>
                  <a:lnTo>
                    <a:pt x="154652" y="109967"/>
                  </a:lnTo>
                  <a:lnTo>
                    <a:pt x="154437" y="110095"/>
                  </a:lnTo>
                  <a:lnTo>
                    <a:pt x="154222" y="110224"/>
                  </a:lnTo>
                  <a:lnTo>
                    <a:pt x="154008" y="110354"/>
                  </a:lnTo>
                  <a:lnTo>
                    <a:pt x="153794" y="110484"/>
                  </a:lnTo>
                  <a:lnTo>
                    <a:pt x="153580" y="110615"/>
                  </a:lnTo>
                  <a:lnTo>
                    <a:pt x="153354" y="110723"/>
                  </a:lnTo>
                  <a:lnTo>
                    <a:pt x="152961" y="110962"/>
                  </a:lnTo>
                  <a:lnTo>
                    <a:pt x="153081" y="111159"/>
                  </a:lnTo>
                  <a:lnTo>
                    <a:pt x="152933" y="111248"/>
                  </a:lnTo>
                  <a:lnTo>
                    <a:pt x="152786" y="111338"/>
                  </a:lnTo>
                  <a:lnTo>
                    <a:pt x="152347" y="111611"/>
                  </a:lnTo>
                  <a:lnTo>
                    <a:pt x="152201" y="111703"/>
                  </a:lnTo>
                  <a:lnTo>
                    <a:pt x="152056" y="111796"/>
                  </a:lnTo>
                  <a:lnTo>
                    <a:pt x="151911" y="111890"/>
                  </a:lnTo>
                  <a:lnTo>
                    <a:pt x="151767" y="111984"/>
                  </a:lnTo>
                  <a:lnTo>
                    <a:pt x="151623" y="112079"/>
                  </a:lnTo>
                  <a:lnTo>
                    <a:pt x="151336" y="112270"/>
                  </a:lnTo>
                  <a:lnTo>
                    <a:pt x="151193" y="112367"/>
                  </a:lnTo>
                  <a:lnTo>
                    <a:pt x="151051" y="112465"/>
                  </a:lnTo>
                  <a:lnTo>
                    <a:pt x="150909" y="112563"/>
                  </a:lnTo>
                  <a:lnTo>
                    <a:pt x="150768" y="112661"/>
                  </a:lnTo>
                  <a:lnTo>
                    <a:pt x="150627" y="112761"/>
                  </a:lnTo>
                  <a:lnTo>
                    <a:pt x="150486" y="112861"/>
                  </a:lnTo>
                  <a:lnTo>
                    <a:pt x="150206" y="113062"/>
                  </a:lnTo>
                  <a:lnTo>
                    <a:pt x="150067" y="113164"/>
                  </a:lnTo>
                  <a:lnTo>
                    <a:pt x="149928" y="113266"/>
                  </a:lnTo>
                  <a:lnTo>
                    <a:pt x="149514" y="113577"/>
                  </a:lnTo>
                  <a:lnTo>
                    <a:pt x="149378" y="113682"/>
                  </a:lnTo>
                  <a:lnTo>
                    <a:pt x="149241" y="113787"/>
                  </a:lnTo>
                  <a:lnTo>
                    <a:pt x="149105" y="113893"/>
                  </a:lnTo>
                  <a:lnTo>
                    <a:pt x="148969" y="114000"/>
                  </a:lnTo>
                  <a:lnTo>
                    <a:pt x="148834" y="114107"/>
                  </a:lnTo>
                  <a:lnTo>
                    <a:pt x="148700" y="114215"/>
                  </a:lnTo>
                  <a:lnTo>
                    <a:pt x="148565" y="114323"/>
                  </a:lnTo>
                  <a:lnTo>
                    <a:pt x="148432" y="114432"/>
                  </a:lnTo>
                  <a:lnTo>
                    <a:pt x="148299" y="114542"/>
                  </a:lnTo>
                  <a:lnTo>
                    <a:pt x="148034" y="114763"/>
                  </a:lnTo>
                  <a:lnTo>
                    <a:pt x="147902" y="114874"/>
                  </a:lnTo>
                  <a:lnTo>
                    <a:pt x="147771" y="114986"/>
                  </a:lnTo>
                  <a:lnTo>
                    <a:pt x="147510" y="115211"/>
                  </a:lnTo>
                  <a:lnTo>
                    <a:pt x="147380" y="115325"/>
                  </a:lnTo>
                  <a:lnTo>
                    <a:pt x="147251" y="115439"/>
                  </a:lnTo>
                  <a:lnTo>
                    <a:pt x="147122" y="115554"/>
                  </a:lnTo>
                  <a:lnTo>
                    <a:pt x="146994" y="115669"/>
                  </a:lnTo>
                  <a:lnTo>
                    <a:pt x="146845" y="115764"/>
                  </a:lnTo>
                  <a:lnTo>
                    <a:pt x="146580" y="116147"/>
                  </a:lnTo>
                  <a:lnTo>
                    <a:pt x="143639" y="119024"/>
                  </a:lnTo>
                  <a:lnTo>
                    <a:pt x="143437" y="119305"/>
                  </a:lnTo>
                  <a:lnTo>
                    <a:pt x="143323" y="119438"/>
                  </a:lnTo>
                  <a:lnTo>
                    <a:pt x="143209" y="119573"/>
                  </a:lnTo>
                  <a:lnTo>
                    <a:pt x="143096" y="119707"/>
                  </a:lnTo>
                  <a:lnTo>
                    <a:pt x="142983" y="119843"/>
                  </a:lnTo>
                  <a:lnTo>
                    <a:pt x="142872" y="119978"/>
                  </a:lnTo>
                  <a:lnTo>
                    <a:pt x="142760" y="120114"/>
                  </a:lnTo>
                  <a:lnTo>
                    <a:pt x="142539" y="120388"/>
                  </a:lnTo>
                  <a:lnTo>
                    <a:pt x="142430" y="120526"/>
                  </a:lnTo>
                  <a:lnTo>
                    <a:pt x="142321" y="120664"/>
                  </a:lnTo>
                  <a:lnTo>
                    <a:pt x="142105" y="120942"/>
                  </a:lnTo>
                  <a:lnTo>
                    <a:pt x="141998" y="121082"/>
                  </a:lnTo>
                  <a:lnTo>
                    <a:pt x="141892" y="121221"/>
                  </a:lnTo>
                  <a:lnTo>
                    <a:pt x="141658" y="121486"/>
                  </a:lnTo>
                  <a:lnTo>
                    <a:pt x="141463" y="121926"/>
                  </a:lnTo>
                  <a:lnTo>
                    <a:pt x="139705" y="124396"/>
                  </a:lnTo>
                  <a:lnTo>
                    <a:pt x="139552" y="124705"/>
                  </a:lnTo>
                  <a:lnTo>
                    <a:pt x="139458" y="124865"/>
                  </a:lnTo>
                  <a:lnTo>
                    <a:pt x="139364" y="125024"/>
                  </a:lnTo>
                  <a:lnTo>
                    <a:pt x="139272" y="125184"/>
                  </a:lnTo>
                  <a:lnTo>
                    <a:pt x="139088" y="125506"/>
                  </a:lnTo>
                  <a:lnTo>
                    <a:pt x="138997" y="125667"/>
                  </a:lnTo>
                  <a:lnTo>
                    <a:pt x="138907" y="125829"/>
                  </a:lnTo>
                  <a:lnTo>
                    <a:pt x="138808" y="126009"/>
                  </a:lnTo>
                  <a:lnTo>
                    <a:pt x="138729" y="126153"/>
                  </a:lnTo>
                  <a:lnTo>
                    <a:pt x="138641" y="126316"/>
                  </a:lnTo>
                  <a:lnTo>
                    <a:pt x="138554" y="126479"/>
                  </a:lnTo>
                  <a:lnTo>
                    <a:pt x="138468" y="126643"/>
                  </a:lnTo>
                  <a:lnTo>
                    <a:pt x="138382" y="126807"/>
                  </a:lnTo>
                  <a:lnTo>
                    <a:pt x="138297" y="126971"/>
                  </a:lnTo>
                  <a:lnTo>
                    <a:pt x="138212" y="127136"/>
                  </a:lnTo>
                  <a:lnTo>
                    <a:pt x="138110" y="127338"/>
                  </a:lnTo>
                  <a:lnTo>
                    <a:pt x="138046" y="127466"/>
                  </a:lnTo>
                  <a:lnTo>
                    <a:pt x="137963" y="127632"/>
                  </a:lnTo>
                  <a:lnTo>
                    <a:pt x="137882" y="127798"/>
                  </a:lnTo>
                  <a:lnTo>
                    <a:pt x="137721" y="128131"/>
                  </a:lnTo>
                  <a:lnTo>
                    <a:pt x="137641" y="128298"/>
                  </a:lnTo>
                  <a:lnTo>
                    <a:pt x="137540" y="128456"/>
                  </a:lnTo>
                  <a:lnTo>
                    <a:pt x="137429" y="128783"/>
                  </a:lnTo>
                  <a:lnTo>
                    <a:pt x="137362" y="128931"/>
                  </a:lnTo>
                  <a:lnTo>
                    <a:pt x="137296" y="129079"/>
                  </a:lnTo>
                  <a:lnTo>
                    <a:pt x="137230" y="129227"/>
                  </a:lnTo>
                  <a:lnTo>
                    <a:pt x="137165" y="129376"/>
                  </a:lnTo>
                  <a:lnTo>
                    <a:pt x="137101" y="129525"/>
                  </a:lnTo>
                  <a:lnTo>
                    <a:pt x="137037" y="129674"/>
                  </a:lnTo>
                  <a:lnTo>
                    <a:pt x="136975" y="129824"/>
                  </a:lnTo>
                  <a:lnTo>
                    <a:pt x="136913" y="129974"/>
                  </a:lnTo>
                  <a:lnTo>
                    <a:pt x="136851" y="130124"/>
                  </a:lnTo>
                  <a:lnTo>
                    <a:pt x="136791" y="130275"/>
                  </a:lnTo>
                  <a:lnTo>
                    <a:pt x="136731" y="130425"/>
                  </a:lnTo>
                  <a:lnTo>
                    <a:pt x="136671" y="130576"/>
                  </a:lnTo>
                  <a:lnTo>
                    <a:pt x="136613" y="130728"/>
                  </a:lnTo>
                  <a:lnTo>
                    <a:pt x="136555" y="130879"/>
                  </a:lnTo>
                  <a:lnTo>
                    <a:pt x="136498" y="131031"/>
                  </a:lnTo>
                  <a:lnTo>
                    <a:pt x="136441" y="131183"/>
                  </a:lnTo>
                  <a:lnTo>
                    <a:pt x="136357" y="131326"/>
                  </a:lnTo>
                  <a:lnTo>
                    <a:pt x="136267" y="131668"/>
                  </a:lnTo>
                  <a:lnTo>
                    <a:pt x="136210" y="131829"/>
                  </a:lnTo>
                  <a:lnTo>
                    <a:pt x="136154" y="131990"/>
                  </a:lnTo>
                  <a:lnTo>
                    <a:pt x="135989" y="132475"/>
                  </a:lnTo>
                  <a:lnTo>
                    <a:pt x="135936" y="132636"/>
                  </a:lnTo>
                  <a:lnTo>
                    <a:pt x="135883" y="132799"/>
                  </a:lnTo>
                  <a:lnTo>
                    <a:pt x="135831" y="132961"/>
                  </a:lnTo>
                  <a:lnTo>
                    <a:pt x="135780" y="133124"/>
                  </a:lnTo>
                  <a:lnTo>
                    <a:pt x="135729" y="133287"/>
                  </a:lnTo>
                  <a:lnTo>
                    <a:pt x="135679" y="133450"/>
                  </a:lnTo>
                  <a:lnTo>
                    <a:pt x="135630" y="133613"/>
                  </a:lnTo>
                  <a:lnTo>
                    <a:pt x="135581" y="133776"/>
                  </a:lnTo>
                  <a:lnTo>
                    <a:pt x="135533" y="133940"/>
                  </a:lnTo>
                  <a:lnTo>
                    <a:pt x="135394" y="134433"/>
                  </a:lnTo>
                  <a:lnTo>
                    <a:pt x="135349" y="134597"/>
                  </a:lnTo>
                  <a:lnTo>
                    <a:pt x="135296" y="134794"/>
                  </a:lnTo>
                  <a:lnTo>
                    <a:pt x="135218" y="135092"/>
                  </a:lnTo>
                  <a:lnTo>
                    <a:pt x="135176" y="135257"/>
                  </a:lnTo>
                  <a:lnTo>
                    <a:pt x="135135" y="135423"/>
                  </a:lnTo>
                  <a:lnTo>
                    <a:pt x="135094" y="135588"/>
                  </a:lnTo>
                  <a:lnTo>
                    <a:pt x="135025" y="135746"/>
                  </a:lnTo>
                  <a:lnTo>
                    <a:pt x="135018" y="136207"/>
                  </a:lnTo>
                  <a:lnTo>
                    <a:pt x="134350" y="139090"/>
                  </a:lnTo>
                  <a:lnTo>
                    <a:pt x="134302" y="139551"/>
                  </a:lnTo>
                  <a:lnTo>
                    <a:pt x="134231" y="139993"/>
                  </a:lnTo>
                  <a:lnTo>
                    <a:pt x="134161" y="140435"/>
                  </a:lnTo>
                  <a:lnTo>
                    <a:pt x="134091" y="140876"/>
                  </a:lnTo>
                  <a:lnTo>
                    <a:pt x="134022" y="141318"/>
                  </a:lnTo>
                  <a:lnTo>
                    <a:pt x="133954" y="141760"/>
                  </a:lnTo>
                  <a:lnTo>
                    <a:pt x="133887" y="142202"/>
                  </a:lnTo>
                  <a:lnTo>
                    <a:pt x="133820" y="142645"/>
                  </a:lnTo>
                  <a:lnTo>
                    <a:pt x="133754" y="143087"/>
                  </a:lnTo>
                  <a:lnTo>
                    <a:pt x="133689" y="143529"/>
                  </a:lnTo>
                  <a:lnTo>
                    <a:pt x="133624" y="143972"/>
                  </a:lnTo>
                  <a:lnTo>
                    <a:pt x="133561" y="144415"/>
                  </a:lnTo>
                  <a:lnTo>
                    <a:pt x="133498" y="144858"/>
                  </a:lnTo>
                  <a:lnTo>
                    <a:pt x="133409" y="145297"/>
                  </a:lnTo>
                  <a:lnTo>
                    <a:pt x="133386" y="145637"/>
                  </a:lnTo>
                  <a:lnTo>
                    <a:pt x="132698" y="150086"/>
                  </a:lnTo>
                  <a:lnTo>
                    <a:pt x="132731" y="150570"/>
                  </a:lnTo>
                  <a:lnTo>
                    <a:pt x="132212" y="153411"/>
                  </a:lnTo>
                  <a:lnTo>
                    <a:pt x="132168" y="153891"/>
                  </a:lnTo>
                  <a:lnTo>
                    <a:pt x="131440" y="158625"/>
                  </a:lnTo>
                  <a:lnTo>
                    <a:pt x="131417" y="158971"/>
                  </a:lnTo>
                  <a:lnTo>
                    <a:pt x="130683" y="163732"/>
                  </a:lnTo>
                  <a:lnTo>
                    <a:pt x="130663" y="164078"/>
                  </a:lnTo>
                  <a:lnTo>
                    <a:pt x="129927" y="168860"/>
                  </a:lnTo>
                  <a:lnTo>
                    <a:pt x="129961" y="169323"/>
                  </a:lnTo>
                  <a:lnTo>
                    <a:pt x="129432" y="172206"/>
                  </a:lnTo>
                  <a:lnTo>
                    <a:pt x="129390" y="172668"/>
                  </a:lnTo>
                  <a:lnTo>
                    <a:pt x="128344" y="179536"/>
                  </a:lnTo>
                  <a:lnTo>
                    <a:pt x="128321" y="179905"/>
                  </a:lnTo>
                  <a:lnTo>
                    <a:pt x="127489" y="185366"/>
                  </a:lnTo>
                  <a:lnTo>
                    <a:pt x="127464" y="185756"/>
                  </a:lnTo>
                  <a:lnTo>
                    <a:pt x="126256" y="193477"/>
                  </a:lnTo>
                  <a:lnTo>
                    <a:pt x="126231" y="193855"/>
                  </a:lnTo>
                  <a:lnTo>
                    <a:pt x="126298" y="194102"/>
                  </a:lnTo>
                  <a:lnTo>
                    <a:pt x="125775" y="196947"/>
                  </a:lnTo>
                  <a:lnTo>
                    <a:pt x="125716" y="197144"/>
                  </a:lnTo>
                  <a:lnTo>
                    <a:pt x="125698" y="197532"/>
                  </a:lnTo>
                  <a:lnTo>
                    <a:pt x="124242" y="207325"/>
                  </a:lnTo>
                  <a:lnTo>
                    <a:pt x="124215" y="207717"/>
                  </a:lnTo>
                  <a:lnTo>
                    <a:pt x="123385" y="213330"/>
                  </a:lnTo>
                  <a:lnTo>
                    <a:pt x="123034" y="215711"/>
                  </a:lnTo>
                  <a:lnTo>
                    <a:pt x="122791" y="215675"/>
                  </a:lnTo>
                  <a:lnTo>
                    <a:pt x="122673" y="216449"/>
                  </a:lnTo>
                  <a:lnTo>
                    <a:pt x="122828" y="216472"/>
                  </a:lnTo>
                  <a:lnTo>
                    <a:pt x="122410" y="219300"/>
                  </a:lnTo>
                  <a:lnTo>
                    <a:pt x="122255" y="219277"/>
                  </a:lnTo>
                  <a:lnTo>
                    <a:pt x="122215" y="219542"/>
                  </a:lnTo>
                  <a:lnTo>
                    <a:pt x="121689" y="219466"/>
                  </a:lnTo>
                  <a:lnTo>
                    <a:pt x="121574" y="220225"/>
                  </a:lnTo>
                  <a:lnTo>
                    <a:pt x="121025" y="223823"/>
                  </a:lnTo>
                  <a:lnTo>
                    <a:pt x="120281" y="223691"/>
                  </a:lnTo>
                  <a:lnTo>
                    <a:pt x="120170" y="224435"/>
                  </a:lnTo>
                  <a:lnTo>
                    <a:pt x="119733" y="227079"/>
                  </a:lnTo>
                  <a:lnTo>
                    <a:pt x="119642" y="228043"/>
                  </a:lnTo>
                  <a:lnTo>
                    <a:pt x="119250" y="230706"/>
                  </a:lnTo>
                  <a:lnTo>
                    <a:pt x="119142" y="231448"/>
                  </a:lnTo>
                  <a:lnTo>
                    <a:pt x="119853" y="231550"/>
                  </a:lnTo>
                  <a:lnTo>
                    <a:pt x="119353" y="235131"/>
                  </a:lnTo>
                  <a:lnTo>
                    <a:pt x="119242" y="235918"/>
                  </a:lnTo>
                  <a:lnTo>
                    <a:pt x="119793" y="235997"/>
                  </a:lnTo>
                  <a:lnTo>
                    <a:pt x="119751" y="236282"/>
                  </a:lnTo>
                  <a:lnTo>
                    <a:pt x="119961" y="236312"/>
                  </a:lnTo>
                  <a:lnTo>
                    <a:pt x="119460" y="239706"/>
                  </a:lnTo>
                  <a:lnTo>
                    <a:pt x="119157" y="239662"/>
                  </a:lnTo>
                  <a:lnTo>
                    <a:pt x="119054" y="240372"/>
                  </a:lnTo>
                  <a:lnTo>
                    <a:pt x="119321" y="240412"/>
                  </a:lnTo>
                  <a:lnTo>
                    <a:pt x="118346" y="247039"/>
                  </a:lnTo>
                  <a:lnTo>
                    <a:pt x="118069" y="246997"/>
                  </a:lnTo>
                  <a:lnTo>
                    <a:pt x="117964" y="247700"/>
                  </a:lnTo>
                  <a:lnTo>
                    <a:pt x="118243" y="247742"/>
                  </a:lnTo>
                  <a:lnTo>
                    <a:pt x="117746" y="251109"/>
                  </a:lnTo>
                  <a:lnTo>
                    <a:pt x="117520" y="251073"/>
                  </a:lnTo>
                  <a:lnTo>
                    <a:pt x="117420" y="251792"/>
                  </a:lnTo>
                  <a:lnTo>
                    <a:pt x="117689" y="251830"/>
                  </a:lnTo>
                  <a:lnTo>
                    <a:pt x="117638" y="252180"/>
                  </a:lnTo>
                  <a:lnTo>
                    <a:pt x="116903" y="257203"/>
                  </a:lnTo>
                  <a:lnTo>
                    <a:pt x="116479" y="259855"/>
                  </a:lnTo>
                  <a:lnTo>
                    <a:pt x="116452" y="260021"/>
                  </a:lnTo>
                  <a:lnTo>
                    <a:pt x="116424" y="260187"/>
                  </a:lnTo>
                  <a:lnTo>
                    <a:pt x="116395" y="260353"/>
                  </a:lnTo>
                  <a:lnTo>
                    <a:pt x="116365" y="260519"/>
                  </a:lnTo>
                  <a:lnTo>
                    <a:pt x="116335" y="260685"/>
                  </a:lnTo>
                  <a:lnTo>
                    <a:pt x="116303" y="260850"/>
                  </a:lnTo>
                  <a:lnTo>
                    <a:pt x="116266" y="261044"/>
                  </a:lnTo>
                  <a:lnTo>
                    <a:pt x="116239" y="261181"/>
                  </a:lnTo>
                  <a:lnTo>
                    <a:pt x="116205" y="261346"/>
                  </a:lnTo>
                  <a:lnTo>
                    <a:pt x="116171" y="261511"/>
                  </a:lnTo>
                  <a:lnTo>
                    <a:pt x="116100" y="261841"/>
                  </a:lnTo>
                  <a:lnTo>
                    <a:pt x="116063" y="262005"/>
                  </a:lnTo>
                  <a:lnTo>
                    <a:pt x="116026" y="262169"/>
                  </a:lnTo>
                  <a:lnTo>
                    <a:pt x="115987" y="262338"/>
                  </a:lnTo>
                  <a:lnTo>
                    <a:pt x="115949" y="262498"/>
                  </a:lnTo>
                  <a:lnTo>
                    <a:pt x="115909" y="262661"/>
                  </a:lnTo>
                  <a:lnTo>
                    <a:pt x="115869" y="262825"/>
                  </a:lnTo>
                  <a:lnTo>
                    <a:pt x="115828" y="262988"/>
                  </a:lnTo>
                  <a:lnTo>
                    <a:pt x="115786" y="263152"/>
                  </a:lnTo>
                  <a:lnTo>
                    <a:pt x="115700" y="263477"/>
                  </a:lnTo>
                  <a:lnTo>
                    <a:pt x="115610" y="263802"/>
                  </a:lnTo>
                  <a:lnTo>
                    <a:pt x="115565" y="263965"/>
                  </a:lnTo>
                  <a:lnTo>
                    <a:pt x="115471" y="264288"/>
                  </a:lnTo>
                  <a:lnTo>
                    <a:pt x="115423" y="264450"/>
                  </a:lnTo>
                  <a:lnTo>
                    <a:pt x="115374" y="264611"/>
                  </a:lnTo>
                  <a:lnTo>
                    <a:pt x="115298" y="264765"/>
                  </a:lnTo>
                  <a:lnTo>
                    <a:pt x="115188" y="265124"/>
                  </a:lnTo>
                  <a:lnTo>
                    <a:pt x="115119" y="265319"/>
                  </a:lnTo>
                  <a:lnTo>
                    <a:pt x="115247" y="265367"/>
                  </a:lnTo>
                  <a:lnTo>
                    <a:pt x="114394" y="267751"/>
                  </a:lnTo>
                  <a:lnTo>
                    <a:pt x="114148" y="268042"/>
                  </a:lnTo>
                  <a:lnTo>
                    <a:pt x="114076" y="268244"/>
                  </a:lnTo>
                  <a:lnTo>
                    <a:pt x="113965" y="268615"/>
                  </a:lnTo>
                  <a:lnTo>
                    <a:pt x="113904" y="268763"/>
                  </a:lnTo>
                  <a:lnTo>
                    <a:pt x="113780" y="269059"/>
                  </a:lnTo>
                  <a:lnTo>
                    <a:pt x="113717" y="269207"/>
                  </a:lnTo>
                  <a:lnTo>
                    <a:pt x="113653" y="269354"/>
                  </a:lnTo>
                  <a:lnTo>
                    <a:pt x="113588" y="269501"/>
                  </a:lnTo>
                  <a:lnTo>
                    <a:pt x="113523" y="269648"/>
                  </a:lnTo>
                  <a:lnTo>
                    <a:pt x="113457" y="269794"/>
                  </a:lnTo>
                  <a:lnTo>
                    <a:pt x="113390" y="269940"/>
                  </a:lnTo>
                  <a:lnTo>
                    <a:pt x="113323" y="270085"/>
                  </a:lnTo>
                  <a:lnTo>
                    <a:pt x="113255" y="270231"/>
                  </a:lnTo>
                  <a:lnTo>
                    <a:pt x="113186" y="270376"/>
                  </a:lnTo>
                  <a:lnTo>
                    <a:pt x="113117" y="270520"/>
                  </a:lnTo>
                  <a:lnTo>
                    <a:pt x="113047" y="270665"/>
                  </a:lnTo>
                  <a:lnTo>
                    <a:pt x="112976" y="270809"/>
                  </a:lnTo>
                  <a:lnTo>
                    <a:pt x="112905" y="270952"/>
                  </a:lnTo>
                  <a:lnTo>
                    <a:pt x="112832" y="271095"/>
                  </a:lnTo>
                  <a:lnTo>
                    <a:pt x="112759" y="271238"/>
                  </a:lnTo>
                  <a:lnTo>
                    <a:pt x="112686" y="271381"/>
                  </a:lnTo>
                  <a:lnTo>
                    <a:pt x="112612" y="271523"/>
                  </a:lnTo>
                  <a:lnTo>
                    <a:pt x="112461" y="271806"/>
                  </a:lnTo>
                  <a:lnTo>
                    <a:pt x="112385" y="271948"/>
                  </a:lnTo>
                  <a:lnTo>
                    <a:pt x="112230" y="272229"/>
                  </a:lnTo>
                  <a:lnTo>
                    <a:pt x="112152" y="272369"/>
                  </a:lnTo>
                  <a:lnTo>
                    <a:pt x="112073" y="272508"/>
                  </a:lnTo>
                  <a:lnTo>
                    <a:pt x="111994" y="272648"/>
                  </a:lnTo>
                  <a:lnTo>
                    <a:pt x="111913" y="272786"/>
                  </a:lnTo>
                  <a:lnTo>
                    <a:pt x="111832" y="272925"/>
                  </a:lnTo>
                  <a:lnTo>
                    <a:pt x="111751" y="273063"/>
                  </a:lnTo>
                  <a:lnTo>
                    <a:pt x="111669" y="273201"/>
                  </a:lnTo>
                  <a:lnTo>
                    <a:pt x="111586" y="273338"/>
                  </a:lnTo>
                  <a:lnTo>
                    <a:pt x="111502" y="273475"/>
                  </a:lnTo>
                  <a:lnTo>
                    <a:pt x="111418" y="273611"/>
                  </a:lnTo>
                  <a:lnTo>
                    <a:pt x="111247" y="273883"/>
                  </a:lnTo>
                  <a:lnTo>
                    <a:pt x="111161" y="274018"/>
                  </a:lnTo>
                  <a:lnTo>
                    <a:pt x="110987" y="274288"/>
                  </a:lnTo>
                  <a:lnTo>
                    <a:pt x="110899" y="274422"/>
                  </a:lnTo>
                  <a:lnTo>
                    <a:pt x="110810" y="274555"/>
                  </a:lnTo>
                  <a:lnTo>
                    <a:pt x="110631" y="274821"/>
                  </a:lnTo>
                  <a:lnTo>
                    <a:pt x="110540" y="274953"/>
                  </a:lnTo>
                  <a:lnTo>
                    <a:pt x="110449" y="275085"/>
                  </a:lnTo>
                  <a:lnTo>
                    <a:pt x="110332" y="275201"/>
                  </a:lnTo>
                  <a:lnTo>
                    <a:pt x="110118" y="275508"/>
                  </a:lnTo>
                  <a:lnTo>
                    <a:pt x="110094" y="275767"/>
                  </a:lnTo>
                  <a:lnTo>
                    <a:pt x="108261" y="277991"/>
                  </a:lnTo>
                  <a:lnTo>
                    <a:pt x="103540" y="282734"/>
                  </a:lnTo>
                  <a:lnTo>
                    <a:pt x="102635" y="283503"/>
                  </a:lnTo>
                  <a:lnTo>
                    <a:pt x="102507" y="283603"/>
                  </a:lnTo>
                  <a:lnTo>
                    <a:pt x="102380" y="283703"/>
                  </a:lnTo>
                  <a:lnTo>
                    <a:pt x="102251" y="283802"/>
                  </a:lnTo>
                  <a:lnTo>
                    <a:pt x="102122" y="283900"/>
                  </a:lnTo>
                  <a:lnTo>
                    <a:pt x="101993" y="283998"/>
                  </a:lnTo>
                  <a:lnTo>
                    <a:pt x="101733" y="284191"/>
                  </a:lnTo>
                  <a:lnTo>
                    <a:pt x="101602" y="284287"/>
                  </a:lnTo>
                  <a:lnTo>
                    <a:pt x="101471" y="284383"/>
                  </a:lnTo>
                  <a:lnTo>
                    <a:pt x="101207" y="284571"/>
                  </a:lnTo>
                  <a:lnTo>
                    <a:pt x="101075" y="284665"/>
                  </a:lnTo>
                  <a:lnTo>
                    <a:pt x="100808" y="284850"/>
                  </a:lnTo>
                  <a:lnTo>
                    <a:pt x="100675" y="284941"/>
                  </a:lnTo>
                  <a:lnTo>
                    <a:pt x="100540" y="285032"/>
                  </a:lnTo>
                  <a:lnTo>
                    <a:pt x="100406" y="285123"/>
                  </a:lnTo>
                  <a:lnTo>
                    <a:pt x="100271" y="285212"/>
                  </a:lnTo>
                  <a:lnTo>
                    <a:pt x="100135" y="285301"/>
                  </a:lnTo>
                  <a:lnTo>
                    <a:pt x="99999" y="285390"/>
                  </a:lnTo>
                  <a:lnTo>
                    <a:pt x="99863" y="285477"/>
                  </a:lnTo>
                  <a:lnTo>
                    <a:pt x="99726" y="285564"/>
                  </a:lnTo>
                  <a:lnTo>
                    <a:pt x="99589" y="285651"/>
                  </a:lnTo>
                  <a:lnTo>
                    <a:pt x="99314" y="285822"/>
                  </a:lnTo>
                  <a:lnTo>
                    <a:pt x="99176" y="285907"/>
                  </a:lnTo>
                  <a:lnTo>
                    <a:pt x="99037" y="285991"/>
                  </a:lnTo>
                  <a:lnTo>
                    <a:pt x="98898" y="286074"/>
                  </a:lnTo>
                  <a:lnTo>
                    <a:pt x="98759" y="286156"/>
                  </a:lnTo>
                  <a:lnTo>
                    <a:pt x="98619" y="286238"/>
                  </a:lnTo>
                  <a:lnTo>
                    <a:pt x="98478" y="286320"/>
                  </a:lnTo>
                  <a:lnTo>
                    <a:pt x="98197" y="286480"/>
                  </a:lnTo>
                  <a:lnTo>
                    <a:pt x="98056" y="286559"/>
                  </a:lnTo>
                  <a:lnTo>
                    <a:pt x="97914" y="286638"/>
                  </a:lnTo>
                  <a:lnTo>
                    <a:pt x="97772" y="286716"/>
                  </a:lnTo>
                  <a:lnTo>
                    <a:pt x="97629" y="286793"/>
                  </a:lnTo>
                  <a:lnTo>
                    <a:pt x="97487" y="286870"/>
                  </a:lnTo>
                  <a:lnTo>
                    <a:pt x="97343" y="286946"/>
                  </a:lnTo>
                  <a:lnTo>
                    <a:pt x="97200" y="287021"/>
                  </a:lnTo>
                  <a:lnTo>
                    <a:pt x="97056" y="287096"/>
                  </a:lnTo>
                  <a:lnTo>
                    <a:pt x="96912" y="287170"/>
                  </a:lnTo>
                  <a:lnTo>
                    <a:pt x="96622" y="287316"/>
                  </a:lnTo>
                  <a:lnTo>
                    <a:pt x="96477" y="287388"/>
                  </a:lnTo>
                  <a:lnTo>
                    <a:pt x="96332" y="287459"/>
                  </a:lnTo>
                  <a:lnTo>
                    <a:pt x="96186" y="287530"/>
                  </a:lnTo>
                  <a:lnTo>
                    <a:pt x="96040" y="287600"/>
                  </a:lnTo>
                  <a:lnTo>
                    <a:pt x="95893" y="287669"/>
                  </a:lnTo>
                  <a:lnTo>
                    <a:pt x="95746" y="287737"/>
                  </a:lnTo>
                  <a:lnTo>
                    <a:pt x="95586" y="287780"/>
                  </a:lnTo>
                  <a:lnTo>
                    <a:pt x="95283" y="287956"/>
                  </a:lnTo>
                  <a:lnTo>
                    <a:pt x="95025" y="288070"/>
                  </a:lnTo>
                  <a:lnTo>
                    <a:pt x="94767" y="288184"/>
                  </a:lnTo>
                  <a:lnTo>
                    <a:pt x="94384" y="288352"/>
                  </a:lnTo>
                  <a:lnTo>
                    <a:pt x="94200" y="288431"/>
                  </a:lnTo>
                  <a:lnTo>
                    <a:pt x="93993" y="288521"/>
                  </a:lnTo>
                  <a:lnTo>
                    <a:pt x="93734" y="288631"/>
                  </a:lnTo>
                  <a:lnTo>
                    <a:pt x="93475" y="288742"/>
                  </a:lnTo>
                  <a:lnTo>
                    <a:pt x="93215" y="288851"/>
                  </a:lnTo>
                  <a:lnTo>
                    <a:pt x="92955" y="288960"/>
                  </a:lnTo>
                  <a:lnTo>
                    <a:pt x="92672" y="289077"/>
                  </a:lnTo>
                  <a:lnTo>
                    <a:pt x="92435" y="289175"/>
                  </a:lnTo>
                  <a:lnTo>
                    <a:pt x="92174" y="289282"/>
                  </a:lnTo>
                  <a:lnTo>
                    <a:pt x="91914" y="289388"/>
                  </a:lnTo>
                  <a:lnTo>
                    <a:pt x="91652" y="289493"/>
                  </a:lnTo>
                  <a:lnTo>
                    <a:pt x="91391" y="289597"/>
                  </a:lnTo>
                  <a:lnTo>
                    <a:pt x="91129" y="289701"/>
                  </a:lnTo>
                  <a:lnTo>
                    <a:pt x="90867" y="289804"/>
                  </a:lnTo>
                  <a:lnTo>
                    <a:pt x="90757" y="289441"/>
                  </a:lnTo>
                  <a:lnTo>
                    <a:pt x="87129" y="287601"/>
                  </a:lnTo>
                  <a:lnTo>
                    <a:pt x="86801" y="287764"/>
                  </a:lnTo>
                  <a:lnTo>
                    <a:pt x="64708" y="296579"/>
                  </a:lnTo>
                  <a:lnTo>
                    <a:pt x="56177" y="299968"/>
                  </a:lnTo>
                  <a:lnTo>
                    <a:pt x="44572" y="304605"/>
                  </a:lnTo>
                  <a:lnTo>
                    <a:pt x="43703" y="304915"/>
                  </a:lnTo>
                  <a:lnTo>
                    <a:pt x="42591" y="305951"/>
                  </a:lnTo>
                  <a:lnTo>
                    <a:pt x="39093" y="310121"/>
                  </a:lnTo>
                  <a:lnTo>
                    <a:pt x="38097" y="311259"/>
                  </a:lnTo>
                  <a:lnTo>
                    <a:pt x="37493" y="313798"/>
                  </a:lnTo>
                  <a:lnTo>
                    <a:pt x="31743" y="335380"/>
                  </a:lnTo>
                  <a:lnTo>
                    <a:pt x="29003" y="345615"/>
                  </a:lnTo>
                  <a:lnTo>
                    <a:pt x="28263" y="348338"/>
                  </a:lnTo>
                  <a:lnTo>
                    <a:pt x="27485" y="351351"/>
                  </a:lnTo>
                  <a:lnTo>
                    <a:pt x="20910" y="375647"/>
                  </a:lnTo>
                  <a:lnTo>
                    <a:pt x="20370" y="377606"/>
                  </a:lnTo>
                  <a:lnTo>
                    <a:pt x="24030" y="378618"/>
                  </a:lnTo>
                  <a:lnTo>
                    <a:pt x="23939" y="378958"/>
                  </a:lnTo>
                  <a:lnTo>
                    <a:pt x="24326" y="379066"/>
                  </a:lnTo>
                  <a:lnTo>
                    <a:pt x="23508" y="381748"/>
                  </a:lnTo>
                  <a:lnTo>
                    <a:pt x="23443" y="382220"/>
                  </a:lnTo>
                  <a:lnTo>
                    <a:pt x="23343" y="382613"/>
                  </a:lnTo>
                  <a:lnTo>
                    <a:pt x="23242" y="383005"/>
                  </a:lnTo>
                  <a:lnTo>
                    <a:pt x="23141" y="383398"/>
                  </a:lnTo>
                  <a:lnTo>
                    <a:pt x="23039" y="383790"/>
                  </a:lnTo>
                  <a:lnTo>
                    <a:pt x="22936" y="384182"/>
                  </a:lnTo>
                  <a:lnTo>
                    <a:pt x="22901" y="384312"/>
                  </a:lnTo>
                  <a:lnTo>
                    <a:pt x="22832" y="384573"/>
                  </a:lnTo>
                  <a:lnTo>
                    <a:pt x="22728" y="384965"/>
                  </a:lnTo>
                  <a:lnTo>
                    <a:pt x="22623" y="385356"/>
                  </a:lnTo>
                  <a:lnTo>
                    <a:pt x="22518" y="385747"/>
                  </a:lnTo>
                  <a:lnTo>
                    <a:pt x="22411" y="386138"/>
                  </a:lnTo>
                  <a:lnTo>
                    <a:pt x="22304" y="386529"/>
                  </a:lnTo>
                  <a:lnTo>
                    <a:pt x="22197" y="386920"/>
                  </a:lnTo>
                  <a:lnTo>
                    <a:pt x="22088" y="387310"/>
                  </a:lnTo>
                  <a:lnTo>
                    <a:pt x="21979" y="387700"/>
                  </a:lnTo>
                  <a:lnTo>
                    <a:pt x="21843" y="388082"/>
                  </a:lnTo>
                  <a:lnTo>
                    <a:pt x="21773" y="388419"/>
                  </a:lnTo>
                  <a:lnTo>
                    <a:pt x="21690" y="388700"/>
                  </a:lnTo>
                  <a:lnTo>
                    <a:pt x="21607" y="388980"/>
                  </a:lnTo>
                  <a:lnTo>
                    <a:pt x="21523" y="389261"/>
                  </a:lnTo>
                  <a:lnTo>
                    <a:pt x="21439" y="389541"/>
                  </a:lnTo>
                  <a:lnTo>
                    <a:pt x="21354" y="389821"/>
                  </a:lnTo>
                  <a:lnTo>
                    <a:pt x="21268" y="390101"/>
                  </a:lnTo>
                  <a:lnTo>
                    <a:pt x="21181" y="390380"/>
                  </a:lnTo>
                  <a:lnTo>
                    <a:pt x="21094" y="390659"/>
                  </a:lnTo>
                  <a:lnTo>
                    <a:pt x="21006" y="390939"/>
                  </a:lnTo>
                  <a:lnTo>
                    <a:pt x="20918" y="391217"/>
                  </a:lnTo>
                  <a:lnTo>
                    <a:pt x="20828" y="391496"/>
                  </a:lnTo>
                  <a:lnTo>
                    <a:pt x="20738" y="391774"/>
                  </a:lnTo>
                  <a:lnTo>
                    <a:pt x="20648" y="392053"/>
                  </a:lnTo>
                  <a:lnTo>
                    <a:pt x="20556" y="392331"/>
                  </a:lnTo>
                  <a:lnTo>
                    <a:pt x="20464" y="392608"/>
                  </a:lnTo>
                  <a:lnTo>
                    <a:pt x="20371" y="392886"/>
                  </a:lnTo>
                  <a:lnTo>
                    <a:pt x="20278" y="393163"/>
                  </a:lnTo>
                  <a:lnTo>
                    <a:pt x="20184" y="393440"/>
                  </a:lnTo>
                  <a:lnTo>
                    <a:pt x="20064" y="393709"/>
                  </a:lnTo>
                  <a:lnTo>
                    <a:pt x="19969" y="394054"/>
                  </a:lnTo>
                  <a:lnTo>
                    <a:pt x="16981" y="402321"/>
                  </a:lnTo>
                  <a:lnTo>
                    <a:pt x="16729" y="402229"/>
                  </a:lnTo>
                  <a:lnTo>
                    <a:pt x="16466" y="402958"/>
                  </a:lnTo>
                  <a:lnTo>
                    <a:pt x="16626" y="403017"/>
                  </a:lnTo>
                  <a:lnTo>
                    <a:pt x="15797" y="405298"/>
                  </a:lnTo>
                  <a:lnTo>
                    <a:pt x="15536" y="406019"/>
                  </a:lnTo>
                  <a:lnTo>
                    <a:pt x="14905" y="407369"/>
                  </a:lnTo>
                  <a:lnTo>
                    <a:pt x="14823" y="407594"/>
                  </a:lnTo>
                  <a:lnTo>
                    <a:pt x="14329" y="407414"/>
                  </a:lnTo>
                  <a:lnTo>
                    <a:pt x="14095" y="408066"/>
                  </a:lnTo>
                  <a:lnTo>
                    <a:pt x="13841" y="408682"/>
                  </a:lnTo>
                  <a:lnTo>
                    <a:pt x="13648" y="409212"/>
                  </a:lnTo>
                  <a:lnTo>
                    <a:pt x="13420" y="409835"/>
                  </a:lnTo>
                  <a:lnTo>
                    <a:pt x="12735" y="409588"/>
                  </a:lnTo>
                  <a:lnTo>
                    <a:pt x="12478" y="410294"/>
                  </a:lnTo>
                  <a:lnTo>
                    <a:pt x="11286" y="413317"/>
                  </a:lnTo>
                  <a:lnTo>
                    <a:pt x="11012" y="414324"/>
                  </a:lnTo>
                  <a:lnTo>
                    <a:pt x="9893" y="417385"/>
                  </a:lnTo>
                  <a:lnTo>
                    <a:pt x="9635" y="418089"/>
                  </a:lnTo>
                  <a:lnTo>
                    <a:pt x="9940" y="418294"/>
                  </a:lnTo>
                  <a:lnTo>
                    <a:pt x="10316" y="418431"/>
                  </a:lnTo>
                  <a:lnTo>
                    <a:pt x="9710" y="420127"/>
                  </a:lnTo>
                  <a:lnTo>
                    <a:pt x="9473" y="420789"/>
                  </a:lnTo>
                  <a:lnTo>
                    <a:pt x="9915" y="420949"/>
                  </a:lnTo>
                  <a:lnTo>
                    <a:pt x="9856" y="421114"/>
                  </a:lnTo>
                  <a:lnTo>
                    <a:pt x="10176" y="421232"/>
                  </a:lnTo>
                  <a:lnTo>
                    <a:pt x="9235" y="423848"/>
                  </a:lnTo>
                  <a:lnTo>
                    <a:pt x="9042" y="423777"/>
                  </a:lnTo>
                  <a:lnTo>
                    <a:pt x="8785" y="424481"/>
                  </a:lnTo>
                  <a:lnTo>
                    <a:pt x="8912" y="424529"/>
                  </a:lnTo>
                  <a:lnTo>
                    <a:pt x="8453" y="425798"/>
                  </a:lnTo>
                  <a:lnTo>
                    <a:pt x="5336" y="434316"/>
                  </a:lnTo>
                  <a:lnTo>
                    <a:pt x="5233" y="434691"/>
                  </a:lnTo>
                  <a:lnTo>
                    <a:pt x="4436" y="436792"/>
                  </a:lnTo>
                  <a:lnTo>
                    <a:pt x="4331" y="437163"/>
                  </a:lnTo>
                  <a:lnTo>
                    <a:pt x="960" y="446367"/>
                  </a:lnTo>
                  <a:lnTo>
                    <a:pt x="857" y="446958"/>
                  </a:lnTo>
                  <a:lnTo>
                    <a:pt x="0" y="449317"/>
                  </a:lnTo>
                  <a:lnTo>
                    <a:pt x="1894" y="449277"/>
                  </a:lnTo>
                  <a:lnTo>
                    <a:pt x="4875" y="449213"/>
                  </a:lnTo>
                  <a:lnTo>
                    <a:pt x="8259" y="449140"/>
                  </a:lnTo>
                  <a:lnTo>
                    <a:pt x="65121" y="446677"/>
                  </a:lnTo>
                  <a:lnTo>
                    <a:pt x="69601" y="445905"/>
                  </a:lnTo>
                  <a:lnTo>
                    <a:pt x="73653" y="445206"/>
                  </a:lnTo>
                  <a:lnTo>
                    <a:pt x="109867" y="448557"/>
                  </a:lnTo>
                  <a:lnTo>
                    <a:pt x="114364" y="449258"/>
                  </a:lnTo>
                  <a:lnTo>
                    <a:pt x="117101" y="449685"/>
                  </a:lnTo>
                  <a:lnTo>
                    <a:pt x="143172" y="453714"/>
                  </a:lnTo>
                  <a:lnTo>
                    <a:pt x="184491" y="457520"/>
                  </a:lnTo>
                  <a:lnTo>
                    <a:pt x="211799" y="458550"/>
                  </a:lnTo>
                  <a:lnTo>
                    <a:pt x="211738" y="459446"/>
                  </a:lnTo>
                  <a:lnTo>
                    <a:pt x="211618" y="461208"/>
                  </a:lnTo>
                  <a:lnTo>
                    <a:pt x="221438" y="467011"/>
                  </a:lnTo>
                  <a:lnTo>
                    <a:pt x="222208" y="467166"/>
                  </a:lnTo>
                  <a:lnTo>
                    <a:pt x="222170" y="467354"/>
                  </a:lnTo>
                  <a:lnTo>
                    <a:pt x="225563" y="468018"/>
                  </a:lnTo>
                  <a:lnTo>
                    <a:pt x="225599" y="467831"/>
                  </a:lnTo>
                  <a:lnTo>
                    <a:pt x="226375" y="467990"/>
                  </a:lnTo>
                  <a:lnTo>
                    <a:pt x="226398" y="468183"/>
                  </a:lnTo>
                  <a:lnTo>
                    <a:pt x="229998" y="468817"/>
                  </a:lnTo>
                  <a:lnTo>
                    <a:pt x="230320" y="468815"/>
                  </a:lnTo>
                  <a:lnTo>
                    <a:pt x="231109" y="469056"/>
                  </a:lnTo>
                  <a:lnTo>
                    <a:pt x="231445" y="469121"/>
                  </a:lnTo>
                  <a:lnTo>
                    <a:pt x="234845" y="469839"/>
                  </a:lnTo>
                  <a:lnTo>
                    <a:pt x="244817" y="471809"/>
                  </a:lnTo>
                  <a:lnTo>
                    <a:pt x="248227" y="472416"/>
                  </a:lnTo>
                  <a:lnTo>
                    <a:pt x="249691" y="472776"/>
                  </a:lnTo>
                  <a:lnTo>
                    <a:pt x="252037" y="473255"/>
                  </a:lnTo>
                  <a:lnTo>
                    <a:pt x="252087" y="473012"/>
                  </a:lnTo>
                  <a:lnTo>
                    <a:pt x="253066" y="473209"/>
                  </a:lnTo>
                  <a:lnTo>
                    <a:pt x="253017" y="473454"/>
                  </a:lnTo>
                  <a:lnTo>
                    <a:pt x="256773" y="474134"/>
                  </a:lnTo>
                  <a:lnTo>
                    <a:pt x="258087" y="474410"/>
                  </a:lnTo>
                  <a:lnTo>
                    <a:pt x="263635" y="475937"/>
                  </a:lnTo>
                  <a:lnTo>
                    <a:pt x="265541" y="476315"/>
                  </a:lnTo>
                  <a:lnTo>
                    <a:pt x="265497" y="476538"/>
                  </a:lnTo>
                  <a:lnTo>
                    <a:pt x="268209" y="477076"/>
                  </a:lnTo>
                  <a:lnTo>
                    <a:pt x="268415" y="476619"/>
                  </a:lnTo>
                  <a:lnTo>
                    <a:pt x="268459" y="476394"/>
                  </a:lnTo>
                  <a:lnTo>
                    <a:pt x="271001" y="476894"/>
                  </a:lnTo>
                  <a:lnTo>
                    <a:pt x="270958" y="477121"/>
                  </a:lnTo>
                  <a:lnTo>
                    <a:pt x="276977" y="478310"/>
                  </a:lnTo>
                  <a:lnTo>
                    <a:pt x="284162" y="473336"/>
                  </a:lnTo>
                  <a:lnTo>
                    <a:pt x="285885" y="472144"/>
                  </a:lnTo>
                  <a:lnTo>
                    <a:pt x="293565" y="466828"/>
                  </a:lnTo>
                  <a:lnTo>
                    <a:pt x="297089" y="464388"/>
                  </a:lnTo>
                  <a:lnTo>
                    <a:pt x="300677" y="461831"/>
                  </a:lnTo>
                  <a:lnTo>
                    <a:pt x="301874" y="461063"/>
                  </a:lnTo>
                  <a:lnTo>
                    <a:pt x="305962" y="458125"/>
                  </a:lnTo>
                  <a:lnTo>
                    <a:pt x="309672" y="455679"/>
                  </a:lnTo>
                  <a:lnTo>
                    <a:pt x="313353" y="453080"/>
                  </a:lnTo>
                  <a:lnTo>
                    <a:pt x="314476" y="452363"/>
                  </a:lnTo>
                  <a:lnTo>
                    <a:pt x="316816" y="450760"/>
                  </a:lnTo>
                  <a:lnTo>
                    <a:pt x="328780" y="442554"/>
                  </a:lnTo>
                  <a:lnTo>
                    <a:pt x="331279" y="440675"/>
                  </a:lnTo>
                  <a:lnTo>
                    <a:pt x="332225" y="440140"/>
                  </a:lnTo>
                  <a:lnTo>
                    <a:pt x="337213" y="436590"/>
                  </a:lnTo>
                  <a:lnTo>
                    <a:pt x="338021" y="436099"/>
                  </a:lnTo>
                  <a:lnTo>
                    <a:pt x="341476" y="433723"/>
                  </a:lnTo>
                  <a:lnTo>
                    <a:pt x="343476" y="432233"/>
                  </a:lnTo>
                  <a:lnTo>
                    <a:pt x="344996" y="431304"/>
                  </a:lnTo>
                  <a:lnTo>
                    <a:pt x="346874" y="429941"/>
                  </a:lnTo>
                  <a:lnTo>
                    <a:pt x="347852" y="429339"/>
                  </a:lnTo>
                  <a:lnTo>
                    <a:pt x="351021" y="427090"/>
                  </a:lnTo>
                  <a:lnTo>
                    <a:pt x="353175" y="425678"/>
                  </a:lnTo>
                  <a:lnTo>
                    <a:pt x="356283" y="423450"/>
                  </a:lnTo>
                  <a:lnTo>
                    <a:pt x="357477" y="422718"/>
                  </a:lnTo>
                  <a:lnTo>
                    <a:pt x="360888" y="420326"/>
                  </a:lnTo>
                  <a:lnTo>
                    <a:pt x="362154" y="419485"/>
                  </a:lnTo>
                  <a:lnTo>
                    <a:pt x="370155" y="413966"/>
                  </a:lnTo>
                  <a:lnTo>
                    <a:pt x="374576" y="410895"/>
                  </a:lnTo>
                  <a:lnTo>
                    <a:pt x="379349" y="407597"/>
                  </a:lnTo>
                  <a:lnTo>
                    <a:pt x="381166" y="406338"/>
                  </a:lnTo>
                  <a:lnTo>
                    <a:pt x="384127" y="404287"/>
                  </a:lnTo>
                  <a:lnTo>
                    <a:pt x="385979" y="403005"/>
                  </a:lnTo>
                  <a:lnTo>
                    <a:pt x="389968" y="400248"/>
                  </a:lnTo>
                  <a:lnTo>
                    <a:pt x="391522" y="399176"/>
                  </a:lnTo>
                  <a:lnTo>
                    <a:pt x="393598" y="397741"/>
                  </a:lnTo>
                  <a:lnTo>
                    <a:pt x="400417" y="393028"/>
                  </a:lnTo>
                  <a:lnTo>
                    <a:pt x="404505" y="390134"/>
                  </a:lnTo>
                  <a:lnTo>
                    <a:pt x="405310" y="389317"/>
                  </a:lnTo>
                  <a:lnTo>
                    <a:pt x="408924" y="385246"/>
                  </a:lnTo>
                  <a:lnTo>
                    <a:pt x="412948" y="380711"/>
                  </a:lnTo>
                  <a:lnTo>
                    <a:pt x="413461" y="380136"/>
                  </a:lnTo>
                  <a:lnTo>
                    <a:pt x="414636" y="378742"/>
                  </a:lnTo>
                  <a:lnTo>
                    <a:pt x="413704" y="377943"/>
                  </a:lnTo>
                  <a:lnTo>
                    <a:pt x="408144" y="373158"/>
                  </a:lnTo>
                  <a:lnTo>
                    <a:pt x="408224" y="372642"/>
                  </a:lnTo>
                  <a:lnTo>
                    <a:pt x="408061" y="372487"/>
                  </a:lnTo>
                  <a:lnTo>
                    <a:pt x="407870" y="372304"/>
                  </a:lnTo>
                  <a:lnTo>
                    <a:pt x="407735" y="372174"/>
                  </a:lnTo>
                  <a:lnTo>
                    <a:pt x="407573" y="372017"/>
                  </a:lnTo>
                  <a:lnTo>
                    <a:pt x="407412" y="371860"/>
                  </a:lnTo>
                  <a:lnTo>
                    <a:pt x="407251" y="371702"/>
                  </a:lnTo>
                  <a:lnTo>
                    <a:pt x="407091" y="371543"/>
                  </a:lnTo>
                  <a:lnTo>
                    <a:pt x="406931" y="371384"/>
                  </a:lnTo>
                  <a:lnTo>
                    <a:pt x="406772" y="371224"/>
                  </a:lnTo>
                  <a:lnTo>
                    <a:pt x="406613" y="371064"/>
                  </a:lnTo>
                  <a:lnTo>
                    <a:pt x="406455" y="370903"/>
                  </a:lnTo>
                  <a:lnTo>
                    <a:pt x="406298" y="370742"/>
                  </a:lnTo>
                  <a:lnTo>
                    <a:pt x="406141" y="370580"/>
                  </a:lnTo>
                  <a:lnTo>
                    <a:pt x="405984" y="370418"/>
                  </a:lnTo>
                  <a:lnTo>
                    <a:pt x="405673" y="370091"/>
                  </a:lnTo>
                  <a:lnTo>
                    <a:pt x="405518" y="369927"/>
                  </a:lnTo>
                  <a:lnTo>
                    <a:pt x="405364" y="369763"/>
                  </a:lnTo>
                  <a:lnTo>
                    <a:pt x="405057" y="369432"/>
                  </a:lnTo>
                  <a:lnTo>
                    <a:pt x="404904" y="369266"/>
                  </a:lnTo>
                  <a:lnTo>
                    <a:pt x="404600" y="368933"/>
                  </a:lnTo>
                  <a:lnTo>
                    <a:pt x="404449" y="368765"/>
                  </a:lnTo>
                  <a:lnTo>
                    <a:pt x="404299" y="368597"/>
                  </a:lnTo>
                  <a:lnTo>
                    <a:pt x="404149" y="368428"/>
                  </a:lnTo>
                  <a:lnTo>
                    <a:pt x="404000" y="368259"/>
                  </a:lnTo>
                  <a:lnTo>
                    <a:pt x="403851" y="368090"/>
                  </a:lnTo>
                  <a:lnTo>
                    <a:pt x="403703" y="367920"/>
                  </a:lnTo>
                  <a:lnTo>
                    <a:pt x="403556" y="367749"/>
                  </a:lnTo>
                  <a:lnTo>
                    <a:pt x="403409" y="367578"/>
                  </a:lnTo>
                  <a:lnTo>
                    <a:pt x="403262" y="367406"/>
                  </a:lnTo>
                  <a:lnTo>
                    <a:pt x="402971" y="367062"/>
                  </a:lnTo>
                  <a:lnTo>
                    <a:pt x="402827" y="366888"/>
                  </a:lnTo>
                  <a:lnTo>
                    <a:pt x="402683" y="366715"/>
                  </a:lnTo>
                  <a:lnTo>
                    <a:pt x="402539" y="366541"/>
                  </a:lnTo>
                  <a:lnTo>
                    <a:pt x="402396" y="366366"/>
                  </a:lnTo>
                  <a:lnTo>
                    <a:pt x="402254" y="366191"/>
                  </a:lnTo>
                  <a:lnTo>
                    <a:pt x="402112" y="366016"/>
                  </a:lnTo>
                  <a:lnTo>
                    <a:pt x="401971" y="365840"/>
                  </a:lnTo>
                  <a:lnTo>
                    <a:pt x="401830" y="365663"/>
                  </a:lnTo>
                  <a:lnTo>
                    <a:pt x="401551" y="365309"/>
                  </a:lnTo>
                  <a:lnTo>
                    <a:pt x="401412" y="365131"/>
                  </a:lnTo>
                  <a:lnTo>
                    <a:pt x="401274" y="364953"/>
                  </a:lnTo>
                  <a:lnTo>
                    <a:pt x="401137" y="364774"/>
                  </a:lnTo>
                  <a:lnTo>
                    <a:pt x="401000" y="364595"/>
                  </a:lnTo>
                  <a:lnTo>
                    <a:pt x="400728" y="364235"/>
                  </a:lnTo>
                  <a:lnTo>
                    <a:pt x="400592" y="364054"/>
                  </a:lnTo>
                  <a:lnTo>
                    <a:pt x="400458" y="363873"/>
                  </a:lnTo>
                  <a:lnTo>
                    <a:pt x="400324" y="363691"/>
                  </a:lnTo>
                  <a:lnTo>
                    <a:pt x="400058" y="363327"/>
                  </a:lnTo>
                  <a:lnTo>
                    <a:pt x="399926" y="363144"/>
                  </a:lnTo>
                  <a:lnTo>
                    <a:pt x="399795" y="362961"/>
                  </a:lnTo>
                  <a:lnTo>
                    <a:pt x="399664" y="362777"/>
                  </a:lnTo>
                  <a:lnTo>
                    <a:pt x="399534" y="362593"/>
                  </a:lnTo>
                  <a:lnTo>
                    <a:pt x="399404" y="362408"/>
                  </a:lnTo>
                  <a:lnTo>
                    <a:pt x="399275" y="362223"/>
                  </a:lnTo>
                  <a:lnTo>
                    <a:pt x="399147" y="362037"/>
                  </a:lnTo>
                  <a:lnTo>
                    <a:pt x="399019" y="361851"/>
                  </a:lnTo>
                  <a:lnTo>
                    <a:pt x="398892" y="361665"/>
                  </a:lnTo>
                  <a:lnTo>
                    <a:pt x="398765" y="361478"/>
                  </a:lnTo>
                  <a:lnTo>
                    <a:pt x="398640" y="361291"/>
                  </a:lnTo>
                  <a:lnTo>
                    <a:pt x="398390" y="360915"/>
                  </a:lnTo>
                  <a:lnTo>
                    <a:pt x="398266" y="360726"/>
                  </a:lnTo>
                  <a:lnTo>
                    <a:pt x="398142" y="360537"/>
                  </a:lnTo>
                  <a:lnTo>
                    <a:pt x="398020" y="360348"/>
                  </a:lnTo>
                  <a:lnTo>
                    <a:pt x="397898" y="360158"/>
                  </a:lnTo>
                  <a:lnTo>
                    <a:pt x="397776" y="359968"/>
                  </a:lnTo>
                  <a:lnTo>
                    <a:pt x="397656" y="359777"/>
                  </a:lnTo>
                  <a:lnTo>
                    <a:pt x="396349" y="357736"/>
                  </a:lnTo>
                  <a:lnTo>
                    <a:pt x="394985" y="355606"/>
                  </a:lnTo>
                  <a:lnTo>
                    <a:pt x="393678" y="353473"/>
                  </a:lnTo>
                  <a:lnTo>
                    <a:pt x="393413" y="352965"/>
                  </a:lnTo>
                  <a:lnTo>
                    <a:pt x="390480" y="347610"/>
                  </a:lnTo>
                  <a:lnTo>
                    <a:pt x="390408" y="347464"/>
                  </a:lnTo>
                  <a:lnTo>
                    <a:pt x="390267" y="347172"/>
                  </a:lnTo>
                  <a:lnTo>
                    <a:pt x="390197" y="347025"/>
                  </a:lnTo>
                  <a:lnTo>
                    <a:pt x="390128" y="346878"/>
                  </a:lnTo>
                  <a:lnTo>
                    <a:pt x="390060" y="346730"/>
                  </a:lnTo>
                  <a:lnTo>
                    <a:pt x="389993" y="346583"/>
                  </a:lnTo>
                  <a:lnTo>
                    <a:pt x="389926" y="346435"/>
                  </a:lnTo>
                  <a:lnTo>
                    <a:pt x="389860" y="346286"/>
                  </a:lnTo>
                  <a:lnTo>
                    <a:pt x="389794" y="346138"/>
                  </a:lnTo>
                  <a:lnTo>
                    <a:pt x="389730" y="345989"/>
                  </a:lnTo>
                  <a:lnTo>
                    <a:pt x="389540" y="345540"/>
                  </a:lnTo>
                  <a:lnTo>
                    <a:pt x="389478" y="345390"/>
                  </a:lnTo>
                  <a:lnTo>
                    <a:pt x="389417" y="345240"/>
                  </a:lnTo>
                  <a:lnTo>
                    <a:pt x="389356" y="345089"/>
                  </a:lnTo>
                  <a:lnTo>
                    <a:pt x="389297" y="344938"/>
                  </a:lnTo>
                  <a:lnTo>
                    <a:pt x="389238" y="344786"/>
                  </a:lnTo>
                  <a:lnTo>
                    <a:pt x="389179" y="344635"/>
                  </a:lnTo>
                  <a:lnTo>
                    <a:pt x="389065" y="344331"/>
                  </a:lnTo>
                  <a:lnTo>
                    <a:pt x="389008" y="344179"/>
                  </a:lnTo>
                  <a:lnTo>
                    <a:pt x="388953" y="344026"/>
                  </a:lnTo>
                  <a:lnTo>
                    <a:pt x="388844" y="343720"/>
                  </a:lnTo>
                  <a:lnTo>
                    <a:pt x="388791" y="343566"/>
                  </a:lnTo>
                  <a:lnTo>
                    <a:pt x="388730" y="343387"/>
                  </a:lnTo>
                  <a:lnTo>
                    <a:pt x="388686" y="343259"/>
                  </a:lnTo>
                  <a:lnTo>
                    <a:pt x="388635" y="343105"/>
                  </a:lnTo>
                  <a:lnTo>
                    <a:pt x="388585" y="342950"/>
                  </a:lnTo>
                  <a:lnTo>
                    <a:pt x="388486" y="342641"/>
                  </a:lnTo>
                  <a:lnTo>
                    <a:pt x="388438" y="342486"/>
                  </a:lnTo>
                  <a:lnTo>
                    <a:pt x="388391" y="342330"/>
                  </a:lnTo>
                  <a:lnTo>
                    <a:pt x="388344" y="342175"/>
                  </a:lnTo>
                  <a:lnTo>
                    <a:pt x="388298" y="342019"/>
                  </a:lnTo>
                  <a:lnTo>
                    <a:pt x="388252" y="341863"/>
                  </a:lnTo>
                  <a:lnTo>
                    <a:pt x="388208" y="341707"/>
                  </a:lnTo>
                  <a:lnTo>
                    <a:pt x="388164" y="341550"/>
                  </a:lnTo>
                  <a:lnTo>
                    <a:pt x="388121" y="341394"/>
                  </a:lnTo>
                  <a:lnTo>
                    <a:pt x="388079" y="341237"/>
                  </a:lnTo>
                  <a:lnTo>
                    <a:pt x="387996" y="340923"/>
                  </a:lnTo>
                  <a:lnTo>
                    <a:pt x="387956" y="340765"/>
                  </a:lnTo>
                  <a:lnTo>
                    <a:pt x="387917" y="340608"/>
                  </a:lnTo>
                  <a:lnTo>
                    <a:pt x="387878" y="340450"/>
                  </a:lnTo>
                  <a:lnTo>
                    <a:pt x="387840" y="340292"/>
                  </a:lnTo>
                  <a:lnTo>
                    <a:pt x="387803" y="340134"/>
                  </a:lnTo>
                  <a:lnTo>
                    <a:pt x="387767" y="339975"/>
                  </a:lnTo>
                  <a:lnTo>
                    <a:pt x="387731" y="339817"/>
                  </a:lnTo>
                  <a:lnTo>
                    <a:pt x="387696" y="339658"/>
                  </a:lnTo>
                  <a:lnTo>
                    <a:pt x="387610" y="339246"/>
                  </a:lnTo>
                  <a:lnTo>
                    <a:pt x="387526" y="338834"/>
                  </a:lnTo>
                  <a:lnTo>
                    <a:pt x="387442" y="338421"/>
                  </a:lnTo>
                  <a:lnTo>
                    <a:pt x="387358" y="338009"/>
                  </a:lnTo>
                  <a:lnTo>
                    <a:pt x="387276" y="337596"/>
                  </a:lnTo>
                  <a:lnTo>
                    <a:pt x="387194" y="337183"/>
                  </a:lnTo>
                  <a:lnTo>
                    <a:pt x="387113" y="336770"/>
                  </a:lnTo>
                  <a:lnTo>
                    <a:pt x="387032" y="336357"/>
                  </a:lnTo>
                  <a:lnTo>
                    <a:pt x="386953" y="335944"/>
                  </a:lnTo>
                  <a:lnTo>
                    <a:pt x="386874" y="335530"/>
                  </a:lnTo>
                  <a:lnTo>
                    <a:pt x="386795" y="335117"/>
                  </a:lnTo>
                  <a:lnTo>
                    <a:pt x="386769" y="334977"/>
                  </a:lnTo>
                  <a:lnTo>
                    <a:pt x="386718" y="334703"/>
                  </a:lnTo>
                  <a:lnTo>
                    <a:pt x="386641" y="334289"/>
                  </a:lnTo>
                  <a:lnTo>
                    <a:pt x="386565" y="333875"/>
                  </a:lnTo>
                  <a:lnTo>
                    <a:pt x="386490" y="333461"/>
                  </a:lnTo>
                  <a:lnTo>
                    <a:pt x="386415" y="333046"/>
                  </a:lnTo>
                  <a:lnTo>
                    <a:pt x="386341" y="332632"/>
                  </a:lnTo>
                  <a:lnTo>
                    <a:pt x="386258" y="332159"/>
                  </a:lnTo>
                  <a:lnTo>
                    <a:pt x="386196" y="331803"/>
                  </a:lnTo>
                  <a:lnTo>
                    <a:pt x="386124" y="331388"/>
                  </a:lnTo>
                  <a:lnTo>
                    <a:pt x="386051" y="330962"/>
                  </a:lnTo>
                  <a:lnTo>
                    <a:pt x="385979" y="330537"/>
                  </a:lnTo>
                  <a:lnTo>
                    <a:pt x="385908" y="330111"/>
                  </a:lnTo>
                  <a:lnTo>
                    <a:pt x="385838" y="329685"/>
                  </a:lnTo>
                  <a:lnTo>
                    <a:pt x="385768" y="329259"/>
                  </a:lnTo>
                  <a:lnTo>
                    <a:pt x="385699" y="328833"/>
                  </a:lnTo>
                  <a:lnTo>
                    <a:pt x="385668" y="328636"/>
                  </a:lnTo>
                  <a:lnTo>
                    <a:pt x="385621" y="328347"/>
                  </a:lnTo>
                  <a:lnTo>
                    <a:pt x="385531" y="327775"/>
                  </a:lnTo>
                  <a:lnTo>
                    <a:pt x="385493" y="327527"/>
                  </a:lnTo>
                  <a:lnTo>
                    <a:pt x="385427" y="327097"/>
                  </a:lnTo>
                  <a:lnTo>
                    <a:pt x="385362" y="326668"/>
                  </a:lnTo>
                  <a:lnTo>
                    <a:pt x="385299" y="326255"/>
                  </a:lnTo>
                  <a:lnTo>
                    <a:pt x="385236" y="325830"/>
                  </a:lnTo>
                  <a:lnTo>
                    <a:pt x="385173" y="325406"/>
                  </a:lnTo>
                  <a:lnTo>
                    <a:pt x="385112" y="324981"/>
                  </a:lnTo>
                  <a:lnTo>
                    <a:pt x="385051" y="324556"/>
                  </a:lnTo>
                  <a:lnTo>
                    <a:pt x="384991" y="324132"/>
                  </a:lnTo>
                  <a:lnTo>
                    <a:pt x="384927" y="323675"/>
                  </a:lnTo>
                  <a:lnTo>
                    <a:pt x="384873" y="323282"/>
                  </a:lnTo>
                  <a:lnTo>
                    <a:pt x="384815" y="322857"/>
                  </a:lnTo>
                  <a:lnTo>
                    <a:pt x="384798" y="322728"/>
                  </a:lnTo>
                  <a:lnTo>
                    <a:pt x="384758" y="322431"/>
                  </a:lnTo>
                  <a:lnTo>
                    <a:pt x="384702" y="322006"/>
                  </a:lnTo>
                  <a:lnTo>
                    <a:pt x="384672" y="321782"/>
                  </a:lnTo>
                  <a:lnTo>
                    <a:pt x="384646" y="321580"/>
                  </a:lnTo>
                  <a:lnTo>
                    <a:pt x="384591" y="321155"/>
                  </a:lnTo>
                  <a:lnTo>
                    <a:pt x="384537" y="320729"/>
                  </a:lnTo>
                  <a:lnTo>
                    <a:pt x="384484" y="320304"/>
                  </a:lnTo>
                  <a:lnTo>
                    <a:pt x="384432" y="319878"/>
                  </a:lnTo>
                  <a:lnTo>
                    <a:pt x="384380" y="319452"/>
                  </a:lnTo>
                  <a:lnTo>
                    <a:pt x="384319" y="318940"/>
                  </a:lnTo>
                  <a:lnTo>
                    <a:pt x="384279" y="318600"/>
                  </a:lnTo>
                  <a:lnTo>
                    <a:pt x="384229" y="318174"/>
                  </a:lnTo>
                  <a:lnTo>
                    <a:pt x="384209" y="317992"/>
                  </a:lnTo>
                  <a:lnTo>
                    <a:pt x="384181" y="317747"/>
                  </a:lnTo>
                  <a:lnTo>
                    <a:pt x="384133" y="317321"/>
                  </a:lnTo>
                  <a:lnTo>
                    <a:pt x="384086" y="316894"/>
                  </a:lnTo>
                  <a:lnTo>
                    <a:pt x="384039" y="316468"/>
                  </a:lnTo>
                  <a:lnTo>
                    <a:pt x="383994" y="316041"/>
                  </a:lnTo>
                  <a:lnTo>
                    <a:pt x="383941" y="315535"/>
                  </a:lnTo>
                  <a:lnTo>
                    <a:pt x="383905" y="315188"/>
                  </a:lnTo>
                  <a:lnTo>
                    <a:pt x="383861" y="314761"/>
                  </a:lnTo>
                  <a:lnTo>
                    <a:pt x="383819" y="314334"/>
                  </a:lnTo>
                  <a:lnTo>
                    <a:pt x="383777" y="313907"/>
                  </a:lnTo>
                  <a:lnTo>
                    <a:pt x="383736" y="313480"/>
                  </a:lnTo>
                  <a:lnTo>
                    <a:pt x="383696" y="313053"/>
                  </a:lnTo>
                  <a:lnTo>
                    <a:pt x="383656" y="312625"/>
                  </a:lnTo>
                  <a:lnTo>
                    <a:pt x="383617" y="312198"/>
                  </a:lnTo>
                  <a:lnTo>
                    <a:pt x="383580" y="311771"/>
                  </a:lnTo>
                  <a:lnTo>
                    <a:pt x="383542" y="311343"/>
                  </a:lnTo>
                  <a:lnTo>
                    <a:pt x="383501" y="310891"/>
                  </a:lnTo>
                  <a:lnTo>
                    <a:pt x="383453" y="310347"/>
                  </a:lnTo>
                  <a:lnTo>
                    <a:pt x="383422" y="309987"/>
                  </a:lnTo>
                  <a:lnTo>
                    <a:pt x="383383" y="309535"/>
                  </a:lnTo>
                  <a:lnTo>
                    <a:pt x="383368" y="309349"/>
                  </a:lnTo>
                  <a:lnTo>
                    <a:pt x="383345" y="309083"/>
                  </a:lnTo>
                  <a:lnTo>
                    <a:pt x="383308" y="308631"/>
                  </a:lnTo>
                  <a:lnTo>
                    <a:pt x="383272" y="308178"/>
                  </a:lnTo>
                  <a:lnTo>
                    <a:pt x="383236" y="307726"/>
                  </a:lnTo>
                  <a:lnTo>
                    <a:pt x="383201" y="307274"/>
                  </a:lnTo>
                  <a:lnTo>
                    <a:pt x="383167" y="306821"/>
                  </a:lnTo>
                  <a:lnTo>
                    <a:pt x="383150" y="306586"/>
                  </a:lnTo>
                  <a:lnTo>
                    <a:pt x="383134" y="306368"/>
                  </a:lnTo>
                  <a:lnTo>
                    <a:pt x="383102" y="305916"/>
                  </a:lnTo>
                  <a:lnTo>
                    <a:pt x="383063" y="305357"/>
                  </a:lnTo>
                  <a:lnTo>
                    <a:pt x="383039" y="305010"/>
                  </a:lnTo>
                  <a:lnTo>
                    <a:pt x="383009" y="304558"/>
                  </a:lnTo>
                  <a:lnTo>
                    <a:pt x="382979" y="304105"/>
                  </a:lnTo>
                  <a:lnTo>
                    <a:pt x="382951" y="303652"/>
                  </a:lnTo>
                  <a:lnTo>
                    <a:pt x="382922" y="303199"/>
                  </a:lnTo>
                  <a:lnTo>
                    <a:pt x="382895" y="302746"/>
                  </a:lnTo>
                  <a:lnTo>
                    <a:pt x="382869" y="302293"/>
                  </a:lnTo>
                  <a:lnTo>
                    <a:pt x="382843" y="301840"/>
                  </a:lnTo>
                  <a:lnTo>
                    <a:pt x="382818" y="301387"/>
                  </a:lnTo>
                  <a:lnTo>
                    <a:pt x="382794" y="300934"/>
                  </a:lnTo>
                  <a:lnTo>
                    <a:pt x="382771" y="300481"/>
                  </a:lnTo>
                  <a:lnTo>
                    <a:pt x="382748" y="300027"/>
                  </a:lnTo>
                  <a:lnTo>
                    <a:pt x="382727" y="299574"/>
                  </a:lnTo>
                  <a:lnTo>
                    <a:pt x="382706" y="299121"/>
                  </a:lnTo>
                  <a:lnTo>
                    <a:pt x="382685" y="298668"/>
                  </a:lnTo>
                  <a:lnTo>
                    <a:pt x="382666" y="298214"/>
                  </a:lnTo>
                  <a:lnTo>
                    <a:pt x="382647" y="297761"/>
                  </a:lnTo>
                  <a:lnTo>
                    <a:pt x="382629" y="297307"/>
                  </a:lnTo>
                  <a:lnTo>
                    <a:pt x="382612" y="296854"/>
                  </a:lnTo>
                  <a:lnTo>
                    <a:pt x="382595" y="296400"/>
                  </a:lnTo>
                  <a:lnTo>
                    <a:pt x="382584" y="296079"/>
                  </a:lnTo>
                  <a:lnTo>
                    <a:pt x="382580" y="295947"/>
                  </a:lnTo>
                  <a:lnTo>
                    <a:pt x="382565" y="295493"/>
                  </a:lnTo>
                  <a:lnTo>
                    <a:pt x="382551" y="295040"/>
                  </a:lnTo>
                  <a:lnTo>
                    <a:pt x="382537" y="294586"/>
                  </a:lnTo>
                  <a:lnTo>
                    <a:pt x="382525" y="294133"/>
                  </a:lnTo>
                  <a:lnTo>
                    <a:pt x="382513" y="293679"/>
                  </a:lnTo>
                  <a:lnTo>
                    <a:pt x="382505" y="293358"/>
                  </a:lnTo>
                  <a:lnTo>
                    <a:pt x="382502" y="293225"/>
                  </a:lnTo>
                  <a:lnTo>
                    <a:pt x="382492" y="292772"/>
                  </a:lnTo>
                  <a:lnTo>
                    <a:pt x="382487" y="292563"/>
                  </a:lnTo>
                  <a:lnTo>
                    <a:pt x="382482" y="292318"/>
                  </a:lnTo>
                  <a:lnTo>
                    <a:pt x="382473" y="291864"/>
                  </a:lnTo>
                  <a:lnTo>
                    <a:pt x="382465" y="291410"/>
                  </a:lnTo>
                  <a:lnTo>
                    <a:pt x="382458" y="290957"/>
                  </a:lnTo>
                  <a:lnTo>
                    <a:pt x="382451" y="290503"/>
                  </a:lnTo>
                  <a:lnTo>
                    <a:pt x="382446" y="290049"/>
                  </a:lnTo>
                  <a:lnTo>
                    <a:pt x="382441" y="289595"/>
                  </a:lnTo>
                  <a:lnTo>
                    <a:pt x="382437" y="289142"/>
                  </a:lnTo>
                  <a:lnTo>
                    <a:pt x="382433" y="288688"/>
                  </a:lnTo>
                  <a:lnTo>
                    <a:pt x="382431" y="288234"/>
                  </a:lnTo>
                  <a:lnTo>
                    <a:pt x="382429" y="287780"/>
                  </a:lnTo>
                  <a:lnTo>
                    <a:pt x="382427" y="287353"/>
                  </a:lnTo>
                  <a:lnTo>
                    <a:pt x="382427" y="286873"/>
                  </a:lnTo>
                  <a:lnTo>
                    <a:pt x="382428" y="286353"/>
                  </a:lnTo>
                  <a:lnTo>
                    <a:pt x="382429" y="285965"/>
                  </a:lnTo>
                  <a:lnTo>
                    <a:pt x="382431" y="285511"/>
                  </a:lnTo>
                  <a:lnTo>
                    <a:pt x="382434" y="285058"/>
                  </a:lnTo>
                  <a:lnTo>
                    <a:pt x="382437" y="284604"/>
                  </a:lnTo>
                  <a:lnTo>
                    <a:pt x="382441" y="284150"/>
                  </a:lnTo>
                  <a:lnTo>
                    <a:pt x="382446" y="283696"/>
                  </a:lnTo>
                  <a:lnTo>
                    <a:pt x="382452" y="283243"/>
                  </a:lnTo>
                  <a:lnTo>
                    <a:pt x="382459" y="282789"/>
                  </a:lnTo>
                  <a:lnTo>
                    <a:pt x="382466" y="282335"/>
                  </a:lnTo>
                  <a:lnTo>
                    <a:pt x="382474" y="281881"/>
                  </a:lnTo>
                  <a:lnTo>
                    <a:pt x="382483" y="281428"/>
                  </a:lnTo>
                  <a:lnTo>
                    <a:pt x="382493" y="280974"/>
                  </a:lnTo>
                  <a:lnTo>
                    <a:pt x="382503" y="280520"/>
                  </a:lnTo>
                  <a:lnTo>
                    <a:pt x="382514" y="280067"/>
                  </a:lnTo>
                  <a:lnTo>
                    <a:pt x="382526" y="279613"/>
                  </a:lnTo>
                  <a:lnTo>
                    <a:pt x="382534" y="279345"/>
                  </a:lnTo>
                  <a:lnTo>
                    <a:pt x="382539" y="279159"/>
                  </a:lnTo>
                  <a:lnTo>
                    <a:pt x="382552" y="278706"/>
                  </a:lnTo>
                  <a:lnTo>
                    <a:pt x="382567" y="278252"/>
                  </a:lnTo>
                  <a:lnTo>
                    <a:pt x="382582" y="277799"/>
                  </a:lnTo>
                  <a:lnTo>
                    <a:pt x="382597" y="277345"/>
                  </a:lnTo>
                  <a:lnTo>
                    <a:pt x="382604" y="277040"/>
                  </a:lnTo>
                  <a:lnTo>
                    <a:pt x="382611" y="276682"/>
                  </a:lnTo>
                  <a:lnTo>
                    <a:pt x="382615" y="276430"/>
                  </a:lnTo>
                  <a:lnTo>
                    <a:pt x="382621" y="276020"/>
                  </a:lnTo>
                  <a:lnTo>
                    <a:pt x="382623" y="275820"/>
                  </a:lnTo>
                  <a:lnTo>
                    <a:pt x="382626" y="275515"/>
                  </a:lnTo>
                  <a:lnTo>
                    <a:pt x="382628" y="275210"/>
                  </a:lnTo>
                  <a:lnTo>
                    <a:pt x="382630" y="274905"/>
                  </a:lnTo>
                  <a:lnTo>
                    <a:pt x="382630" y="274600"/>
                  </a:lnTo>
                  <a:lnTo>
                    <a:pt x="382630" y="274295"/>
                  </a:lnTo>
                  <a:lnTo>
                    <a:pt x="382629" y="274032"/>
                  </a:lnTo>
                  <a:lnTo>
                    <a:pt x="382627" y="273685"/>
                  </a:lnTo>
                  <a:lnTo>
                    <a:pt x="382625" y="273380"/>
                  </a:lnTo>
                  <a:lnTo>
                    <a:pt x="382622" y="273075"/>
                  </a:lnTo>
                  <a:lnTo>
                    <a:pt x="382618" y="272770"/>
                  </a:lnTo>
                  <a:lnTo>
                    <a:pt x="382613" y="272465"/>
                  </a:lnTo>
                  <a:lnTo>
                    <a:pt x="382608" y="272160"/>
                  </a:lnTo>
                  <a:lnTo>
                    <a:pt x="382601" y="271855"/>
                  </a:lnTo>
                  <a:lnTo>
                    <a:pt x="382595" y="271550"/>
                  </a:lnTo>
                  <a:lnTo>
                    <a:pt x="382586" y="271245"/>
                  </a:lnTo>
                  <a:lnTo>
                    <a:pt x="382578" y="270940"/>
                  </a:lnTo>
                  <a:lnTo>
                    <a:pt x="382574" y="270809"/>
                  </a:lnTo>
                  <a:lnTo>
                    <a:pt x="382569" y="270635"/>
                  </a:lnTo>
                  <a:lnTo>
                    <a:pt x="382559" y="270331"/>
                  </a:lnTo>
                  <a:lnTo>
                    <a:pt x="382548" y="270026"/>
                  </a:lnTo>
                  <a:lnTo>
                    <a:pt x="382536" y="269721"/>
                  </a:lnTo>
                  <a:lnTo>
                    <a:pt x="382524" y="269416"/>
                  </a:lnTo>
                  <a:lnTo>
                    <a:pt x="382507" y="269034"/>
                  </a:lnTo>
                  <a:lnTo>
                    <a:pt x="382497" y="268807"/>
                  </a:lnTo>
                  <a:lnTo>
                    <a:pt x="382482" y="268502"/>
                  </a:lnTo>
                  <a:lnTo>
                    <a:pt x="382460" y="268072"/>
                  </a:lnTo>
                  <a:lnTo>
                    <a:pt x="382450" y="267893"/>
                  </a:lnTo>
                  <a:lnTo>
                    <a:pt x="382433" y="267588"/>
                  </a:lnTo>
                  <a:lnTo>
                    <a:pt x="382416" y="267284"/>
                  </a:lnTo>
                  <a:lnTo>
                    <a:pt x="382397" y="266979"/>
                  </a:lnTo>
                  <a:lnTo>
                    <a:pt x="382378" y="266675"/>
                  </a:lnTo>
                  <a:lnTo>
                    <a:pt x="382358" y="266371"/>
                  </a:lnTo>
                  <a:lnTo>
                    <a:pt x="382337" y="266066"/>
                  </a:lnTo>
                  <a:lnTo>
                    <a:pt x="382316" y="265762"/>
                  </a:lnTo>
                  <a:lnTo>
                    <a:pt x="382293" y="265458"/>
                  </a:lnTo>
                  <a:lnTo>
                    <a:pt x="382270" y="265154"/>
                  </a:lnTo>
                  <a:lnTo>
                    <a:pt x="382246" y="264850"/>
                  </a:lnTo>
                  <a:lnTo>
                    <a:pt x="382222" y="264546"/>
                  </a:lnTo>
                  <a:lnTo>
                    <a:pt x="382197" y="264242"/>
                  </a:lnTo>
                  <a:lnTo>
                    <a:pt x="382170" y="263938"/>
                  </a:lnTo>
                  <a:lnTo>
                    <a:pt x="382134" y="263533"/>
                  </a:lnTo>
                  <a:lnTo>
                    <a:pt x="382116" y="263330"/>
                  </a:lnTo>
                  <a:lnTo>
                    <a:pt x="382088" y="263027"/>
                  </a:lnTo>
                  <a:lnTo>
                    <a:pt x="382058" y="262723"/>
                  </a:lnTo>
                  <a:lnTo>
                    <a:pt x="382029" y="262419"/>
                  </a:lnTo>
                  <a:lnTo>
                    <a:pt x="381998" y="262116"/>
                  </a:lnTo>
                  <a:lnTo>
                    <a:pt x="381983" y="261968"/>
                  </a:lnTo>
                  <a:lnTo>
                    <a:pt x="381966" y="261813"/>
                  </a:lnTo>
                  <a:lnTo>
                    <a:pt x="381934" y="261509"/>
                  </a:lnTo>
                  <a:lnTo>
                    <a:pt x="381901" y="261206"/>
                  </a:lnTo>
                  <a:lnTo>
                    <a:pt x="381857" y="260808"/>
                  </a:lnTo>
                  <a:lnTo>
                    <a:pt x="381833" y="260600"/>
                  </a:lnTo>
                  <a:lnTo>
                    <a:pt x="381798" y="260297"/>
                  </a:lnTo>
                  <a:lnTo>
                    <a:pt x="381762" y="259994"/>
                  </a:lnTo>
                  <a:lnTo>
                    <a:pt x="381725" y="259691"/>
                  </a:lnTo>
                  <a:lnTo>
                    <a:pt x="381688" y="259388"/>
                  </a:lnTo>
                  <a:lnTo>
                    <a:pt x="381649" y="259086"/>
                  </a:lnTo>
                  <a:lnTo>
                    <a:pt x="381610" y="258783"/>
                  </a:lnTo>
                  <a:lnTo>
                    <a:pt x="381570" y="258481"/>
                  </a:lnTo>
                  <a:lnTo>
                    <a:pt x="381530" y="258179"/>
                  </a:lnTo>
                  <a:lnTo>
                    <a:pt x="381488" y="257898"/>
                  </a:lnTo>
                  <a:lnTo>
                    <a:pt x="381445" y="257618"/>
                  </a:lnTo>
                  <a:lnTo>
                    <a:pt x="381401" y="257339"/>
                  </a:lnTo>
                  <a:lnTo>
                    <a:pt x="381338" y="256941"/>
                  </a:lnTo>
                  <a:lnTo>
                    <a:pt x="381312" y="256779"/>
                  </a:lnTo>
                  <a:lnTo>
                    <a:pt x="381266" y="256500"/>
                  </a:lnTo>
                  <a:lnTo>
                    <a:pt x="381219" y="256221"/>
                  </a:lnTo>
                  <a:lnTo>
                    <a:pt x="381172" y="255941"/>
                  </a:lnTo>
                  <a:lnTo>
                    <a:pt x="381123" y="255662"/>
                  </a:lnTo>
                  <a:lnTo>
                    <a:pt x="381075" y="255383"/>
                  </a:lnTo>
                  <a:lnTo>
                    <a:pt x="381025" y="255105"/>
                  </a:lnTo>
                  <a:lnTo>
                    <a:pt x="380975" y="254826"/>
                  </a:lnTo>
                  <a:lnTo>
                    <a:pt x="380923" y="254547"/>
                  </a:lnTo>
                  <a:lnTo>
                    <a:pt x="380871" y="254269"/>
                  </a:lnTo>
                  <a:lnTo>
                    <a:pt x="380819" y="253991"/>
                  </a:lnTo>
                  <a:lnTo>
                    <a:pt x="380766" y="253713"/>
                  </a:lnTo>
                  <a:lnTo>
                    <a:pt x="380711" y="253434"/>
                  </a:lnTo>
                  <a:lnTo>
                    <a:pt x="380656" y="253157"/>
                  </a:lnTo>
                  <a:lnTo>
                    <a:pt x="380601" y="252879"/>
                  </a:lnTo>
                  <a:lnTo>
                    <a:pt x="380544" y="252602"/>
                  </a:lnTo>
                  <a:lnTo>
                    <a:pt x="380487" y="252324"/>
                  </a:lnTo>
                  <a:lnTo>
                    <a:pt x="380429" y="252047"/>
                  </a:lnTo>
                  <a:lnTo>
                    <a:pt x="380371" y="251770"/>
                  </a:lnTo>
                  <a:lnTo>
                    <a:pt x="380311" y="251493"/>
                  </a:lnTo>
                  <a:lnTo>
                    <a:pt x="380251" y="251216"/>
                  </a:lnTo>
                  <a:lnTo>
                    <a:pt x="380190" y="250940"/>
                  </a:lnTo>
                  <a:lnTo>
                    <a:pt x="380129" y="250663"/>
                  </a:lnTo>
                  <a:lnTo>
                    <a:pt x="380066" y="250387"/>
                  </a:lnTo>
                  <a:lnTo>
                    <a:pt x="380003" y="250111"/>
                  </a:lnTo>
                  <a:lnTo>
                    <a:pt x="379939" y="249835"/>
                  </a:lnTo>
                  <a:lnTo>
                    <a:pt x="379875" y="249559"/>
                  </a:lnTo>
                  <a:lnTo>
                    <a:pt x="379810" y="249284"/>
                  </a:lnTo>
                  <a:lnTo>
                    <a:pt x="379744" y="249008"/>
                  </a:lnTo>
                  <a:lnTo>
                    <a:pt x="379677" y="248733"/>
                  </a:lnTo>
                  <a:lnTo>
                    <a:pt x="379609" y="248458"/>
                  </a:lnTo>
                  <a:lnTo>
                    <a:pt x="379541" y="248183"/>
                  </a:lnTo>
                  <a:lnTo>
                    <a:pt x="379472" y="247909"/>
                  </a:lnTo>
                  <a:lnTo>
                    <a:pt x="379402" y="247634"/>
                  </a:lnTo>
                  <a:lnTo>
                    <a:pt x="379332" y="247360"/>
                  </a:lnTo>
                  <a:lnTo>
                    <a:pt x="379261" y="247086"/>
                  </a:lnTo>
                  <a:lnTo>
                    <a:pt x="379189" y="246812"/>
                  </a:lnTo>
                  <a:lnTo>
                    <a:pt x="379116" y="246538"/>
                  </a:lnTo>
                  <a:lnTo>
                    <a:pt x="379043" y="246265"/>
                  </a:lnTo>
                  <a:lnTo>
                    <a:pt x="378968" y="245991"/>
                  </a:lnTo>
                  <a:lnTo>
                    <a:pt x="378894" y="245718"/>
                  </a:lnTo>
                  <a:lnTo>
                    <a:pt x="378818" y="245445"/>
                  </a:lnTo>
                  <a:lnTo>
                    <a:pt x="378742" y="245173"/>
                  </a:lnTo>
                  <a:lnTo>
                    <a:pt x="378665" y="244900"/>
                  </a:lnTo>
                  <a:lnTo>
                    <a:pt x="378587" y="244628"/>
                  </a:lnTo>
                  <a:lnTo>
                    <a:pt x="378508" y="244356"/>
                  </a:lnTo>
                  <a:lnTo>
                    <a:pt x="378429" y="244084"/>
                  </a:lnTo>
                  <a:lnTo>
                    <a:pt x="378349" y="243812"/>
                  </a:lnTo>
                  <a:lnTo>
                    <a:pt x="378268" y="243541"/>
                  </a:lnTo>
                  <a:lnTo>
                    <a:pt x="378187" y="243270"/>
                  </a:lnTo>
                  <a:lnTo>
                    <a:pt x="378104" y="242999"/>
                  </a:lnTo>
                  <a:lnTo>
                    <a:pt x="378022" y="242728"/>
                  </a:lnTo>
                  <a:lnTo>
                    <a:pt x="377938" y="242458"/>
                  </a:lnTo>
                  <a:lnTo>
                    <a:pt x="377854" y="242187"/>
                  </a:lnTo>
                  <a:lnTo>
                    <a:pt x="377769" y="241917"/>
                  </a:lnTo>
                  <a:lnTo>
                    <a:pt x="377683" y="241647"/>
                  </a:lnTo>
                  <a:lnTo>
                    <a:pt x="377596" y="241378"/>
                  </a:lnTo>
                  <a:lnTo>
                    <a:pt x="377509" y="241108"/>
                  </a:lnTo>
                  <a:lnTo>
                    <a:pt x="377421" y="240839"/>
                  </a:lnTo>
                  <a:lnTo>
                    <a:pt x="377332" y="240570"/>
                  </a:lnTo>
                  <a:lnTo>
                    <a:pt x="377243" y="240302"/>
                  </a:lnTo>
                  <a:lnTo>
                    <a:pt x="377153" y="240033"/>
                  </a:lnTo>
                  <a:lnTo>
                    <a:pt x="377062" y="239765"/>
                  </a:lnTo>
                  <a:lnTo>
                    <a:pt x="376970" y="239497"/>
                  </a:lnTo>
                  <a:lnTo>
                    <a:pt x="376878" y="239230"/>
                  </a:lnTo>
                  <a:lnTo>
                    <a:pt x="376785" y="238962"/>
                  </a:lnTo>
                  <a:lnTo>
                    <a:pt x="376691" y="238695"/>
                  </a:lnTo>
                  <a:lnTo>
                    <a:pt x="376597" y="238428"/>
                  </a:lnTo>
                  <a:lnTo>
                    <a:pt x="376501" y="238161"/>
                  </a:lnTo>
                  <a:lnTo>
                    <a:pt x="376404" y="237890"/>
                  </a:lnTo>
                  <a:lnTo>
                    <a:pt x="376305" y="237619"/>
                  </a:lnTo>
                  <a:lnTo>
                    <a:pt x="376206" y="237348"/>
                  </a:lnTo>
                  <a:lnTo>
                    <a:pt x="376080" y="237008"/>
                  </a:lnTo>
                  <a:lnTo>
                    <a:pt x="376005" y="236807"/>
                  </a:lnTo>
                  <a:lnTo>
                    <a:pt x="375865" y="236435"/>
                  </a:lnTo>
                  <a:lnTo>
                    <a:pt x="375802" y="236267"/>
                  </a:lnTo>
                  <a:lnTo>
                    <a:pt x="375699" y="235997"/>
                  </a:lnTo>
                  <a:lnTo>
                    <a:pt x="375646" y="235861"/>
                  </a:lnTo>
                  <a:lnTo>
                    <a:pt x="375595" y="235728"/>
                  </a:lnTo>
                  <a:lnTo>
                    <a:pt x="375491" y="235459"/>
                  </a:lnTo>
                  <a:lnTo>
                    <a:pt x="375386" y="235190"/>
                  </a:lnTo>
                  <a:lnTo>
                    <a:pt x="375232" y="234803"/>
                  </a:lnTo>
                  <a:lnTo>
                    <a:pt x="375173" y="234654"/>
                  </a:lnTo>
                  <a:lnTo>
                    <a:pt x="375066" y="234386"/>
                  </a:lnTo>
                  <a:lnTo>
                    <a:pt x="374958" y="234118"/>
                  </a:lnTo>
                  <a:lnTo>
                    <a:pt x="374849" y="233851"/>
                  </a:lnTo>
                  <a:lnTo>
                    <a:pt x="374739" y="233584"/>
                  </a:lnTo>
                  <a:lnTo>
                    <a:pt x="374687" y="233457"/>
                  </a:lnTo>
                  <a:lnTo>
                    <a:pt x="374629" y="233318"/>
                  </a:lnTo>
                  <a:lnTo>
                    <a:pt x="374502" y="233011"/>
                  </a:lnTo>
                  <a:lnTo>
                    <a:pt x="374406" y="232785"/>
                  </a:lnTo>
                  <a:lnTo>
                    <a:pt x="374294" y="232520"/>
                  </a:lnTo>
                  <a:lnTo>
                    <a:pt x="374181" y="232254"/>
                  </a:lnTo>
                  <a:lnTo>
                    <a:pt x="374072" y="232000"/>
                  </a:lnTo>
                  <a:lnTo>
                    <a:pt x="373962" y="231746"/>
                  </a:lnTo>
                  <a:lnTo>
                    <a:pt x="373851" y="231493"/>
                  </a:lnTo>
                  <a:lnTo>
                    <a:pt x="373697" y="231142"/>
                  </a:lnTo>
                  <a:lnTo>
                    <a:pt x="373628" y="230986"/>
                  </a:lnTo>
                  <a:lnTo>
                    <a:pt x="373516" y="230734"/>
                  </a:lnTo>
                  <a:lnTo>
                    <a:pt x="373403" y="230481"/>
                  </a:lnTo>
                  <a:lnTo>
                    <a:pt x="373275" y="230198"/>
                  </a:lnTo>
                  <a:lnTo>
                    <a:pt x="373174" y="229978"/>
                  </a:lnTo>
                  <a:lnTo>
                    <a:pt x="373020" y="229640"/>
                  </a:lnTo>
                  <a:lnTo>
                    <a:pt x="372943" y="229475"/>
                  </a:lnTo>
                  <a:lnTo>
                    <a:pt x="372827" y="229224"/>
                  </a:lnTo>
                  <a:lnTo>
                    <a:pt x="372710" y="228973"/>
                  </a:lnTo>
                  <a:lnTo>
                    <a:pt x="372592" y="228723"/>
                  </a:lnTo>
                  <a:lnTo>
                    <a:pt x="372474" y="228473"/>
                  </a:lnTo>
                  <a:lnTo>
                    <a:pt x="372355" y="228224"/>
                  </a:lnTo>
                  <a:lnTo>
                    <a:pt x="372235" y="227974"/>
                  </a:lnTo>
                  <a:lnTo>
                    <a:pt x="368623" y="220807"/>
                  </a:lnTo>
                  <a:lnTo>
                    <a:pt x="368536" y="220646"/>
                  </a:lnTo>
                  <a:lnTo>
                    <a:pt x="368434" y="220462"/>
                  </a:lnTo>
                  <a:lnTo>
                    <a:pt x="368359" y="220327"/>
                  </a:lnTo>
                  <a:lnTo>
                    <a:pt x="368270" y="220168"/>
                  </a:lnTo>
                  <a:lnTo>
                    <a:pt x="368180" y="220009"/>
                  </a:lnTo>
                  <a:lnTo>
                    <a:pt x="368089" y="219851"/>
                  </a:lnTo>
                  <a:lnTo>
                    <a:pt x="367998" y="219693"/>
                  </a:lnTo>
                  <a:lnTo>
                    <a:pt x="367906" y="219536"/>
                  </a:lnTo>
                  <a:lnTo>
                    <a:pt x="367813" y="219379"/>
                  </a:lnTo>
                  <a:lnTo>
                    <a:pt x="367720" y="219222"/>
                  </a:lnTo>
                  <a:lnTo>
                    <a:pt x="367626" y="219066"/>
                  </a:lnTo>
                  <a:lnTo>
                    <a:pt x="367531" y="218910"/>
                  </a:lnTo>
                  <a:lnTo>
                    <a:pt x="367436" y="218754"/>
                  </a:lnTo>
                  <a:lnTo>
                    <a:pt x="367340" y="218599"/>
                  </a:lnTo>
                  <a:lnTo>
                    <a:pt x="367243" y="218445"/>
                  </a:lnTo>
                  <a:lnTo>
                    <a:pt x="367146" y="218290"/>
                  </a:lnTo>
                  <a:lnTo>
                    <a:pt x="367048" y="218137"/>
                  </a:lnTo>
                  <a:lnTo>
                    <a:pt x="366950" y="217983"/>
                  </a:lnTo>
                  <a:lnTo>
                    <a:pt x="366850" y="217830"/>
                  </a:lnTo>
                  <a:lnTo>
                    <a:pt x="366750" y="217677"/>
                  </a:lnTo>
                  <a:lnTo>
                    <a:pt x="366650" y="217525"/>
                  </a:lnTo>
                  <a:lnTo>
                    <a:pt x="366549" y="217373"/>
                  </a:lnTo>
                  <a:lnTo>
                    <a:pt x="366447" y="217222"/>
                  </a:lnTo>
                  <a:lnTo>
                    <a:pt x="366345" y="217071"/>
                  </a:lnTo>
                  <a:lnTo>
                    <a:pt x="366138" y="216771"/>
                  </a:lnTo>
                  <a:lnTo>
                    <a:pt x="366033" y="216621"/>
                  </a:lnTo>
                  <a:lnTo>
                    <a:pt x="365928" y="216472"/>
                  </a:lnTo>
                  <a:lnTo>
                    <a:pt x="365823" y="216324"/>
                  </a:lnTo>
                  <a:lnTo>
                    <a:pt x="365717" y="216175"/>
                  </a:lnTo>
                  <a:lnTo>
                    <a:pt x="365610" y="216028"/>
                  </a:lnTo>
                  <a:lnTo>
                    <a:pt x="365502" y="215880"/>
                  </a:lnTo>
                  <a:lnTo>
                    <a:pt x="365394" y="215734"/>
                  </a:lnTo>
                  <a:lnTo>
                    <a:pt x="365286" y="215587"/>
                  </a:lnTo>
                  <a:lnTo>
                    <a:pt x="365176" y="215441"/>
                  </a:lnTo>
                  <a:lnTo>
                    <a:pt x="365066" y="215296"/>
                  </a:lnTo>
                  <a:lnTo>
                    <a:pt x="364956" y="215151"/>
                  </a:lnTo>
                  <a:lnTo>
                    <a:pt x="364845" y="215006"/>
                  </a:lnTo>
                  <a:lnTo>
                    <a:pt x="364733" y="214862"/>
                  </a:lnTo>
                  <a:lnTo>
                    <a:pt x="364620" y="214719"/>
                  </a:lnTo>
                  <a:lnTo>
                    <a:pt x="364507" y="214576"/>
                  </a:lnTo>
                  <a:lnTo>
                    <a:pt x="364394" y="214433"/>
                  </a:lnTo>
                  <a:lnTo>
                    <a:pt x="364279" y="214291"/>
                  </a:lnTo>
                  <a:lnTo>
                    <a:pt x="364165" y="214149"/>
                  </a:lnTo>
                  <a:lnTo>
                    <a:pt x="364049" y="214008"/>
                  </a:lnTo>
                  <a:lnTo>
                    <a:pt x="363933" y="213867"/>
                  </a:lnTo>
                  <a:lnTo>
                    <a:pt x="363817" y="213727"/>
                  </a:lnTo>
                  <a:lnTo>
                    <a:pt x="363699" y="213588"/>
                  </a:lnTo>
                  <a:lnTo>
                    <a:pt x="363582" y="213449"/>
                  </a:lnTo>
                  <a:lnTo>
                    <a:pt x="363463" y="213310"/>
                  </a:lnTo>
                  <a:lnTo>
                    <a:pt x="363344" y="213172"/>
                  </a:lnTo>
                  <a:lnTo>
                    <a:pt x="363225" y="213034"/>
                  </a:lnTo>
                  <a:lnTo>
                    <a:pt x="363105" y="212897"/>
                  </a:lnTo>
                  <a:lnTo>
                    <a:pt x="362984" y="212760"/>
                  </a:lnTo>
                  <a:lnTo>
                    <a:pt x="362863" y="212624"/>
                  </a:lnTo>
                  <a:lnTo>
                    <a:pt x="362741" y="212489"/>
                  </a:lnTo>
                  <a:lnTo>
                    <a:pt x="362515" y="212229"/>
                  </a:lnTo>
                  <a:lnTo>
                    <a:pt x="362288" y="211969"/>
                  </a:lnTo>
                  <a:lnTo>
                    <a:pt x="362061" y="211710"/>
                  </a:lnTo>
                  <a:lnTo>
                    <a:pt x="361833" y="211451"/>
                  </a:lnTo>
                  <a:lnTo>
                    <a:pt x="361605" y="211193"/>
                  </a:lnTo>
                  <a:lnTo>
                    <a:pt x="361376" y="210936"/>
                  </a:lnTo>
                  <a:lnTo>
                    <a:pt x="361147" y="210679"/>
                  </a:lnTo>
                  <a:lnTo>
                    <a:pt x="360917" y="210422"/>
                  </a:lnTo>
                  <a:lnTo>
                    <a:pt x="360686" y="210166"/>
                  </a:lnTo>
                  <a:lnTo>
                    <a:pt x="360455" y="209911"/>
                  </a:lnTo>
                  <a:lnTo>
                    <a:pt x="360223" y="209656"/>
                  </a:lnTo>
                  <a:lnTo>
                    <a:pt x="359991" y="209401"/>
                  </a:lnTo>
                  <a:lnTo>
                    <a:pt x="359758" y="209148"/>
                  </a:lnTo>
                  <a:lnTo>
                    <a:pt x="359524" y="208894"/>
                  </a:lnTo>
                  <a:lnTo>
                    <a:pt x="359290" y="208641"/>
                  </a:lnTo>
                  <a:lnTo>
                    <a:pt x="359056" y="208389"/>
                  </a:lnTo>
                  <a:lnTo>
                    <a:pt x="358821" y="208137"/>
                  </a:lnTo>
                  <a:lnTo>
                    <a:pt x="358585" y="207886"/>
                  </a:lnTo>
                  <a:lnTo>
                    <a:pt x="358349" y="207635"/>
                  </a:lnTo>
                  <a:lnTo>
                    <a:pt x="358112" y="207385"/>
                  </a:lnTo>
                  <a:lnTo>
                    <a:pt x="357874" y="207136"/>
                  </a:lnTo>
                  <a:lnTo>
                    <a:pt x="357636" y="206886"/>
                  </a:lnTo>
                  <a:lnTo>
                    <a:pt x="357398" y="206638"/>
                  </a:lnTo>
                  <a:lnTo>
                    <a:pt x="357159" y="206390"/>
                  </a:lnTo>
                  <a:lnTo>
                    <a:pt x="356919" y="206142"/>
                  </a:lnTo>
                  <a:lnTo>
                    <a:pt x="356679" y="205895"/>
                  </a:lnTo>
                  <a:lnTo>
                    <a:pt x="356438" y="205649"/>
                  </a:lnTo>
                  <a:lnTo>
                    <a:pt x="356197" y="205403"/>
                  </a:lnTo>
                  <a:lnTo>
                    <a:pt x="355955" y="205158"/>
                  </a:lnTo>
                  <a:lnTo>
                    <a:pt x="355712" y="204913"/>
                  </a:lnTo>
                  <a:lnTo>
                    <a:pt x="355469" y="204669"/>
                  </a:lnTo>
                  <a:lnTo>
                    <a:pt x="355226" y="204425"/>
                  </a:lnTo>
                  <a:lnTo>
                    <a:pt x="354982" y="204182"/>
                  </a:lnTo>
                  <a:lnTo>
                    <a:pt x="354737" y="203939"/>
                  </a:lnTo>
                  <a:lnTo>
                    <a:pt x="354492" y="203698"/>
                  </a:lnTo>
                  <a:lnTo>
                    <a:pt x="354246" y="203456"/>
                  </a:lnTo>
                  <a:lnTo>
                    <a:pt x="354000" y="203215"/>
                  </a:lnTo>
                  <a:lnTo>
                    <a:pt x="353753" y="202975"/>
                  </a:lnTo>
                  <a:lnTo>
                    <a:pt x="353187" y="202327"/>
                  </a:lnTo>
                  <a:lnTo>
                    <a:pt x="352726" y="201801"/>
                  </a:lnTo>
                  <a:lnTo>
                    <a:pt x="348667" y="197162"/>
                  </a:lnTo>
                  <a:lnTo>
                    <a:pt x="347984" y="197097"/>
                  </a:lnTo>
                  <a:lnTo>
                    <a:pt x="343778" y="192428"/>
                  </a:lnTo>
                  <a:lnTo>
                    <a:pt x="341419" y="189976"/>
                  </a:lnTo>
                  <a:lnTo>
                    <a:pt x="333237" y="180809"/>
                  </a:lnTo>
                  <a:lnTo>
                    <a:pt x="333020" y="180533"/>
                  </a:lnTo>
                  <a:lnTo>
                    <a:pt x="332803" y="180256"/>
                  </a:lnTo>
                  <a:lnTo>
                    <a:pt x="332587" y="179980"/>
                  </a:lnTo>
                  <a:lnTo>
                    <a:pt x="332323" y="179639"/>
                  </a:lnTo>
                  <a:lnTo>
                    <a:pt x="332157" y="179425"/>
                  </a:lnTo>
                  <a:lnTo>
                    <a:pt x="331943" y="179146"/>
                  </a:lnTo>
                  <a:lnTo>
                    <a:pt x="331729" y="178868"/>
                  </a:lnTo>
                  <a:lnTo>
                    <a:pt x="331516" y="178589"/>
                  </a:lnTo>
                  <a:lnTo>
                    <a:pt x="331304" y="178309"/>
                  </a:lnTo>
                  <a:lnTo>
                    <a:pt x="331092" y="178029"/>
                  </a:lnTo>
                  <a:lnTo>
                    <a:pt x="330881" y="177749"/>
                  </a:lnTo>
                  <a:lnTo>
                    <a:pt x="330670" y="177468"/>
                  </a:lnTo>
                  <a:lnTo>
                    <a:pt x="330460" y="177186"/>
                  </a:lnTo>
                  <a:lnTo>
                    <a:pt x="330251" y="176904"/>
                  </a:lnTo>
                  <a:lnTo>
                    <a:pt x="330042" y="176622"/>
                  </a:lnTo>
                  <a:lnTo>
                    <a:pt x="329834" y="176339"/>
                  </a:lnTo>
                  <a:lnTo>
                    <a:pt x="329626" y="176056"/>
                  </a:lnTo>
                  <a:lnTo>
                    <a:pt x="329419" y="175772"/>
                  </a:lnTo>
                  <a:lnTo>
                    <a:pt x="329213" y="175488"/>
                  </a:lnTo>
                  <a:lnTo>
                    <a:pt x="328968" y="175149"/>
                  </a:lnTo>
                  <a:lnTo>
                    <a:pt x="328802" y="174919"/>
                  </a:lnTo>
                  <a:lnTo>
                    <a:pt x="328509" y="174509"/>
                  </a:lnTo>
                  <a:lnTo>
                    <a:pt x="328394" y="174347"/>
                  </a:lnTo>
                  <a:lnTo>
                    <a:pt x="328191" y="174061"/>
                  </a:lnTo>
                  <a:lnTo>
                    <a:pt x="327988" y="173774"/>
                  </a:lnTo>
                  <a:lnTo>
                    <a:pt x="327786" y="173487"/>
                  </a:lnTo>
                  <a:lnTo>
                    <a:pt x="327585" y="173199"/>
                  </a:lnTo>
                  <a:lnTo>
                    <a:pt x="327384" y="172911"/>
                  </a:lnTo>
                  <a:lnTo>
                    <a:pt x="327184" y="172623"/>
                  </a:lnTo>
                  <a:lnTo>
                    <a:pt x="326984" y="172334"/>
                  </a:lnTo>
                  <a:lnTo>
                    <a:pt x="326785" y="172044"/>
                  </a:lnTo>
                  <a:lnTo>
                    <a:pt x="326587" y="171754"/>
                  </a:lnTo>
                  <a:lnTo>
                    <a:pt x="326389" y="171464"/>
                  </a:lnTo>
                  <a:lnTo>
                    <a:pt x="326193" y="171173"/>
                  </a:lnTo>
                  <a:lnTo>
                    <a:pt x="325996" y="170882"/>
                  </a:lnTo>
                  <a:lnTo>
                    <a:pt x="325800" y="170591"/>
                  </a:lnTo>
                  <a:lnTo>
                    <a:pt x="325605" y="170299"/>
                  </a:lnTo>
                  <a:lnTo>
                    <a:pt x="325342" y="169902"/>
                  </a:lnTo>
                  <a:lnTo>
                    <a:pt x="325217" y="169713"/>
                  </a:lnTo>
                  <a:lnTo>
                    <a:pt x="325023" y="169420"/>
                  </a:lnTo>
                  <a:lnTo>
                    <a:pt x="324831" y="169127"/>
                  </a:lnTo>
                  <a:lnTo>
                    <a:pt x="324639" y="168833"/>
                  </a:lnTo>
                  <a:lnTo>
                    <a:pt x="324447" y="168538"/>
                  </a:lnTo>
                  <a:lnTo>
                    <a:pt x="324257" y="168243"/>
                  </a:lnTo>
                  <a:lnTo>
                    <a:pt x="324067" y="167948"/>
                  </a:lnTo>
                  <a:lnTo>
                    <a:pt x="323877" y="167652"/>
                  </a:lnTo>
                  <a:lnTo>
                    <a:pt x="323688" y="167356"/>
                  </a:lnTo>
                  <a:lnTo>
                    <a:pt x="323500" y="167060"/>
                  </a:lnTo>
                  <a:lnTo>
                    <a:pt x="323313" y="166763"/>
                  </a:lnTo>
                  <a:lnTo>
                    <a:pt x="323126" y="166465"/>
                  </a:lnTo>
                  <a:lnTo>
                    <a:pt x="322940" y="166168"/>
                  </a:lnTo>
                  <a:lnTo>
                    <a:pt x="322754" y="165869"/>
                  </a:lnTo>
                  <a:lnTo>
                    <a:pt x="322569" y="165571"/>
                  </a:lnTo>
                  <a:lnTo>
                    <a:pt x="322385" y="165272"/>
                  </a:lnTo>
                  <a:lnTo>
                    <a:pt x="322201" y="164972"/>
                  </a:lnTo>
                  <a:lnTo>
                    <a:pt x="322018" y="164673"/>
                  </a:lnTo>
                  <a:lnTo>
                    <a:pt x="321836" y="164373"/>
                  </a:lnTo>
                  <a:lnTo>
                    <a:pt x="321596" y="163975"/>
                  </a:lnTo>
                  <a:lnTo>
                    <a:pt x="321473" y="163771"/>
                  </a:lnTo>
                  <a:lnTo>
                    <a:pt x="321292" y="163470"/>
                  </a:lnTo>
                  <a:lnTo>
                    <a:pt x="321190" y="163298"/>
                  </a:lnTo>
                  <a:lnTo>
                    <a:pt x="321113" y="163168"/>
                  </a:lnTo>
                  <a:lnTo>
                    <a:pt x="320933" y="162866"/>
                  </a:lnTo>
                  <a:lnTo>
                    <a:pt x="320755" y="162563"/>
                  </a:lnTo>
                  <a:lnTo>
                    <a:pt x="320577" y="162260"/>
                  </a:lnTo>
                  <a:lnTo>
                    <a:pt x="320400" y="161957"/>
                  </a:lnTo>
                  <a:lnTo>
                    <a:pt x="320224" y="161654"/>
                  </a:lnTo>
                  <a:lnTo>
                    <a:pt x="320047" y="161350"/>
                  </a:lnTo>
                  <a:lnTo>
                    <a:pt x="319873" y="161045"/>
                  </a:lnTo>
                  <a:lnTo>
                    <a:pt x="319698" y="160740"/>
                  </a:lnTo>
                  <a:lnTo>
                    <a:pt x="319605" y="160576"/>
                  </a:lnTo>
                  <a:lnTo>
                    <a:pt x="319524" y="160435"/>
                  </a:lnTo>
                  <a:lnTo>
                    <a:pt x="319351" y="160130"/>
                  </a:lnTo>
                  <a:lnTo>
                    <a:pt x="319178" y="159824"/>
                  </a:lnTo>
                  <a:lnTo>
                    <a:pt x="319006" y="159517"/>
                  </a:lnTo>
                  <a:lnTo>
                    <a:pt x="318831" y="159203"/>
                  </a:lnTo>
                  <a:lnTo>
                    <a:pt x="318664" y="158904"/>
                  </a:lnTo>
                  <a:lnTo>
                    <a:pt x="318495" y="158596"/>
                  </a:lnTo>
                  <a:lnTo>
                    <a:pt x="318325" y="158288"/>
                  </a:lnTo>
                  <a:lnTo>
                    <a:pt x="318100" y="157875"/>
                  </a:lnTo>
                  <a:lnTo>
                    <a:pt x="317989" y="157672"/>
                  </a:lnTo>
                  <a:lnTo>
                    <a:pt x="317822" y="157363"/>
                  </a:lnTo>
                  <a:lnTo>
                    <a:pt x="317655" y="157054"/>
                  </a:lnTo>
                  <a:lnTo>
                    <a:pt x="317489" y="156744"/>
                  </a:lnTo>
                  <a:lnTo>
                    <a:pt x="317324" y="156434"/>
                  </a:lnTo>
                  <a:lnTo>
                    <a:pt x="317181" y="156147"/>
                  </a:lnTo>
                  <a:lnTo>
                    <a:pt x="317040" y="155860"/>
                  </a:lnTo>
                  <a:lnTo>
                    <a:pt x="316899" y="155572"/>
                  </a:lnTo>
                  <a:lnTo>
                    <a:pt x="316701" y="155164"/>
                  </a:lnTo>
                  <a:lnTo>
                    <a:pt x="316619" y="154995"/>
                  </a:lnTo>
                  <a:lnTo>
                    <a:pt x="316480" y="154706"/>
                  </a:lnTo>
                  <a:lnTo>
                    <a:pt x="316341" y="154417"/>
                  </a:lnTo>
                  <a:lnTo>
                    <a:pt x="316204" y="154128"/>
                  </a:lnTo>
                  <a:lnTo>
                    <a:pt x="316067" y="153838"/>
                  </a:lnTo>
                  <a:lnTo>
                    <a:pt x="315931" y="153548"/>
                  </a:lnTo>
                  <a:lnTo>
                    <a:pt x="315796" y="153257"/>
                  </a:lnTo>
                  <a:lnTo>
                    <a:pt x="315661" y="152967"/>
                  </a:lnTo>
                  <a:lnTo>
                    <a:pt x="315495" y="152606"/>
                  </a:lnTo>
                  <a:lnTo>
                    <a:pt x="315393" y="152384"/>
                  </a:lnTo>
                  <a:lnTo>
                    <a:pt x="315261" y="152092"/>
                  </a:lnTo>
                  <a:lnTo>
                    <a:pt x="315201" y="151961"/>
                  </a:lnTo>
                  <a:lnTo>
                    <a:pt x="315129" y="151800"/>
                  </a:lnTo>
                  <a:lnTo>
                    <a:pt x="314998" y="151508"/>
                  </a:lnTo>
                  <a:lnTo>
                    <a:pt x="314867" y="151215"/>
                  </a:lnTo>
                  <a:lnTo>
                    <a:pt x="314737" y="150922"/>
                  </a:lnTo>
                  <a:lnTo>
                    <a:pt x="314608" y="150629"/>
                  </a:lnTo>
                  <a:lnTo>
                    <a:pt x="314479" y="150335"/>
                  </a:lnTo>
                  <a:lnTo>
                    <a:pt x="314351" y="150041"/>
                  </a:lnTo>
                  <a:lnTo>
                    <a:pt x="314224" y="149747"/>
                  </a:lnTo>
                  <a:lnTo>
                    <a:pt x="314098" y="149453"/>
                  </a:lnTo>
                  <a:lnTo>
                    <a:pt x="313972" y="149158"/>
                  </a:lnTo>
                  <a:lnTo>
                    <a:pt x="313847" y="148863"/>
                  </a:lnTo>
                  <a:lnTo>
                    <a:pt x="313723" y="148567"/>
                  </a:lnTo>
                  <a:lnTo>
                    <a:pt x="313600" y="148272"/>
                  </a:lnTo>
                  <a:lnTo>
                    <a:pt x="313477" y="147975"/>
                  </a:lnTo>
                  <a:lnTo>
                    <a:pt x="313355" y="147679"/>
                  </a:lnTo>
                  <a:lnTo>
                    <a:pt x="313233" y="147382"/>
                  </a:lnTo>
                  <a:lnTo>
                    <a:pt x="313112" y="147086"/>
                  </a:lnTo>
                  <a:lnTo>
                    <a:pt x="312980" y="146758"/>
                  </a:lnTo>
                  <a:lnTo>
                    <a:pt x="312873" y="146491"/>
                  </a:lnTo>
                  <a:lnTo>
                    <a:pt x="312754" y="146193"/>
                  </a:lnTo>
                  <a:lnTo>
                    <a:pt x="312637" y="145895"/>
                  </a:lnTo>
                  <a:lnTo>
                    <a:pt x="312519" y="145597"/>
                  </a:lnTo>
                  <a:lnTo>
                    <a:pt x="312403" y="145298"/>
                  </a:lnTo>
                  <a:lnTo>
                    <a:pt x="312287" y="144999"/>
                  </a:lnTo>
                  <a:lnTo>
                    <a:pt x="312172" y="144700"/>
                  </a:lnTo>
                  <a:lnTo>
                    <a:pt x="312058" y="144401"/>
                  </a:lnTo>
                  <a:lnTo>
                    <a:pt x="311944" y="144101"/>
                  </a:lnTo>
                  <a:lnTo>
                    <a:pt x="311831" y="143801"/>
                  </a:lnTo>
                  <a:lnTo>
                    <a:pt x="311704" y="143459"/>
                  </a:lnTo>
                  <a:lnTo>
                    <a:pt x="311608" y="143200"/>
                  </a:lnTo>
                  <a:lnTo>
                    <a:pt x="311497" y="142899"/>
                  </a:lnTo>
                  <a:lnTo>
                    <a:pt x="311387" y="142598"/>
                  </a:lnTo>
                  <a:lnTo>
                    <a:pt x="311339" y="142465"/>
                  </a:lnTo>
                  <a:lnTo>
                    <a:pt x="311278" y="142297"/>
                  </a:lnTo>
                  <a:lnTo>
                    <a:pt x="311169" y="141995"/>
                  </a:lnTo>
                  <a:lnTo>
                    <a:pt x="311023" y="141587"/>
                  </a:lnTo>
                  <a:lnTo>
                    <a:pt x="310954" y="141391"/>
                  </a:lnTo>
                  <a:lnTo>
                    <a:pt x="310848" y="141089"/>
                  </a:lnTo>
                  <a:lnTo>
                    <a:pt x="310742" y="140786"/>
                  </a:lnTo>
                  <a:lnTo>
                    <a:pt x="310694" y="140648"/>
                  </a:lnTo>
                  <a:lnTo>
                    <a:pt x="310637" y="140484"/>
                  </a:lnTo>
                  <a:lnTo>
                    <a:pt x="310515" y="140128"/>
                  </a:lnTo>
                  <a:lnTo>
                    <a:pt x="310429" y="139877"/>
                  </a:lnTo>
                  <a:lnTo>
                    <a:pt x="310327" y="139573"/>
                  </a:lnTo>
                  <a:lnTo>
                    <a:pt x="310224" y="139269"/>
                  </a:lnTo>
                  <a:lnTo>
                    <a:pt x="310123" y="138965"/>
                  </a:lnTo>
                  <a:lnTo>
                    <a:pt x="310023" y="138661"/>
                  </a:lnTo>
                  <a:lnTo>
                    <a:pt x="309923" y="138356"/>
                  </a:lnTo>
                  <a:lnTo>
                    <a:pt x="309824" y="138052"/>
                  </a:lnTo>
                  <a:lnTo>
                    <a:pt x="309725" y="137747"/>
                  </a:lnTo>
                  <a:lnTo>
                    <a:pt x="309627" y="137441"/>
                  </a:lnTo>
                  <a:lnTo>
                    <a:pt x="309344" y="136628"/>
                  </a:lnTo>
                  <a:lnTo>
                    <a:pt x="294358" y="93695"/>
                  </a:lnTo>
                  <a:lnTo>
                    <a:pt x="294239" y="93341"/>
                  </a:lnTo>
                  <a:close/>
                </a:path>
              </a:pathLst>
            </a:custGeom>
            <a:solidFill>
              <a:srgbClr val="F14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g23"/>
            <p:cNvSpPr/>
            <p:nvPr/>
          </p:nvSpPr>
          <p:spPr>
            <a:xfrm>
              <a:off x="3896029" y="3688167"/>
              <a:ext cx="1488356" cy="1493037"/>
            </a:xfrm>
            <a:custGeom>
              <a:avLst/>
              <a:gdLst/>
              <a:ahLst/>
              <a:cxnLst/>
              <a:rect l="0" t="0" r="0" b="0"/>
              <a:pathLst>
                <a:path w="1488356" h="1493037">
                  <a:moveTo>
                    <a:pt x="729985" y="59737"/>
                  </a:moveTo>
                  <a:lnTo>
                    <a:pt x="729585" y="59259"/>
                  </a:lnTo>
                  <a:lnTo>
                    <a:pt x="729464" y="59120"/>
                  </a:lnTo>
                  <a:lnTo>
                    <a:pt x="729311" y="58947"/>
                  </a:lnTo>
                  <a:lnTo>
                    <a:pt x="729033" y="58638"/>
                  </a:lnTo>
                  <a:lnTo>
                    <a:pt x="727468" y="56903"/>
                  </a:lnTo>
                  <a:lnTo>
                    <a:pt x="727156" y="56554"/>
                  </a:lnTo>
                  <a:lnTo>
                    <a:pt x="726898" y="56252"/>
                  </a:lnTo>
                  <a:lnTo>
                    <a:pt x="726761" y="56086"/>
                  </a:lnTo>
                  <a:lnTo>
                    <a:pt x="726359" y="55576"/>
                  </a:lnTo>
                  <a:lnTo>
                    <a:pt x="718730" y="45224"/>
                  </a:lnTo>
                  <a:lnTo>
                    <a:pt x="718128" y="44626"/>
                  </a:lnTo>
                  <a:lnTo>
                    <a:pt x="717168" y="43644"/>
                  </a:lnTo>
                  <a:lnTo>
                    <a:pt x="716378" y="42808"/>
                  </a:lnTo>
                  <a:lnTo>
                    <a:pt x="715652" y="42019"/>
                  </a:lnTo>
                  <a:lnTo>
                    <a:pt x="715518" y="41871"/>
                  </a:lnTo>
                  <a:lnTo>
                    <a:pt x="714681" y="40927"/>
                  </a:lnTo>
                  <a:lnTo>
                    <a:pt x="714351" y="40547"/>
                  </a:lnTo>
                  <a:lnTo>
                    <a:pt x="713859" y="39969"/>
                  </a:lnTo>
                  <a:lnTo>
                    <a:pt x="713088" y="39042"/>
                  </a:lnTo>
                  <a:lnTo>
                    <a:pt x="708735" y="33109"/>
                  </a:lnTo>
                  <a:lnTo>
                    <a:pt x="706569" y="30155"/>
                  </a:lnTo>
                  <a:lnTo>
                    <a:pt x="706286" y="29751"/>
                  </a:lnTo>
                  <a:lnTo>
                    <a:pt x="705887" y="29160"/>
                  </a:lnTo>
                  <a:lnTo>
                    <a:pt x="705497" y="28564"/>
                  </a:lnTo>
                  <a:lnTo>
                    <a:pt x="705214" y="28116"/>
                  </a:lnTo>
                  <a:lnTo>
                    <a:pt x="705118" y="27961"/>
                  </a:lnTo>
                  <a:lnTo>
                    <a:pt x="704748" y="27352"/>
                  </a:lnTo>
                  <a:lnTo>
                    <a:pt x="704388" y="26737"/>
                  </a:lnTo>
                  <a:lnTo>
                    <a:pt x="703976" y="26004"/>
                  </a:lnTo>
                  <a:lnTo>
                    <a:pt x="703889" y="25845"/>
                  </a:lnTo>
                  <a:lnTo>
                    <a:pt x="703803" y="25686"/>
                  </a:lnTo>
                  <a:lnTo>
                    <a:pt x="703698" y="25490"/>
                  </a:lnTo>
                  <a:lnTo>
                    <a:pt x="703368" y="24858"/>
                  </a:lnTo>
                  <a:lnTo>
                    <a:pt x="703299" y="24721"/>
                  </a:lnTo>
                  <a:lnTo>
                    <a:pt x="703049" y="24220"/>
                  </a:lnTo>
                  <a:lnTo>
                    <a:pt x="702819" y="23744"/>
                  </a:lnTo>
                  <a:lnTo>
                    <a:pt x="702740" y="23578"/>
                  </a:lnTo>
                  <a:lnTo>
                    <a:pt x="702442" y="22930"/>
                  </a:lnTo>
                  <a:lnTo>
                    <a:pt x="702155" y="22278"/>
                  </a:lnTo>
                  <a:lnTo>
                    <a:pt x="701878" y="21621"/>
                  </a:lnTo>
                  <a:lnTo>
                    <a:pt x="701611" y="20960"/>
                  </a:lnTo>
                  <a:lnTo>
                    <a:pt x="701495" y="20660"/>
                  </a:lnTo>
                  <a:lnTo>
                    <a:pt x="701356" y="20294"/>
                  </a:lnTo>
                  <a:lnTo>
                    <a:pt x="701111" y="19624"/>
                  </a:lnTo>
                  <a:lnTo>
                    <a:pt x="700878" y="18951"/>
                  </a:lnTo>
                  <a:lnTo>
                    <a:pt x="700655" y="18273"/>
                  </a:lnTo>
                  <a:lnTo>
                    <a:pt x="700464" y="17657"/>
                  </a:lnTo>
                  <a:lnTo>
                    <a:pt x="697431" y="6992"/>
                  </a:lnTo>
                  <a:lnTo>
                    <a:pt x="697227" y="6272"/>
                  </a:lnTo>
                  <a:lnTo>
                    <a:pt x="696151" y="2489"/>
                  </a:lnTo>
                  <a:lnTo>
                    <a:pt x="696020" y="2030"/>
                  </a:lnTo>
                  <a:lnTo>
                    <a:pt x="695821" y="1329"/>
                  </a:lnTo>
                  <a:lnTo>
                    <a:pt x="695443" y="0"/>
                  </a:lnTo>
                  <a:lnTo>
                    <a:pt x="694672" y="290"/>
                  </a:lnTo>
                  <a:lnTo>
                    <a:pt x="694399" y="395"/>
                  </a:lnTo>
                  <a:lnTo>
                    <a:pt x="693957" y="514"/>
                  </a:lnTo>
                  <a:lnTo>
                    <a:pt x="693159" y="833"/>
                  </a:lnTo>
                  <a:lnTo>
                    <a:pt x="692369" y="1173"/>
                  </a:lnTo>
                  <a:lnTo>
                    <a:pt x="692173" y="1261"/>
                  </a:lnTo>
                  <a:lnTo>
                    <a:pt x="691198" y="1724"/>
                  </a:lnTo>
                  <a:lnTo>
                    <a:pt x="690932" y="1857"/>
                  </a:lnTo>
                  <a:lnTo>
                    <a:pt x="690238" y="2218"/>
                  </a:lnTo>
                  <a:lnTo>
                    <a:pt x="689530" y="2608"/>
                  </a:lnTo>
                  <a:lnTo>
                    <a:pt x="689306" y="2739"/>
                  </a:lnTo>
                  <a:lnTo>
                    <a:pt x="688523" y="3175"/>
                  </a:lnTo>
                  <a:lnTo>
                    <a:pt x="687744" y="3576"/>
                  </a:lnTo>
                  <a:lnTo>
                    <a:pt x="687492" y="3699"/>
                  </a:lnTo>
                  <a:lnTo>
                    <a:pt x="686944" y="3955"/>
                  </a:lnTo>
                  <a:lnTo>
                    <a:pt x="686330" y="4225"/>
                  </a:lnTo>
                  <a:lnTo>
                    <a:pt x="686132" y="4308"/>
                  </a:lnTo>
                  <a:lnTo>
                    <a:pt x="685308" y="4634"/>
                  </a:lnTo>
                  <a:lnTo>
                    <a:pt x="685144" y="4696"/>
                  </a:lnTo>
                  <a:lnTo>
                    <a:pt x="673461" y="9011"/>
                  </a:lnTo>
                  <a:lnTo>
                    <a:pt x="668675" y="11497"/>
                  </a:lnTo>
                  <a:lnTo>
                    <a:pt x="657159" y="16931"/>
                  </a:lnTo>
                  <a:lnTo>
                    <a:pt x="656626" y="17177"/>
                  </a:lnTo>
                  <a:lnTo>
                    <a:pt x="655902" y="17499"/>
                  </a:lnTo>
                  <a:lnTo>
                    <a:pt x="655173" y="17808"/>
                  </a:lnTo>
                  <a:lnTo>
                    <a:pt x="654727" y="17991"/>
                  </a:lnTo>
                  <a:lnTo>
                    <a:pt x="654439" y="18106"/>
                  </a:lnTo>
                  <a:lnTo>
                    <a:pt x="653700" y="18392"/>
                  </a:lnTo>
                  <a:lnTo>
                    <a:pt x="652956" y="18665"/>
                  </a:lnTo>
                  <a:lnTo>
                    <a:pt x="652241" y="18915"/>
                  </a:lnTo>
                  <a:lnTo>
                    <a:pt x="652010" y="19002"/>
                  </a:lnTo>
                  <a:lnTo>
                    <a:pt x="651329" y="19265"/>
                  </a:lnTo>
                  <a:lnTo>
                    <a:pt x="650653" y="19539"/>
                  </a:lnTo>
                  <a:lnTo>
                    <a:pt x="649981" y="19824"/>
                  </a:lnTo>
                  <a:lnTo>
                    <a:pt x="649314" y="20121"/>
                  </a:lnTo>
                  <a:lnTo>
                    <a:pt x="648652" y="20428"/>
                  </a:lnTo>
                  <a:lnTo>
                    <a:pt x="648018" y="20735"/>
                  </a:lnTo>
                  <a:lnTo>
                    <a:pt x="640933" y="24208"/>
                  </a:lnTo>
                  <a:lnTo>
                    <a:pt x="635610" y="26140"/>
                  </a:lnTo>
                  <a:lnTo>
                    <a:pt x="635436" y="26202"/>
                  </a:lnTo>
                  <a:lnTo>
                    <a:pt x="634279" y="26606"/>
                  </a:lnTo>
                  <a:lnTo>
                    <a:pt x="633105" y="26995"/>
                  </a:lnTo>
                  <a:lnTo>
                    <a:pt x="632746" y="27102"/>
                  </a:lnTo>
                  <a:lnTo>
                    <a:pt x="632115" y="27300"/>
                  </a:lnTo>
                  <a:lnTo>
                    <a:pt x="631488" y="27507"/>
                  </a:lnTo>
                  <a:lnTo>
                    <a:pt x="630864" y="27725"/>
                  </a:lnTo>
                  <a:lnTo>
                    <a:pt x="630373" y="27905"/>
                  </a:lnTo>
                  <a:lnTo>
                    <a:pt x="630243" y="27954"/>
                  </a:lnTo>
                  <a:lnTo>
                    <a:pt x="629626" y="28192"/>
                  </a:lnTo>
                  <a:lnTo>
                    <a:pt x="629014" y="28440"/>
                  </a:lnTo>
                  <a:lnTo>
                    <a:pt x="628405" y="28699"/>
                  </a:lnTo>
                  <a:lnTo>
                    <a:pt x="627713" y="29007"/>
                  </a:lnTo>
                  <a:lnTo>
                    <a:pt x="619366" y="32969"/>
                  </a:lnTo>
                  <a:lnTo>
                    <a:pt x="610051" y="37391"/>
                  </a:lnTo>
                  <a:lnTo>
                    <a:pt x="603803" y="40215"/>
                  </a:lnTo>
                  <a:lnTo>
                    <a:pt x="598531" y="42709"/>
                  </a:lnTo>
                  <a:lnTo>
                    <a:pt x="598242" y="42838"/>
                  </a:lnTo>
                  <a:lnTo>
                    <a:pt x="597892" y="42971"/>
                  </a:lnTo>
                  <a:lnTo>
                    <a:pt x="597758" y="43014"/>
                  </a:lnTo>
                  <a:lnTo>
                    <a:pt x="597534" y="43079"/>
                  </a:lnTo>
                  <a:lnTo>
                    <a:pt x="597170" y="43164"/>
                  </a:lnTo>
                  <a:lnTo>
                    <a:pt x="596948" y="43204"/>
                  </a:lnTo>
                  <a:lnTo>
                    <a:pt x="595052" y="43571"/>
                  </a:lnTo>
                  <a:lnTo>
                    <a:pt x="591868" y="45818"/>
                  </a:lnTo>
                  <a:lnTo>
                    <a:pt x="589539" y="50258"/>
                  </a:lnTo>
                  <a:lnTo>
                    <a:pt x="589374" y="50566"/>
                  </a:lnTo>
                  <a:lnTo>
                    <a:pt x="589230" y="50886"/>
                  </a:lnTo>
                  <a:lnTo>
                    <a:pt x="589107" y="51213"/>
                  </a:lnTo>
                  <a:lnTo>
                    <a:pt x="589045" y="51410"/>
                  </a:lnTo>
                  <a:lnTo>
                    <a:pt x="589006" y="51549"/>
                  </a:lnTo>
                  <a:lnTo>
                    <a:pt x="588926" y="51890"/>
                  </a:lnTo>
                  <a:lnTo>
                    <a:pt x="588869" y="52235"/>
                  </a:lnTo>
                  <a:lnTo>
                    <a:pt x="588831" y="52646"/>
                  </a:lnTo>
                  <a:lnTo>
                    <a:pt x="588790" y="55042"/>
                  </a:lnTo>
                  <a:lnTo>
                    <a:pt x="589015" y="59937"/>
                  </a:lnTo>
                  <a:lnTo>
                    <a:pt x="589048" y="60507"/>
                  </a:lnTo>
                  <a:lnTo>
                    <a:pt x="589105" y="61287"/>
                  </a:lnTo>
                  <a:lnTo>
                    <a:pt x="589143" y="61731"/>
                  </a:lnTo>
                  <a:lnTo>
                    <a:pt x="589175" y="62066"/>
                  </a:lnTo>
                  <a:lnTo>
                    <a:pt x="589257" y="62844"/>
                  </a:lnTo>
                  <a:lnTo>
                    <a:pt x="589339" y="63518"/>
                  </a:lnTo>
                  <a:lnTo>
                    <a:pt x="587262" y="64496"/>
                  </a:lnTo>
                  <a:lnTo>
                    <a:pt x="586339" y="64949"/>
                  </a:lnTo>
                  <a:lnTo>
                    <a:pt x="586151" y="64557"/>
                  </a:lnTo>
                  <a:lnTo>
                    <a:pt x="585671" y="64780"/>
                  </a:lnTo>
                  <a:lnTo>
                    <a:pt x="584781" y="65250"/>
                  </a:lnTo>
                  <a:lnTo>
                    <a:pt x="578446" y="68344"/>
                  </a:lnTo>
                  <a:lnTo>
                    <a:pt x="573226" y="70895"/>
                  </a:lnTo>
                  <a:lnTo>
                    <a:pt x="572251" y="70638"/>
                  </a:lnTo>
                  <a:lnTo>
                    <a:pt x="566750" y="72251"/>
                  </a:lnTo>
                  <a:lnTo>
                    <a:pt x="566312" y="72100"/>
                  </a:lnTo>
                  <a:lnTo>
                    <a:pt x="566166" y="71811"/>
                  </a:lnTo>
                  <a:lnTo>
                    <a:pt x="565950" y="71929"/>
                  </a:lnTo>
                  <a:lnTo>
                    <a:pt x="563288" y="71347"/>
                  </a:lnTo>
                  <a:lnTo>
                    <a:pt x="562746" y="71559"/>
                  </a:lnTo>
                  <a:lnTo>
                    <a:pt x="559833" y="72995"/>
                  </a:lnTo>
                  <a:lnTo>
                    <a:pt x="522535" y="91374"/>
                  </a:lnTo>
                  <a:lnTo>
                    <a:pt x="516266" y="94326"/>
                  </a:lnTo>
                  <a:lnTo>
                    <a:pt x="514864" y="94983"/>
                  </a:lnTo>
                  <a:lnTo>
                    <a:pt x="512638" y="96018"/>
                  </a:lnTo>
                  <a:lnTo>
                    <a:pt x="512373" y="96149"/>
                  </a:lnTo>
                  <a:lnTo>
                    <a:pt x="496843" y="103444"/>
                  </a:lnTo>
                  <a:lnTo>
                    <a:pt x="483278" y="111141"/>
                  </a:lnTo>
                  <a:lnTo>
                    <a:pt x="473377" y="116444"/>
                  </a:lnTo>
                  <a:lnTo>
                    <a:pt x="469726" y="118333"/>
                  </a:lnTo>
                  <a:lnTo>
                    <a:pt x="467973" y="119263"/>
                  </a:lnTo>
                  <a:lnTo>
                    <a:pt x="463183" y="121634"/>
                  </a:lnTo>
                  <a:lnTo>
                    <a:pt x="460536" y="123115"/>
                  </a:lnTo>
                  <a:lnTo>
                    <a:pt x="444867" y="131521"/>
                  </a:lnTo>
                  <a:lnTo>
                    <a:pt x="426244" y="140495"/>
                  </a:lnTo>
                  <a:lnTo>
                    <a:pt x="415142" y="147166"/>
                  </a:lnTo>
                  <a:lnTo>
                    <a:pt x="403713" y="152573"/>
                  </a:lnTo>
                  <a:lnTo>
                    <a:pt x="396141" y="155890"/>
                  </a:lnTo>
                  <a:lnTo>
                    <a:pt x="392445" y="157251"/>
                  </a:lnTo>
                  <a:lnTo>
                    <a:pt x="386770" y="159503"/>
                  </a:lnTo>
                  <a:lnTo>
                    <a:pt x="383575" y="160750"/>
                  </a:lnTo>
                  <a:lnTo>
                    <a:pt x="375736" y="163868"/>
                  </a:lnTo>
                  <a:lnTo>
                    <a:pt x="362676" y="168956"/>
                  </a:lnTo>
                  <a:lnTo>
                    <a:pt x="358937" y="170384"/>
                  </a:lnTo>
                  <a:lnTo>
                    <a:pt x="345926" y="174872"/>
                  </a:lnTo>
                  <a:lnTo>
                    <a:pt x="342080" y="175974"/>
                  </a:lnTo>
                  <a:lnTo>
                    <a:pt x="341539" y="176127"/>
                  </a:lnTo>
                  <a:lnTo>
                    <a:pt x="340996" y="176278"/>
                  </a:lnTo>
                  <a:lnTo>
                    <a:pt x="340451" y="176425"/>
                  </a:lnTo>
                  <a:lnTo>
                    <a:pt x="339906" y="176568"/>
                  </a:lnTo>
                  <a:lnTo>
                    <a:pt x="339361" y="176707"/>
                  </a:lnTo>
                  <a:lnTo>
                    <a:pt x="338814" y="176845"/>
                  </a:lnTo>
                  <a:lnTo>
                    <a:pt x="338268" y="176977"/>
                  </a:lnTo>
                  <a:lnTo>
                    <a:pt x="337721" y="177107"/>
                  </a:lnTo>
                  <a:lnTo>
                    <a:pt x="337171" y="177234"/>
                  </a:lnTo>
                  <a:lnTo>
                    <a:pt x="336622" y="177357"/>
                  </a:lnTo>
                  <a:lnTo>
                    <a:pt x="335953" y="177450"/>
                  </a:lnTo>
                  <a:lnTo>
                    <a:pt x="334738" y="177725"/>
                  </a:lnTo>
                  <a:lnTo>
                    <a:pt x="331646" y="178310"/>
                  </a:lnTo>
                  <a:lnTo>
                    <a:pt x="327595" y="179062"/>
                  </a:lnTo>
                  <a:lnTo>
                    <a:pt x="322434" y="179940"/>
                  </a:lnTo>
                  <a:lnTo>
                    <a:pt x="310912" y="181561"/>
                  </a:lnTo>
                  <a:lnTo>
                    <a:pt x="310536" y="181448"/>
                  </a:lnTo>
                  <a:lnTo>
                    <a:pt x="310201" y="181257"/>
                  </a:lnTo>
                  <a:lnTo>
                    <a:pt x="309845" y="181027"/>
                  </a:lnTo>
                  <a:lnTo>
                    <a:pt x="309681" y="180949"/>
                  </a:lnTo>
                  <a:lnTo>
                    <a:pt x="294507" y="183079"/>
                  </a:lnTo>
                  <a:lnTo>
                    <a:pt x="292627" y="183329"/>
                  </a:lnTo>
                  <a:lnTo>
                    <a:pt x="287899" y="183862"/>
                  </a:lnTo>
                  <a:lnTo>
                    <a:pt x="285832" y="184127"/>
                  </a:lnTo>
                  <a:lnTo>
                    <a:pt x="282668" y="184685"/>
                  </a:lnTo>
                  <a:lnTo>
                    <a:pt x="281655" y="184805"/>
                  </a:lnTo>
                  <a:lnTo>
                    <a:pt x="279228" y="185143"/>
                  </a:lnTo>
                  <a:lnTo>
                    <a:pt x="276475" y="185582"/>
                  </a:lnTo>
                  <a:lnTo>
                    <a:pt x="272163" y="186319"/>
                  </a:lnTo>
                  <a:lnTo>
                    <a:pt x="268854" y="187015"/>
                  </a:lnTo>
                  <a:lnTo>
                    <a:pt x="267300" y="187194"/>
                  </a:lnTo>
                  <a:lnTo>
                    <a:pt x="264679" y="186870"/>
                  </a:lnTo>
                  <a:lnTo>
                    <a:pt x="263515" y="186503"/>
                  </a:lnTo>
                  <a:lnTo>
                    <a:pt x="260117" y="186977"/>
                  </a:lnTo>
                  <a:lnTo>
                    <a:pt x="251905" y="189403"/>
                  </a:lnTo>
                  <a:lnTo>
                    <a:pt x="237403" y="194173"/>
                  </a:lnTo>
                  <a:lnTo>
                    <a:pt x="235498" y="194733"/>
                  </a:lnTo>
                  <a:lnTo>
                    <a:pt x="224634" y="197930"/>
                  </a:lnTo>
                  <a:lnTo>
                    <a:pt x="220022" y="199614"/>
                  </a:lnTo>
                  <a:lnTo>
                    <a:pt x="216045" y="201268"/>
                  </a:lnTo>
                  <a:lnTo>
                    <a:pt x="214677" y="202212"/>
                  </a:lnTo>
                  <a:lnTo>
                    <a:pt x="215058" y="202738"/>
                  </a:lnTo>
                  <a:lnTo>
                    <a:pt x="209865" y="206748"/>
                  </a:lnTo>
                  <a:lnTo>
                    <a:pt x="205497" y="209796"/>
                  </a:lnTo>
                  <a:lnTo>
                    <a:pt x="203613" y="211438"/>
                  </a:lnTo>
                  <a:lnTo>
                    <a:pt x="199306" y="214129"/>
                  </a:lnTo>
                  <a:lnTo>
                    <a:pt x="194614" y="216305"/>
                  </a:lnTo>
                  <a:lnTo>
                    <a:pt x="193083" y="217249"/>
                  </a:lnTo>
                  <a:lnTo>
                    <a:pt x="191045" y="218506"/>
                  </a:lnTo>
                  <a:lnTo>
                    <a:pt x="188932" y="219809"/>
                  </a:lnTo>
                  <a:lnTo>
                    <a:pt x="184753" y="223062"/>
                  </a:lnTo>
                  <a:lnTo>
                    <a:pt x="180288" y="226538"/>
                  </a:lnTo>
                  <a:lnTo>
                    <a:pt x="168935" y="235026"/>
                  </a:lnTo>
                  <a:lnTo>
                    <a:pt x="169018" y="235170"/>
                  </a:lnTo>
                  <a:lnTo>
                    <a:pt x="163993" y="238051"/>
                  </a:lnTo>
                  <a:lnTo>
                    <a:pt x="163409" y="238156"/>
                  </a:lnTo>
                  <a:lnTo>
                    <a:pt x="163155" y="238072"/>
                  </a:lnTo>
                  <a:lnTo>
                    <a:pt x="160557" y="239404"/>
                  </a:lnTo>
                  <a:lnTo>
                    <a:pt x="156724" y="241368"/>
                  </a:lnTo>
                  <a:lnTo>
                    <a:pt x="154395" y="242562"/>
                  </a:lnTo>
                  <a:lnTo>
                    <a:pt x="149490" y="244874"/>
                  </a:lnTo>
                  <a:lnTo>
                    <a:pt x="149296" y="244321"/>
                  </a:lnTo>
                  <a:lnTo>
                    <a:pt x="147361" y="244914"/>
                  </a:lnTo>
                  <a:lnTo>
                    <a:pt x="138582" y="248253"/>
                  </a:lnTo>
                  <a:lnTo>
                    <a:pt x="138187" y="248397"/>
                  </a:lnTo>
                  <a:lnTo>
                    <a:pt x="136700" y="248936"/>
                  </a:lnTo>
                  <a:lnTo>
                    <a:pt x="139752" y="259427"/>
                  </a:lnTo>
                  <a:lnTo>
                    <a:pt x="140158" y="260823"/>
                  </a:lnTo>
                  <a:lnTo>
                    <a:pt x="143930" y="273055"/>
                  </a:lnTo>
                  <a:lnTo>
                    <a:pt x="145839" y="272869"/>
                  </a:lnTo>
                  <a:lnTo>
                    <a:pt x="146945" y="272761"/>
                  </a:lnTo>
                  <a:lnTo>
                    <a:pt x="162194" y="271272"/>
                  </a:lnTo>
                  <a:lnTo>
                    <a:pt x="165018" y="280403"/>
                  </a:lnTo>
                  <a:lnTo>
                    <a:pt x="175067" y="279423"/>
                  </a:lnTo>
                  <a:lnTo>
                    <a:pt x="176261" y="295184"/>
                  </a:lnTo>
                  <a:lnTo>
                    <a:pt x="189556" y="294168"/>
                  </a:lnTo>
                  <a:lnTo>
                    <a:pt x="189799" y="297392"/>
                  </a:lnTo>
                  <a:lnTo>
                    <a:pt x="190526" y="298736"/>
                  </a:lnTo>
                  <a:lnTo>
                    <a:pt x="191471" y="300480"/>
                  </a:lnTo>
                  <a:lnTo>
                    <a:pt x="191838" y="300281"/>
                  </a:lnTo>
                  <a:lnTo>
                    <a:pt x="192205" y="300081"/>
                  </a:lnTo>
                  <a:lnTo>
                    <a:pt x="192335" y="300012"/>
                  </a:lnTo>
                  <a:lnTo>
                    <a:pt x="192573" y="299883"/>
                  </a:lnTo>
                  <a:lnTo>
                    <a:pt x="192941" y="299686"/>
                  </a:lnTo>
                  <a:lnTo>
                    <a:pt x="193310" y="299489"/>
                  </a:lnTo>
                  <a:lnTo>
                    <a:pt x="193679" y="299292"/>
                  </a:lnTo>
                  <a:lnTo>
                    <a:pt x="194048" y="299097"/>
                  </a:lnTo>
                  <a:lnTo>
                    <a:pt x="194417" y="298902"/>
                  </a:lnTo>
                  <a:lnTo>
                    <a:pt x="194553" y="298831"/>
                  </a:lnTo>
                  <a:lnTo>
                    <a:pt x="194787" y="298708"/>
                  </a:lnTo>
                  <a:lnTo>
                    <a:pt x="195158" y="298514"/>
                  </a:lnTo>
                  <a:lnTo>
                    <a:pt x="195528" y="298321"/>
                  </a:lnTo>
                  <a:lnTo>
                    <a:pt x="195899" y="298129"/>
                  </a:lnTo>
                  <a:lnTo>
                    <a:pt x="196270" y="297937"/>
                  </a:lnTo>
                  <a:lnTo>
                    <a:pt x="196642" y="297746"/>
                  </a:lnTo>
                  <a:lnTo>
                    <a:pt x="197014" y="297556"/>
                  </a:lnTo>
                  <a:lnTo>
                    <a:pt x="197386" y="297367"/>
                  </a:lnTo>
                  <a:lnTo>
                    <a:pt x="197759" y="297178"/>
                  </a:lnTo>
                  <a:lnTo>
                    <a:pt x="198132" y="296989"/>
                  </a:lnTo>
                  <a:lnTo>
                    <a:pt x="198505" y="296802"/>
                  </a:lnTo>
                  <a:lnTo>
                    <a:pt x="198879" y="296615"/>
                  </a:lnTo>
                  <a:lnTo>
                    <a:pt x="199253" y="296429"/>
                  </a:lnTo>
                  <a:lnTo>
                    <a:pt x="199628" y="296243"/>
                  </a:lnTo>
                  <a:lnTo>
                    <a:pt x="200002" y="296059"/>
                  </a:lnTo>
                  <a:lnTo>
                    <a:pt x="200168" y="296318"/>
                  </a:lnTo>
                  <a:lnTo>
                    <a:pt x="200333" y="296577"/>
                  </a:lnTo>
                  <a:lnTo>
                    <a:pt x="200498" y="296836"/>
                  </a:lnTo>
                  <a:lnTo>
                    <a:pt x="200662" y="297096"/>
                  </a:lnTo>
                  <a:lnTo>
                    <a:pt x="200791" y="297302"/>
                  </a:lnTo>
                  <a:lnTo>
                    <a:pt x="200999" y="297631"/>
                  </a:lnTo>
                  <a:lnTo>
                    <a:pt x="201177" y="297905"/>
                  </a:lnTo>
                  <a:lnTo>
                    <a:pt x="201358" y="298184"/>
                  </a:lnTo>
                  <a:lnTo>
                    <a:pt x="201538" y="298464"/>
                  </a:lnTo>
                  <a:lnTo>
                    <a:pt x="201717" y="298745"/>
                  </a:lnTo>
                  <a:lnTo>
                    <a:pt x="201896" y="299025"/>
                  </a:lnTo>
                  <a:lnTo>
                    <a:pt x="202074" y="299307"/>
                  </a:lnTo>
                  <a:lnTo>
                    <a:pt x="202251" y="299588"/>
                  </a:lnTo>
                  <a:lnTo>
                    <a:pt x="202428" y="299870"/>
                  </a:lnTo>
                  <a:lnTo>
                    <a:pt x="202604" y="300153"/>
                  </a:lnTo>
                  <a:lnTo>
                    <a:pt x="202780" y="300436"/>
                  </a:lnTo>
                  <a:lnTo>
                    <a:pt x="202954" y="300719"/>
                  </a:lnTo>
                  <a:lnTo>
                    <a:pt x="203129" y="301002"/>
                  </a:lnTo>
                  <a:lnTo>
                    <a:pt x="203302" y="301286"/>
                  </a:lnTo>
                  <a:lnTo>
                    <a:pt x="203475" y="301571"/>
                  </a:lnTo>
                  <a:lnTo>
                    <a:pt x="203647" y="301856"/>
                  </a:lnTo>
                  <a:lnTo>
                    <a:pt x="203818" y="302141"/>
                  </a:lnTo>
                  <a:lnTo>
                    <a:pt x="203989" y="302427"/>
                  </a:lnTo>
                  <a:lnTo>
                    <a:pt x="204159" y="302713"/>
                  </a:lnTo>
                  <a:lnTo>
                    <a:pt x="204329" y="302999"/>
                  </a:lnTo>
                  <a:lnTo>
                    <a:pt x="204498" y="303286"/>
                  </a:lnTo>
                  <a:lnTo>
                    <a:pt x="204666" y="303573"/>
                  </a:lnTo>
                  <a:lnTo>
                    <a:pt x="204834" y="303861"/>
                  </a:lnTo>
                  <a:lnTo>
                    <a:pt x="205000" y="304149"/>
                  </a:lnTo>
                  <a:lnTo>
                    <a:pt x="205167" y="304437"/>
                  </a:lnTo>
                  <a:lnTo>
                    <a:pt x="205332" y="304726"/>
                  </a:lnTo>
                  <a:lnTo>
                    <a:pt x="205497" y="305015"/>
                  </a:lnTo>
                  <a:lnTo>
                    <a:pt x="205661" y="305305"/>
                  </a:lnTo>
                  <a:lnTo>
                    <a:pt x="205825" y="305595"/>
                  </a:lnTo>
                  <a:lnTo>
                    <a:pt x="205988" y="305885"/>
                  </a:lnTo>
                  <a:lnTo>
                    <a:pt x="206150" y="306176"/>
                  </a:lnTo>
                  <a:lnTo>
                    <a:pt x="206311" y="306467"/>
                  </a:lnTo>
                  <a:lnTo>
                    <a:pt x="206472" y="306758"/>
                  </a:lnTo>
                  <a:lnTo>
                    <a:pt x="206632" y="307050"/>
                  </a:lnTo>
                  <a:lnTo>
                    <a:pt x="206792" y="307342"/>
                  </a:lnTo>
                  <a:lnTo>
                    <a:pt x="206951" y="307635"/>
                  </a:lnTo>
                  <a:lnTo>
                    <a:pt x="207109" y="307928"/>
                  </a:lnTo>
                  <a:lnTo>
                    <a:pt x="207266" y="308221"/>
                  </a:lnTo>
                  <a:lnTo>
                    <a:pt x="207423" y="308515"/>
                  </a:lnTo>
                  <a:lnTo>
                    <a:pt x="207579" y="308809"/>
                  </a:lnTo>
                  <a:lnTo>
                    <a:pt x="207735" y="309103"/>
                  </a:lnTo>
                  <a:lnTo>
                    <a:pt x="207890" y="309398"/>
                  </a:lnTo>
                  <a:lnTo>
                    <a:pt x="208044" y="309693"/>
                  </a:lnTo>
                  <a:lnTo>
                    <a:pt x="208197" y="309989"/>
                  </a:lnTo>
                  <a:lnTo>
                    <a:pt x="208350" y="310284"/>
                  </a:lnTo>
                  <a:lnTo>
                    <a:pt x="208502" y="310581"/>
                  </a:lnTo>
                  <a:lnTo>
                    <a:pt x="208653" y="310877"/>
                  </a:lnTo>
                  <a:lnTo>
                    <a:pt x="208804" y="311174"/>
                  </a:lnTo>
                  <a:lnTo>
                    <a:pt x="208954" y="311471"/>
                  </a:lnTo>
                  <a:lnTo>
                    <a:pt x="209103" y="311769"/>
                  </a:lnTo>
                  <a:lnTo>
                    <a:pt x="209251" y="312067"/>
                  </a:lnTo>
                  <a:lnTo>
                    <a:pt x="209399" y="312365"/>
                  </a:lnTo>
                  <a:lnTo>
                    <a:pt x="209547" y="312664"/>
                  </a:lnTo>
                  <a:lnTo>
                    <a:pt x="209693" y="312963"/>
                  </a:lnTo>
                  <a:lnTo>
                    <a:pt x="209839" y="313262"/>
                  </a:lnTo>
                  <a:lnTo>
                    <a:pt x="209984" y="313562"/>
                  </a:lnTo>
                  <a:lnTo>
                    <a:pt x="210129" y="313862"/>
                  </a:lnTo>
                  <a:lnTo>
                    <a:pt x="210272" y="314162"/>
                  </a:lnTo>
                  <a:lnTo>
                    <a:pt x="210415" y="314463"/>
                  </a:lnTo>
                  <a:lnTo>
                    <a:pt x="210558" y="314764"/>
                  </a:lnTo>
                  <a:lnTo>
                    <a:pt x="210700" y="315065"/>
                  </a:lnTo>
                  <a:lnTo>
                    <a:pt x="210841" y="315367"/>
                  </a:lnTo>
                  <a:lnTo>
                    <a:pt x="210981" y="315669"/>
                  </a:lnTo>
                  <a:lnTo>
                    <a:pt x="211120" y="315971"/>
                  </a:lnTo>
                  <a:lnTo>
                    <a:pt x="211259" y="316273"/>
                  </a:lnTo>
                  <a:lnTo>
                    <a:pt x="211398" y="316576"/>
                  </a:lnTo>
                  <a:lnTo>
                    <a:pt x="211535" y="316880"/>
                  </a:lnTo>
                  <a:lnTo>
                    <a:pt x="211672" y="317183"/>
                  </a:lnTo>
                  <a:lnTo>
                    <a:pt x="211808" y="317487"/>
                  </a:lnTo>
                  <a:lnTo>
                    <a:pt x="211943" y="317791"/>
                  </a:lnTo>
                  <a:lnTo>
                    <a:pt x="212078" y="318096"/>
                  </a:lnTo>
                  <a:lnTo>
                    <a:pt x="212212" y="318401"/>
                  </a:lnTo>
                  <a:lnTo>
                    <a:pt x="212345" y="318706"/>
                  </a:lnTo>
                  <a:lnTo>
                    <a:pt x="212478" y="319011"/>
                  </a:lnTo>
                  <a:lnTo>
                    <a:pt x="212610" y="319317"/>
                  </a:lnTo>
                  <a:lnTo>
                    <a:pt x="212791" y="319741"/>
                  </a:lnTo>
                  <a:lnTo>
                    <a:pt x="212871" y="319929"/>
                  </a:lnTo>
                  <a:lnTo>
                    <a:pt x="213001" y="320236"/>
                  </a:lnTo>
                  <a:lnTo>
                    <a:pt x="213130" y="320543"/>
                  </a:lnTo>
                  <a:lnTo>
                    <a:pt x="213259" y="320851"/>
                  </a:lnTo>
                  <a:lnTo>
                    <a:pt x="213386" y="321158"/>
                  </a:lnTo>
                  <a:lnTo>
                    <a:pt x="213513" y="321466"/>
                  </a:lnTo>
                  <a:lnTo>
                    <a:pt x="213639" y="321774"/>
                  </a:lnTo>
                  <a:lnTo>
                    <a:pt x="213765" y="322083"/>
                  </a:lnTo>
                  <a:lnTo>
                    <a:pt x="213890" y="322391"/>
                  </a:lnTo>
                  <a:lnTo>
                    <a:pt x="214014" y="322700"/>
                  </a:lnTo>
                  <a:lnTo>
                    <a:pt x="214137" y="323010"/>
                  </a:lnTo>
                  <a:lnTo>
                    <a:pt x="214260" y="323319"/>
                  </a:lnTo>
                  <a:lnTo>
                    <a:pt x="214382" y="323629"/>
                  </a:lnTo>
                  <a:lnTo>
                    <a:pt x="214503" y="323939"/>
                  </a:lnTo>
                  <a:lnTo>
                    <a:pt x="214623" y="324250"/>
                  </a:lnTo>
                  <a:lnTo>
                    <a:pt x="214743" y="324560"/>
                  </a:lnTo>
                  <a:lnTo>
                    <a:pt x="214862" y="324872"/>
                  </a:lnTo>
                  <a:lnTo>
                    <a:pt x="214981" y="325183"/>
                  </a:lnTo>
                  <a:lnTo>
                    <a:pt x="215098" y="325494"/>
                  </a:lnTo>
                  <a:lnTo>
                    <a:pt x="215215" y="325806"/>
                  </a:lnTo>
                  <a:lnTo>
                    <a:pt x="215331" y="326118"/>
                  </a:lnTo>
                  <a:lnTo>
                    <a:pt x="215447" y="326431"/>
                  </a:lnTo>
                  <a:lnTo>
                    <a:pt x="215561" y="326743"/>
                  </a:lnTo>
                  <a:lnTo>
                    <a:pt x="215675" y="327056"/>
                  </a:lnTo>
                  <a:lnTo>
                    <a:pt x="215789" y="327369"/>
                  </a:lnTo>
                  <a:lnTo>
                    <a:pt x="215901" y="327683"/>
                  </a:lnTo>
                  <a:lnTo>
                    <a:pt x="216013" y="327997"/>
                  </a:lnTo>
                  <a:lnTo>
                    <a:pt x="216124" y="328311"/>
                  </a:lnTo>
                  <a:lnTo>
                    <a:pt x="216235" y="328625"/>
                  </a:lnTo>
                  <a:lnTo>
                    <a:pt x="216344" y="328939"/>
                  </a:lnTo>
                  <a:lnTo>
                    <a:pt x="216453" y="329254"/>
                  </a:lnTo>
                  <a:lnTo>
                    <a:pt x="216556" y="329552"/>
                  </a:lnTo>
                  <a:lnTo>
                    <a:pt x="216657" y="329850"/>
                  </a:lnTo>
                  <a:lnTo>
                    <a:pt x="216758" y="330149"/>
                  </a:lnTo>
                  <a:lnTo>
                    <a:pt x="216858" y="330448"/>
                  </a:lnTo>
                  <a:lnTo>
                    <a:pt x="216958" y="330746"/>
                  </a:lnTo>
                  <a:lnTo>
                    <a:pt x="217057" y="331046"/>
                  </a:lnTo>
                  <a:lnTo>
                    <a:pt x="217156" y="331348"/>
                  </a:lnTo>
                  <a:lnTo>
                    <a:pt x="217255" y="331651"/>
                  </a:lnTo>
                  <a:lnTo>
                    <a:pt x="217353" y="331954"/>
                  </a:lnTo>
                  <a:lnTo>
                    <a:pt x="217450" y="332257"/>
                  </a:lnTo>
                  <a:lnTo>
                    <a:pt x="217547" y="332560"/>
                  </a:lnTo>
                  <a:lnTo>
                    <a:pt x="217643" y="332864"/>
                  </a:lnTo>
                  <a:lnTo>
                    <a:pt x="217738" y="333168"/>
                  </a:lnTo>
                  <a:lnTo>
                    <a:pt x="217781" y="333306"/>
                  </a:lnTo>
                  <a:lnTo>
                    <a:pt x="217833" y="333472"/>
                  </a:lnTo>
                  <a:lnTo>
                    <a:pt x="217927" y="333776"/>
                  </a:lnTo>
                  <a:lnTo>
                    <a:pt x="218026" y="334096"/>
                  </a:lnTo>
                  <a:lnTo>
                    <a:pt x="218124" y="334416"/>
                  </a:lnTo>
                  <a:lnTo>
                    <a:pt x="218222" y="334736"/>
                  </a:lnTo>
                  <a:lnTo>
                    <a:pt x="218319" y="335057"/>
                  </a:lnTo>
                  <a:lnTo>
                    <a:pt x="218415" y="335377"/>
                  </a:lnTo>
                  <a:lnTo>
                    <a:pt x="218510" y="335698"/>
                  </a:lnTo>
                  <a:lnTo>
                    <a:pt x="218699" y="336341"/>
                  </a:lnTo>
                  <a:lnTo>
                    <a:pt x="218792" y="336662"/>
                  </a:lnTo>
                  <a:lnTo>
                    <a:pt x="218885" y="336984"/>
                  </a:lnTo>
                  <a:lnTo>
                    <a:pt x="218976" y="337306"/>
                  </a:lnTo>
                  <a:lnTo>
                    <a:pt x="219067" y="337628"/>
                  </a:lnTo>
                  <a:lnTo>
                    <a:pt x="219157" y="337950"/>
                  </a:lnTo>
                  <a:lnTo>
                    <a:pt x="219247" y="338273"/>
                  </a:lnTo>
                  <a:lnTo>
                    <a:pt x="219297" y="338457"/>
                  </a:lnTo>
                  <a:lnTo>
                    <a:pt x="219370" y="338721"/>
                  </a:lnTo>
                  <a:lnTo>
                    <a:pt x="219424" y="338919"/>
                  </a:lnTo>
                  <a:lnTo>
                    <a:pt x="219511" y="339242"/>
                  </a:lnTo>
                  <a:lnTo>
                    <a:pt x="219597" y="339565"/>
                  </a:lnTo>
                  <a:lnTo>
                    <a:pt x="219683" y="339889"/>
                  </a:lnTo>
                  <a:lnTo>
                    <a:pt x="219768" y="340213"/>
                  </a:lnTo>
                  <a:lnTo>
                    <a:pt x="219852" y="340537"/>
                  </a:lnTo>
                  <a:lnTo>
                    <a:pt x="219935" y="340861"/>
                  </a:lnTo>
                  <a:lnTo>
                    <a:pt x="220018" y="341185"/>
                  </a:lnTo>
                  <a:lnTo>
                    <a:pt x="220100" y="341510"/>
                  </a:lnTo>
                  <a:lnTo>
                    <a:pt x="220181" y="341835"/>
                  </a:lnTo>
                  <a:lnTo>
                    <a:pt x="220262" y="342160"/>
                  </a:lnTo>
                  <a:lnTo>
                    <a:pt x="220341" y="342485"/>
                  </a:lnTo>
                  <a:lnTo>
                    <a:pt x="220420" y="342810"/>
                  </a:lnTo>
                  <a:lnTo>
                    <a:pt x="220498" y="343136"/>
                  </a:lnTo>
                  <a:lnTo>
                    <a:pt x="220756" y="344608"/>
                  </a:lnTo>
                  <a:lnTo>
                    <a:pt x="220911" y="345494"/>
                  </a:lnTo>
                  <a:lnTo>
                    <a:pt x="218881" y="345939"/>
                  </a:lnTo>
                  <a:lnTo>
                    <a:pt x="218032" y="346118"/>
                  </a:lnTo>
                  <a:lnTo>
                    <a:pt x="217527" y="346210"/>
                  </a:lnTo>
                  <a:lnTo>
                    <a:pt x="217118" y="346287"/>
                  </a:lnTo>
                  <a:lnTo>
                    <a:pt x="216709" y="346363"/>
                  </a:lnTo>
                  <a:lnTo>
                    <a:pt x="216300" y="346438"/>
                  </a:lnTo>
                  <a:lnTo>
                    <a:pt x="215891" y="346512"/>
                  </a:lnTo>
                  <a:lnTo>
                    <a:pt x="215481" y="346586"/>
                  </a:lnTo>
                  <a:lnTo>
                    <a:pt x="215071" y="346659"/>
                  </a:lnTo>
                  <a:lnTo>
                    <a:pt x="214662" y="346731"/>
                  </a:lnTo>
                  <a:lnTo>
                    <a:pt x="214252" y="346803"/>
                  </a:lnTo>
                  <a:lnTo>
                    <a:pt x="213842" y="346873"/>
                  </a:lnTo>
                  <a:lnTo>
                    <a:pt x="213432" y="346943"/>
                  </a:lnTo>
                  <a:lnTo>
                    <a:pt x="213021" y="347012"/>
                  </a:lnTo>
                  <a:lnTo>
                    <a:pt x="212611" y="347081"/>
                  </a:lnTo>
                  <a:lnTo>
                    <a:pt x="212201" y="347149"/>
                  </a:lnTo>
                  <a:lnTo>
                    <a:pt x="211790" y="347216"/>
                  </a:lnTo>
                  <a:lnTo>
                    <a:pt x="211379" y="347282"/>
                  </a:lnTo>
                  <a:lnTo>
                    <a:pt x="210969" y="347348"/>
                  </a:lnTo>
                  <a:lnTo>
                    <a:pt x="210558" y="347412"/>
                  </a:lnTo>
                  <a:lnTo>
                    <a:pt x="210147" y="347476"/>
                  </a:lnTo>
                  <a:lnTo>
                    <a:pt x="209654" y="347552"/>
                  </a:lnTo>
                  <a:lnTo>
                    <a:pt x="209474" y="347579"/>
                  </a:lnTo>
                  <a:lnTo>
                    <a:pt x="209324" y="347602"/>
                  </a:lnTo>
                  <a:lnTo>
                    <a:pt x="208913" y="347664"/>
                  </a:lnTo>
                  <a:lnTo>
                    <a:pt x="208501" y="347725"/>
                  </a:lnTo>
                  <a:lnTo>
                    <a:pt x="208090" y="347786"/>
                  </a:lnTo>
                  <a:lnTo>
                    <a:pt x="207678" y="347845"/>
                  </a:lnTo>
                  <a:lnTo>
                    <a:pt x="207266" y="347904"/>
                  </a:lnTo>
                  <a:lnTo>
                    <a:pt x="206854" y="347962"/>
                  </a:lnTo>
                  <a:lnTo>
                    <a:pt x="206442" y="348020"/>
                  </a:lnTo>
                  <a:lnTo>
                    <a:pt x="206030" y="348076"/>
                  </a:lnTo>
                  <a:lnTo>
                    <a:pt x="205618" y="348132"/>
                  </a:lnTo>
                  <a:lnTo>
                    <a:pt x="199066" y="348735"/>
                  </a:lnTo>
                  <a:lnTo>
                    <a:pt x="193006" y="349207"/>
                  </a:lnTo>
                  <a:lnTo>
                    <a:pt x="193201" y="351662"/>
                  </a:lnTo>
                  <a:lnTo>
                    <a:pt x="193249" y="352322"/>
                  </a:lnTo>
                  <a:lnTo>
                    <a:pt x="193270" y="352530"/>
                  </a:lnTo>
                  <a:lnTo>
                    <a:pt x="193289" y="352738"/>
                  </a:lnTo>
                  <a:lnTo>
                    <a:pt x="193309" y="352947"/>
                  </a:lnTo>
                  <a:lnTo>
                    <a:pt x="193327" y="353155"/>
                  </a:lnTo>
                  <a:lnTo>
                    <a:pt x="193345" y="353364"/>
                  </a:lnTo>
                  <a:lnTo>
                    <a:pt x="193362" y="353573"/>
                  </a:lnTo>
                  <a:lnTo>
                    <a:pt x="193378" y="353781"/>
                  </a:lnTo>
                  <a:lnTo>
                    <a:pt x="193393" y="353990"/>
                  </a:lnTo>
                  <a:lnTo>
                    <a:pt x="193408" y="354199"/>
                  </a:lnTo>
                  <a:lnTo>
                    <a:pt x="193422" y="354408"/>
                  </a:lnTo>
                  <a:lnTo>
                    <a:pt x="193436" y="354617"/>
                  </a:lnTo>
                  <a:lnTo>
                    <a:pt x="193448" y="354826"/>
                  </a:lnTo>
                  <a:lnTo>
                    <a:pt x="193460" y="355035"/>
                  </a:lnTo>
                  <a:lnTo>
                    <a:pt x="193470" y="355256"/>
                  </a:lnTo>
                  <a:lnTo>
                    <a:pt x="193480" y="355477"/>
                  </a:lnTo>
                  <a:lnTo>
                    <a:pt x="193488" y="355697"/>
                  </a:lnTo>
                  <a:lnTo>
                    <a:pt x="193496" y="355918"/>
                  </a:lnTo>
                  <a:lnTo>
                    <a:pt x="193503" y="356139"/>
                  </a:lnTo>
                  <a:lnTo>
                    <a:pt x="193509" y="356360"/>
                  </a:lnTo>
                  <a:lnTo>
                    <a:pt x="193515" y="356581"/>
                  </a:lnTo>
                  <a:lnTo>
                    <a:pt x="193519" y="356802"/>
                  </a:lnTo>
                  <a:lnTo>
                    <a:pt x="193523" y="357023"/>
                  </a:lnTo>
                  <a:lnTo>
                    <a:pt x="193526" y="357244"/>
                  </a:lnTo>
                  <a:lnTo>
                    <a:pt x="193529" y="357465"/>
                  </a:lnTo>
                  <a:lnTo>
                    <a:pt x="193531" y="357686"/>
                  </a:lnTo>
                  <a:lnTo>
                    <a:pt x="193531" y="357907"/>
                  </a:lnTo>
                  <a:lnTo>
                    <a:pt x="193531" y="358128"/>
                  </a:lnTo>
                  <a:lnTo>
                    <a:pt x="193531" y="358349"/>
                  </a:lnTo>
                  <a:lnTo>
                    <a:pt x="193530" y="358570"/>
                  </a:lnTo>
                  <a:lnTo>
                    <a:pt x="193527" y="358791"/>
                  </a:lnTo>
                  <a:lnTo>
                    <a:pt x="193524" y="359012"/>
                  </a:lnTo>
                  <a:lnTo>
                    <a:pt x="193521" y="359233"/>
                  </a:lnTo>
                  <a:lnTo>
                    <a:pt x="193516" y="359454"/>
                  </a:lnTo>
                  <a:lnTo>
                    <a:pt x="193511" y="359675"/>
                  </a:lnTo>
                  <a:lnTo>
                    <a:pt x="193505" y="359896"/>
                  </a:lnTo>
                  <a:lnTo>
                    <a:pt x="193498" y="360117"/>
                  </a:lnTo>
                  <a:lnTo>
                    <a:pt x="193491" y="360338"/>
                  </a:lnTo>
                  <a:lnTo>
                    <a:pt x="193482" y="360559"/>
                  </a:lnTo>
                  <a:lnTo>
                    <a:pt x="193473" y="360780"/>
                  </a:lnTo>
                  <a:lnTo>
                    <a:pt x="193463" y="361000"/>
                  </a:lnTo>
                  <a:lnTo>
                    <a:pt x="193453" y="361221"/>
                  </a:lnTo>
                  <a:lnTo>
                    <a:pt x="193441" y="361442"/>
                  </a:lnTo>
                  <a:lnTo>
                    <a:pt x="193429" y="361663"/>
                  </a:lnTo>
                  <a:lnTo>
                    <a:pt x="193416" y="361883"/>
                  </a:lnTo>
                  <a:lnTo>
                    <a:pt x="193403" y="362104"/>
                  </a:lnTo>
                  <a:lnTo>
                    <a:pt x="193388" y="362324"/>
                  </a:lnTo>
                  <a:lnTo>
                    <a:pt x="193373" y="362545"/>
                  </a:lnTo>
                  <a:lnTo>
                    <a:pt x="193357" y="362765"/>
                  </a:lnTo>
                  <a:lnTo>
                    <a:pt x="193340" y="362986"/>
                  </a:lnTo>
                  <a:lnTo>
                    <a:pt x="193323" y="363206"/>
                  </a:lnTo>
                  <a:lnTo>
                    <a:pt x="193305" y="363426"/>
                  </a:lnTo>
                  <a:lnTo>
                    <a:pt x="193286" y="363646"/>
                  </a:lnTo>
                  <a:lnTo>
                    <a:pt x="193266" y="363867"/>
                  </a:lnTo>
                  <a:lnTo>
                    <a:pt x="193245" y="364087"/>
                  </a:lnTo>
                  <a:lnTo>
                    <a:pt x="193224" y="364307"/>
                  </a:lnTo>
                  <a:lnTo>
                    <a:pt x="193202" y="364527"/>
                  </a:lnTo>
                  <a:lnTo>
                    <a:pt x="193179" y="364746"/>
                  </a:lnTo>
                  <a:lnTo>
                    <a:pt x="193156" y="364966"/>
                  </a:lnTo>
                  <a:lnTo>
                    <a:pt x="193131" y="365186"/>
                  </a:lnTo>
                  <a:lnTo>
                    <a:pt x="193106" y="365406"/>
                  </a:lnTo>
                  <a:lnTo>
                    <a:pt x="193081" y="365625"/>
                  </a:lnTo>
                  <a:lnTo>
                    <a:pt x="193054" y="365844"/>
                  </a:lnTo>
                  <a:lnTo>
                    <a:pt x="193027" y="366064"/>
                  </a:lnTo>
                  <a:lnTo>
                    <a:pt x="192998" y="366283"/>
                  </a:lnTo>
                  <a:lnTo>
                    <a:pt x="192969" y="366502"/>
                  </a:lnTo>
                  <a:lnTo>
                    <a:pt x="192940" y="366721"/>
                  </a:lnTo>
                  <a:lnTo>
                    <a:pt x="192909" y="366940"/>
                  </a:lnTo>
                  <a:lnTo>
                    <a:pt x="192878" y="367159"/>
                  </a:lnTo>
                  <a:lnTo>
                    <a:pt x="192846" y="367377"/>
                  </a:lnTo>
                  <a:lnTo>
                    <a:pt x="192814" y="367596"/>
                  </a:lnTo>
                  <a:lnTo>
                    <a:pt x="192780" y="367814"/>
                  </a:lnTo>
                  <a:lnTo>
                    <a:pt x="192746" y="368033"/>
                  </a:lnTo>
                  <a:lnTo>
                    <a:pt x="192711" y="368251"/>
                  </a:lnTo>
                  <a:lnTo>
                    <a:pt x="192675" y="368469"/>
                  </a:lnTo>
                  <a:lnTo>
                    <a:pt x="192639" y="368687"/>
                  </a:lnTo>
                  <a:lnTo>
                    <a:pt x="192602" y="368905"/>
                  </a:lnTo>
                  <a:lnTo>
                    <a:pt x="192564" y="369123"/>
                  </a:lnTo>
                  <a:lnTo>
                    <a:pt x="192525" y="369340"/>
                  </a:lnTo>
                  <a:lnTo>
                    <a:pt x="192485" y="369558"/>
                  </a:lnTo>
                  <a:lnTo>
                    <a:pt x="192445" y="369775"/>
                  </a:lnTo>
                  <a:lnTo>
                    <a:pt x="192404" y="369992"/>
                  </a:lnTo>
                  <a:lnTo>
                    <a:pt x="192362" y="370209"/>
                  </a:lnTo>
                  <a:lnTo>
                    <a:pt x="192320" y="370426"/>
                  </a:lnTo>
                  <a:lnTo>
                    <a:pt x="192277" y="370643"/>
                  </a:lnTo>
                  <a:lnTo>
                    <a:pt x="192233" y="370859"/>
                  </a:lnTo>
                  <a:lnTo>
                    <a:pt x="192188" y="371076"/>
                  </a:lnTo>
                  <a:lnTo>
                    <a:pt x="192142" y="371292"/>
                  </a:lnTo>
                  <a:lnTo>
                    <a:pt x="192096" y="371508"/>
                  </a:lnTo>
                  <a:lnTo>
                    <a:pt x="192049" y="371724"/>
                  </a:lnTo>
                  <a:lnTo>
                    <a:pt x="192001" y="371940"/>
                  </a:lnTo>
                  <a:lnTo>
                    <a:pt x="191953" y="372155"/>
                  </a:lnTo>
                  <a:lnTo>
                    <a:pt x="191904" y="372371"/>
                  </a:lnTo>
                  <a:lnTo>
                    <a:pt x="191854" y="372586"/>
                  </a:lnTo>
                  <a:lnTo>
                    <a:pt x="191803" y="372801"/>
                  </a:lnTo>
                  <a:lnTo>
                    <a:pt x="191752" y="373016"/>
                  </a:lnTo>
                  <a:lnTo>
                    <a:pt x="191699" y="373231"/>
                  </a:lnTo>
                  <a:lnTo>
                    <a:pt x="191646" y="373445"/>
                  </a:lnTo>
                  <a:lnTo>
                    <a:pt x="191593" y="373660"/>
                  </a:lnTo>
                  <a:lnTo>
                    <a:pt x="191538" y="373874"/>
                  </a:lnTo>
                  <a:lnTo>
                    <a:pt x="191427" y="374301"/>
                  </a:lnTo>
                  <a:lnTo>
                    <a:pt x="191371" y="374515"/>
                  </a:lnTo>
                  <a:lnTo>
                    <a:pt x="191313" y="374729"/>
                  </a:lnTo>
                  <a:lnTo>
                    <a:pt x="191255" y="374942"/>
                  </a:lnTo>
                  <a:lnTo>
                    <a:pt x="191196" y="375155"/>
                  </a:lnTo>
                  <a:lnTo>
                    <a:pt x="191136" y="375367"/>
                  </a:lnTo>
                  <a:lnTo>
                    <a:pt x="191076" y="375580"/>
                  </a:lnTo>
                  <a:lnTo>
                    <a:pt x="191015" y="375792"/>
                  </a:lnTo>
                  <a:lnTo>
                    <a:pt x="190953" y="376005"/>
                  </a:lnTo>
                  <a:lnTo>
                    <a:pt x="190891" y="376216"/>
                  </a:lnTo>
                  <a:lnTo>
                    <a:pt x="190827" y="376428"/>
                  </a:lnTo>
                  <a:lnTo>
                    <a:pt x="190763" y="376640"/>
                  </a:lnTo>
                  <a:lnTo>
                    <a:pt x="190699" y="376851"/>
                  </a:lnTo>
                  <a:lnTo>
                    <a:pt x="190633" y="377062"/>
                  </a:lnTo>
                  <a:lnTo>
                    <a:pt x="190567" y="377273"/>
                  </a:lnTo>
                  <a:lnTo>
                    <a:pt x="190500" y="377483"/>
                  </a:lnTo>
                  <a:lnTo>
                    <a:pt x="190432" y="377694"/>
                  </a:lnTo>
                  <a:lnTo>
                    <a:pt x="190364" y="377904"/>
                  </a:lnTo>
                  <a:lnTo>
                    <a:pt x="190295" y="378113"/>
                  </a:lnTo>
                  <a:lnTo>
                    <a:pt x="190225" y="378323"/>
                  </a:lnTo>
                  <a:lnTo>
                    <a:pt x="190154" y="378533"/>
                  </a:lnTo>
                  <a:lnTo>
                    <a:pt x="190083" y="378741"/>
                  </a:lnTo>
                  <a:lnTo>
                    <a:pt x="190011" y="378950"/>
                  </a:lnTo>
                  <a:lnTo>
                    <a:pt x="189938" y="379159"/>
                  </a:lnTo>
                  <a:lnTo>
                    <a:pt x="189865" y="379367"/>
                  </a:lnTo>
                  <a:lnTo>
                    <a:pt x="189790" y="379575"/>
                  </a:lnTo>
                  <a:lnTo>
                    <a:pt x="189715" y="379783"/>
                  </a:lnTo>
                  <a:lnTo>
                    <a:pt x="189640" y="379991"/>
                  </a:lnTo>
                  <a:lnTo>
                    <a:pt x="189563" y="380198"/>
                  </a:lnTo>
                  <a:lnTo>
                    <a:pt x="189486" y="380405"/>
                  </a:lnTo>
                  <a:lnTo>
                    <a:pt x="189409" y="380612"/>
                  </a:lnTo>
                  <a:lnTo>
                    <a:pt x="189330" y="380818"/>
                  </a:lnTo>
                  <a:lnTo>
                    <a:pt x="189251" y="381025"/>
                  </a:lnTo>
                  <a:lnTo>
                    <a:pt x="189171" y="381231"/>
                  </a:lnTo>
                  <a:lnTo>
                    <a:pt x="189090" y="381436"/>
                  </a:lnTo>
                  <a:lnTo>
                    <a:pt x="189009" y="381642"/>
                  </a:lnTo>
                  <a:lnTo>
                    <a:pt x="188927" y="381847"/>
                  </a:lnTo>
                  <a:lnTo>
                    <a:pt x="188844" y="382051"/>
                  </a:lnTo>
                  <a:lnTo>
                    <a:pt x="188760" y="382256"/>
                  </a:lnTo>
                  <a:lnTo>
                    <a:pt x="187766" y="384602"/>
                  </a:lnTo>
                  <a:lnTo>
                    <a:pt x="186756" y="386982"/>
                  </a:lnTo>
                  <a:lnTo>
                    <a:pt x="186633" y="387275"/>
                  </a:lnTo>
                  <a:lnTo>
                    <a:pt x="186454" y="387694"/>
                  </a:lnTo>
                  <a:lnTo>
                    <a:pt x="186087" y="387551"/>
                  </a:lnTo>
                  <a:lnTo>
                    <a:pt x="185721" y="387410"/>
                  </a:lnTo>
                  <a:lnTo>
                    <a:pt x="185354" y="387269"/>
                  </a:lnTo>
                  <a:lnTo>
                    <a:pt x="185143" y="387188"/>
                  </a:lnTo>
                  <a:lnTo>
                    <a:pt x="184987" y="387128"/>
                  </a:lnTo>
                  <a:lnTo>
                    <a:pt x="184619" y="386989"/>
                  </a:lnTo>
                  <a:lnTo>
                    <a:pt x="184252" y="386850"/>
                  </a:lnTo>
                  <a:lnTo>
                    <a:pt x="184018" y="386762"/>
                  </a:lnTo>
                  <a:lnTo>
                    <a:pt x="183884" y="386712"/>
                  </a:lnTo>
                  <a:lnTo>
                    <a:pt x="183516" y="386575"/>
                  </a:lnTo>
                  <a:lnTo>
                    <a:pt x="183147" y="386438"/>
                  </a:lnTo>
                  <a:lnTo>
                    <a:pt x="183005" y="386386"/>
                  </a:lnTo>
                  <a:lnTo>
                    <a:pt x="182779" y="386302"/>
                  </a:lnTo>
                  <a:lnTo>
                    <a:pt x="182410" y="386167"/>
                  </a:lnTo>
                  <a:lnTo>
                    <a:pt x="182040" y="386033"/>
                  </a:lnTo>
                  <a:lnTo>
                    <a:pt x="181671" y="385899"/>
                  </a:lnTo>
                  <a:lnTo>
                    <a:pt x="181301" y="385766"/>
                  </a:lnTo>
                  <a:lnTo>
                    <a:pt x="180931" y="385634"/>
                  </a:lnTo>
                  <a:lnTo>
                    <a:pt x="180561" y="385502"/>
                  </a:lnTo>
                  <a:lnTo>
                    <a:pt x="180191" y="385372"/>
                  </a:lnTo>
                  <a:lnTo>
                    <a:pt x="179820" y="385241"/>
                  </a:lnTo>
                  <a:lnTo>
                    <a:pt x="179449" y="385112"/>
                  </a:lnTo>
                  <a:lnTo>
                    <a:pt x="179077" y="384983"/>
                  </a:lnTo>
                  <a:lnTo>
                    <a:pt x="178706" y="384855"/>
                  </a:lnTo>
                  <a:lnTo>
                    <a:pt x="178334" y="384728"/>
                  </a:lnTo>
                  <a:lnTo>
                    <a:pt x="177962" y="384602"/>
                  </a:lnTo>
                  <a:lnTo>
                    <a:pt x="177590" y="384476"/>
                  </a:lnTo>
                  <a:lnTo>
                    <a:pt x="177217" y="384351"/>
                  </a:lnTo>
                  <a:lnTo>
                    <a:pt x="176845" y="384227"/>
                  </a:lnTo>
                  <a:lnTo>
                    <a:pt x="176472" y="384104"/>
                  </a:lnTo>
                  <a:lnTo>
                    <a:pt x="176098" y="383981"/>
                  </a:lnTo>
                  <a:lnTo>
                    <a:pt x="175725" y="383859"/>
                  </a:lnTo>
                  <a:lnTo>
                    <a:pt x="175351" y="383738"/>
                  </a:lnTo>
                  <a:lnTo>
                    <a:pt x="174977" y="383617"/>
                  </a:lnTo>
                  <a:lnTo>
                    <a:pt x="174603" y="383497"/>
                  </a:lnTo>
                  <a:lnTo>
                    <a:pt x="174229" y="383378"/>
                  </a:lnTo>
                  <a:lnTo>
                    <a:pt x="173854" y="383260"/>
                  </a:lnTo>
                  <a:lnTo>
                    <a:pt x="173479" y="383142"/>
                  </a:lnTo>
                  <a:lnTo>
                    <a:pt x="173104" y="383025"/>
                  </a:lnTo>
                  <a:lnTo>
                    <a:pt x="172729" y="382909"/>
                  </a:lnTo>
                  <a:lnTo>
                    <a:pt x="172502" y="382839"/>
                  </a:lnTo>
                  <a:lnTo>
                    <a:pt x="172353" y="382794"/>
                  </a:lnTo>
                  <a:lnTo>
                    <a:pt x="171977" y="382679"/>
                  </a:lnTo>
                  <a:lnTo>
                    <a:pt x="171601" y="382565"/>
                  </a:lnTo>
                  <a:lnTo>
                    <a:pt x="171225" y="382452"/>
                  </a:lnTo>
                  <a:lnTo>
                    <a:pt x="170849" y="382339"/>
                  </a:lnTo>
                  <a:lnTo>
                    <a:pt x="170472" y="382228"/>
                  </a:lnTo>
                  <a:lnTo>
                    <a:pt x="170095" y="382117"/>
                  </a:lnTo>
                  <a:lnTo>
                    <a:pt x="169718" y="382006"/>
                  </a:lnTo>
                  <a:lnTo>
                    <a:pt x="169341" y="381897"/>
                  </a:lnTo>
                  <a:lnTo>
                    <a:pt x="168963" y="381788"/>
                  </a:lnTo>
                  <a:lnTo>
                    <a:pt x="168586" y="381680"/>
                  </a:lnTo>
                  <a:lnTo>
                    <a:pt x="168208" y="381573"/>
                  </a:lnTo>
                  <a:lnTo>
                    <a:pt x="168028" y="381522"/>
                  </a:lnTo>
                  <a:lnTo>
                    <a:pt x="167829" y="381466"/>
                  </a:lnTo>
                  <a:lnTo>
                    <a:pt x="167451" y="381361"/>
                  </a:lnTo>
                  <a:lnTo>
                    <a:pt x="166974" y="381229"/>
                  </a:lnTo>
                  <a:lnTo>
                    <a:pt x="166694" y="381151"/>
                  </a:lnTo>
                  <a:lnTo>
                    <a:pt x="166315" y="381048"/>
                  </a:lnTo>
                  <a:lnTo>
                    <a:pt x="165936" y="380945"/>
                  </a:lnTo>
                  <a:lnTo>
                    <a:pt x="165556" y="380843"/>
                  </a:lnTo>
                  <a:lnTo>
                    <a:pt x="165177" y="380741"/>
                  </a:lnTo>
                  <a:lnTo>
                    <a:pt x="164797" y="380641"/>
                  </a:lnTo>
                  <a:lnTo>
                    <a:pt x="164417" y="380541"/>
                  </a:lnTo>
                  <a:lnTo>
                    <a:pt x="164037" y="380442"/>
                  </a:lnTo>
                  <a:lnTo>
                    <a:pt x="163537" y="380313"/>
                  </a:lnTo>
                  <a:lnTo>
                    <a:pt x="163276" y="380246"/>
                  </a:lnTo>
                  <a:lnTo>
                    <a:pt x="163072" y="380195"/>
                  </a:lnTo>
                  <a:lnTo>
                    <a:pt x="162895" y="380149"/>
                  </a:lnTo>
                  <a:lnTo>
                    <a:pt x="162514" y="380053"/>
                  </a:lnTo>
                  <a:lnTo>
                    <a:pt x="162133" y="379958"/>
                  </a:lnTo>
                  <a:lnTo>
                    <a:pt x="161752" y="379863"/>
                  </a:lnTo>
                  <a:lnTo>
                    <a:pt x="161370" y="379770"/>
                  </a:lnTo>
                  <a:lnTo>
                    <a:pt x="160989" y="379676"/>
                  </a:lnTo>
                  <a:lnTo>
                    <a:pt x="160607" y="379584"/>
                  </a:lnTo>
                  <a:lnTo>
                    <a:pt x="160225" y="379493"/>
                  </a:lnTo>
                  <a:lnTo>
                    <a:pt x="159843" y="379402"/>
                  </a:lnTo>
                  <a:lnTo>
                    <a:pt x="159460" y="379312"/>
                  </a:lnTo>
                  <a:lnTo>
                    <a:pt x="159078" y="379222"/>
                  </a:lnTo>
                  <a:lnTo>
                    <a:pt x="158696" y="379134"/>
                  </a:lnTo>
                  <a:lnTo>
                    <a:pt x="158230" y="379027"/>
                  </a:lnTo>
                  <a:lnTo>
                    <a:pt x="157933" y="378960"/>
                  </a:lnTo>
                  <a:lnTo>
                    <a:pt x="157551" y="378874"/>
                  </a:lnTo>
                  <a:lnTo>
                    <a:pt x="157169" y="378788"/>
                  </a:lnTo>
                  <a:lnTo>
                    <a:pt x="156787" y="378704"/>
                  </a:lnTo>
                  <a:lnTo>
                    <a:pt x="156404" y="378620"/>
                  </a:lnTo>
                  <a:lnTo>
                    <a:pt x="156022" y="378537"/>
                  </a:lnTo>
                  <a:lnTo>
                    <a:pt x="155639" y="378454"/>
                  </a:lnTo>
                  <a:lnTo>
                    <a:pt x="155256" y="378373"/>
                  </a:lnTo>
                  <a:lnTo>
                    <a:pt x="154831" y="378283"/>
                  </a:lnTo>
                  <a:lnTo>
                    <a:pt x="154489" y="378212"/>
                  </a:lnTo>
                  <a:lnTo>
                    <a:pt x="154106" y="378133"/>
                  </a:lnTo>
                  <a:lnTo>
                    <a:pt x="153900" y="378090"/>
                  </a:lnTo>
                  <a:lnTo>
                    <a:pt x="153722" y="378054"/>
                  </a:lnTo>
                  <a:lnTo>
                    <a:pt x="153339" y="377976"/>
                  </a:lnTo>
                  <a:lnTo>
                    <a:pt x="152955" y="377899"/>
                  </a:lnTo>
                  <a:lnTo>
                    <a:pt x="152571" y="377823"/>
                  </a:lnTo>
                  <a:lnTo>
                    <a:pt x="152187" y="377747"/>
                  </a:lnTo>
                  <a:lnTo>
                    <a:pt x="151803" y="377672"/>
                  </a:lnTo>
                  <a:lnTo>
                    <a:pt x="151418" y="377598"/>
                  </a:lnTo>
                  <a:lnTo>
                    <a:pt x="138605" y="375148"/>
                  </a:lnTo>
                  <a:lnTo>
                    <a:pt x="121646" y="371907"/>
                  </a:lnTo>
                  <a:lnTo>
                    <a:pt x="104248" y="368582"/>
                  </a:lnTo>
                  <a:lnTo>
                    <a:pt x="76630" y="363271"/>
                  </a:lnTo>
                  <a:lnTo>
                    <a:pt x="76572" y="363407"/>
                  </a:lnTo>
                  <a:lnTo>
                    <a:pt x="75782" y="365266"/>
                  </a:lnTo>
                  <a:lnTo>
                    <a:pt x="75654" y="365566"/>
                  </a:lnTo>
                  <a:lnTo>
                    <a:pt x="75367" y="366237"/>
                  </a:lnTo>
                  <a:lnTo>
                    <a:pt x="70331" y="379241"/>
                  </a:lnTo>
                  <a:lnTo>
                    <a:pt x="57897" y="408401"/>
                  </a:lnTo>
                  <a:lnTo>
                    <a:pt x="56276" y="412093"/>
                  </a:lnTo>
                  <a:lnTo>
                    <a:pt x="55326" y="414308"/>
                  </a:lnTo>
                  <a:lnTo>
                    <a:pt x="54684" y="415692"/>
                  </a:lnTo>
                  <a:lnTo>
                    <a:pt x="50856" y="423585"/>
                  </a:lnTo>
                  <a:lnTo>
                    <a:pt x="49666" y="425992"/>
                  </a:lnTo>
                  <a:lnTo>
                    <a:pt x="49552" y="426222"/>
                  </a:lnTo>
                  <a:lnTo>
                    <a:pt x="49436" y="426457"/>
                  </a:lnTo>
                  <a:lnTo>
                    <a:pt x="49200" y="426900"/>
                  </a:lnTo>
                  <a:lnTo>
                    <a:pt x="48956" y="427361"/>
                  </a:lnTo>
                  <a:lnTo>
                    <a:pt x="48634" y="427963"/>
                  </a:lnTo>
                  <a:lnTo>
                    <a:pt x="45500" y="434367"/>
                  </a:lnTo>
                  <a:lnTo>
                    <a:pt x="44342" y="436705"/>
                  </a:lnTo>
                  <a:lnTo>
                    <a:pt x="43131" y="439189"/>
                  </a:lnTo>
                  <a:lnTo>
                    <a:pt x="41860" y="441767"/>
                  </a:lnTo>
                  <a:lnTo>
                    <a:pt x="40984" y="443491"/>
                  </a:lnTo>
                  <a:lnTo>
                    <a:pt x="40177" y="445185"/>
                  </a:lnTo>
                  <a:lnTo>
                    <a:pt x="39326" y="446916"/>
                  </a:lnTo>
                  <a:lnTo>
                    <a:pt x="38516" y="448560"/>
                  </a:lnTo>
                  <a:lnTo>
                    <a:pt x="37606" y="450373"/>
                  </a:lnTo>
                  <a:lnTo>
                    <a:pt x="36740" y="452103"/>
                  </a:lnTo>
                  <a:lnTo>
                    <a:pt x="35906" y="453837"/>
                  </a:lnTo>
                  <a:lnTo>
                    <a:pt x="35055" y="455491"/>
                  </a:lnTo>
                  <a:lnTo>
                    <a:pt x="34512" y="456646"/>
                  </a:lnTo>
                  <a:lnTo>
                    <a:pt x="34135" y="457346"/>
                  </a:lnTo>
                  <a:lnTo>
                    <a:pt x="33139" y="459340"/>
                  </a:lnTo>
                  <a:lnTo>
                    <a:pt x="32535" y="460635"/>
                  </a:lnTo>
                  <a:lnTo>
                    <a:pt x="31589" y="462543"/>
                  </a:lnTo>
                  <a:lnTo>
                    <a:pt x="30804" y="464128"/>
                  </a:lnTo>
                  <a:lnTo>
                    <a:pt x="29982" y="465767"/>
                  </a:lnTo>
                  <a:lnTo>
                    <a:pt x="29132" y="467497"/>
                  </a:lnTo>
                  <a:lnTo>
                    <a:pt x="28308" y="469186"/>
                  </a:lnTo>
                  <a:lnTo>
                    <a:pt x="28106" y="469736"/>
                  </a:lnTo>
                  <a:lnTo>
                    <a:pt x="27495" y="470998"/>
                  </a:lnTo>
                  <a:lnTo>
                    <a:pt x="27173" y="471710"/>
                  </a:lnTo>
                  <a:lnTo>
                    <a:pt x="25815" y="474660"/>
                  </a:lnTo>
                  <a:lnTo>
                    <a:pt x="25052" y="476295"/>
                  </a:lnTo>
                  <a:lnTo>
                    <a:pt x="24284" y="477907"/>
                  </a:lnTo>
                  <a:lnTo>
                    <a:pt x="23469" y="479652"/>
                  </a:lnTo>
                  <a:lnTo>
                    <a:pt x="22443" y="481912"/>
                  </a:lnTo>
                  <a:lnTo>
                    <a:pt x="21820" y="483201"/>
                  </a:lnTo>
                  <a:lnTo>
                    <a:pt x="20786" y="485042"/>
                  </a:lnTo>
                  <a:lnTo>
                    <a:pt x="20585" y="485404"/>
                  </a:lnTo>
                  <a:lnTo>
                    <a:pt x="20112" y="486241"/>
                  </a:lnTo>
                  <a:lnTo>
                    <a:pt x="20030" y="486389"/>
                  </a:lnTo>
                  <a:lnTo>
                    <a:pt x="19516" y="487413"/>
                  </a:lnTo>
                  <a:lnTo>
                    <a:pt x="18814" y="488828"/>
                  </a:lnTo>
                  <a:lnTo>
                    <a:pt x="18014" y="490459"/>
                  </a:lnTo>
                  <a:lnTo>
                    <a:pt x="16253" y="493903"/>
                  </a:lnTo>
                  <a:lnTo>
                    <a:pt x="15472" y="495521"/>
                  </a:lnTo>
                  <a:lnTo>
                    <a:pt x="14649" y="497217"/>
                  </a:lnTo>
                  <a:lnTo>
                    <a:pt x="13794" y="498911"/>
                  </a:lnTo>
                  <a:lnTo>
                    <a:pt x="12978" y="500534"/>
                  </a:lnTo>
                  <a:lnTo>
                    <a:pt x="12121" y="502278"/>
                  </a:lnTo>
                  <a:lnTo>
                    <a:pt x="11268" y="503955"/>
                  </a:lnTo>
                  <a:lnTo>
                    <a:pt x="10392" y="505699"/>
                  </a:lnTo>
                  <a:lnTo>
                    <a:pt x="8695" y="509091"/>
                  </a:lnTo>
                  <a:lnTo>
                    <a:pt x="7850" y="510762"/>
                  </a:lnTo>
                  <a:lnTo>
                    <a:pt x="7020" y="512408"/>
                  </a:lnTo>
                  <a:lnTo>
                    <a:pt x="6165" y="514114"/>
                  </a:lnTo>
                  <a:lnTo>
                    <a:pt x="4769" y="516852"/>
                  </a:lnTo>
                  <a:lnTo>
                    <a:pt x="3455" y="519426"/>
                  </a:lnTo>
                  <a:lnTo>
                    <a:pt x="1574" y="523133"/>
                  </a:lnTo>
                  <a:lnTo>
                    <a:pt x="0" y="526340"/>
                  </a:lnTo>
                  <a:lnTo>
                    <a:pt x="3043" y="529177"/>
                  </a:lnTo>
                  <a:lnTo>
                    <a:pt x="5709" y="531854"/>
                  </a:lnTo>
                  <a:lnTo>
                    <a:pt x="12278" y="539024"/>
                  </a:lnTo>
                  <a:lnTo>
                    <a:pt x="13859" y="540783"/>
                  </a:lnTo>
                  <a:lnTo>
                    <a:pt x="18201" y="546289"/>
                  </a:lnTo>
                  <a:lnTo>
                    <a:pt x="22080" y="551635"/>
                  </a:lnTo>
                  <a:lnTo>
                    <a:pt x="22390" y="552064"/>
                  </a:lnTo>
                  <a:lnTo>
                    <a:pt x="29798" y="563478"/>
                  </a:lnTo>
                  <a:lnTo>
                    <a:pt x="29971" y="563782"/>
                  </a:lnTo>
                  <a:lnTo>
                    <a:pt x="30044" y="563910"/>
                  </a:lnTo>
                  <a:lnTo>
                    <a:pt x="30188" y="564161"/>
                  </a:lnTo>
                  <a:lnTo>
                    <a:pt x="30261" y="564288"/>
                  </a:lnTo>
                  <a:lnTo>
                    <a:pt x="30333" y="564415"/>
                  </a:lnTo>
                  <a:lnTo>
                    <a:pt x="30406" y="564542"/>
                  </a:lnTo>
                  <a:lnTo>
                    <a:pt x="30479" y="564670"/>
                  </a:lnTo>
                  <a:lnTo>
                    <a:pt x="35053" y="572675"/>
                  </a:lnTo>
                  <a:lnTo>
                    <a:pt x="39414" y="581738"/>
                  </a:lnTo>
                  <a:lnTo>
                    <a:pt x="44555" y="593727"/>
                  </a:lnTo>
                  <a:lnTo>
                    <a:pt x="46193" y="598354"/>
                  </a:lnTo>
                  <a:lnTo>
                    <a:pt x="49944" y="608507"/>
                  </a:lnTo>
                  <a:lnTo>
                    <a:pt x="50586" y="610245"/>
                  </a:lnTo>
                  <a:lnTo>
                    <a:pt x="50827" y="610899"/>
                  </a:lnTo>
                  <a:lnTo>
                    <a:pt x="51410" y="612476"/>
                  </a:lnTo>
                  <a:lnTo>
                    <a:pt x="51774" y="612040"/>
                  </a:lnTo>
                  <a:lnTo>
                    <a:pt x="52311" y="613348"/>
                  </a:lnTo>
                  <a:lnTo>
                    <a:pt x="53689" y="616686"/>
                  </a:lnTo>
                  <a:lnTo>
                    <a:pt x="61045" y="634516"/>
                  </a:lnTo>
                  <a:lnTo>
                    <a:pt x="63310" y="639468"/>
                  </a:lnTo>
                  <a:lnTo>
                    <a:pt x="64251" y="641834"/>
                  </a:lnTo>
                  <a:lnTo>
                    <a:pt x="66086" y="646451"/>
                  </a:lnTo>
                  <a:lnTo>
                    <a:pt x="67027" y="648771"/>
                  </a:lnTo>
                  <a:lnTo>
                    <a:pt x="70325" y="657105"/>
                  </a:lnTo>
                  <a:lnTo>
                    <a:pt x="71181" y="659423"/>
                  </a:lnTo>
                  <a:lnTo>
                    <a:pt x="76918" y="674472"/>
                  </a:lnTo>
                  <a:lnTo>
                    <a:pt x="84796" y="695383"/>
                  </a:lnTo>
                  <a:lnTo>
                    <a:pt x="86568" y="700127"/>
                  </a:lnTo>
                  <a:lnTo>
                    <a:pt x="87551" y="702113"/>
                  </a:lnTo>
                  <a:lnTo>
                    <a:pt x="90167" y="707239"/>
                  </a:lnTo>
                  <a:lnTo>
                    <a:pt x="90951" y="708706"/>
                  </a:lnTo>
                  <a:lnTo>
                    <a:pt x="93087" y="712503"/>
                  </a:lnTo>
                  <a:lnTo>
                    <a:pt x="93967" y="713924"/>
                  </a:lnTo>
                  <a:lnTo>
                    <a:pt x="94717" y="715136"/>
                  </a:lnTo>
                  <a:lnTo>
                    <a:pt x="96561" y="717232"/>
                  </a:lnTo>
                  <a:lnTo>
                    <a:pt x="97217" y="717979"/>
                  </a:lnTo>
                  <a:lnTo>
                    <a:pt x="98166" y="719099"/>
                  </a:lnTo>
                  <a:lnTo>
                    <a:pt x="98764" y="719805"/>
                  </a:lnTo>
                  <a:lnTo>
                    <a:pt x="100392" y="721513"/>
                  </a:lnTo>
                  <a:lnTo>
                    <a:pt x="101797" y="722895"/>
                  </a:lnTo>
                  <a:lnTo>
                    <a:pt x="102021" y="723116"/>
                  </a:lnTo>
                  <a:lnTo>
                    <a:pt x="102573" y="723659"/>
                  </a:lnTo>
                  <a:lnTo>
                    <a:pt x="102781" y="723821"/>
                  </a:lnTo>
                  <a:lnTo>
                    <a:pt x="103358" y="724431"/>
                  </a:lnTo>
                  <a:lnTo>
                    <a:pt x="106749" y="728018"/>
                  </a:lnTo>
                  <a:lnTo>
                    <a:pt x="106975" y="728259"/>
                  </a:lnTo>
                  <a:lnTo>
                    <a:pt x="113513" y="732992"/>
                  </a:lnTo>
                  <a:lnTo>
                    <a:pt x="120500" y="736941"/>
                  </a:lnTo>
                  <a:lnTo>
                    <a:pt x="121453" y="737438"/>
                  </a:lnTo>
                  <a:lnTo>
                    <a:pt x="121625" y="737528"/>
                  </a:lnTo>
                  <a:lnTo>
                    <a:pt x="124326" y="738939"/>
                  </a:lnTo>
                  <a:lnTo>
                    <a:pt x="130407" y="742190"/>
                  </a:lnTo>
                  <a:lnTo>
                    <a:pt x="136589" y="744490"/>
                  </a:lnTo>
                  <a:lnTo>
                    <a:pt x="155107" y="749960"/>
                  </a:lnTo>
                  <a:lnTo>
                    <a:pt x="160752" y="751462"/>
                  </a:lnTo>
                  <a:lnTo>
                    <a:pt x="181940" y="757063"/>
                  </a:lnTo>
                  <a:lnTo>
                    <a:pt x="202960" y="762230"/>
                  </a:lnTo>
                  <a:lnTo>
                    <a:pt x="205714" y="763014"/>
                  </a:lnTo>
                  <a:lnTo>
                    <a:pt x="221675" y="767114"/>
                  </a:lnTo>
                  <a:lnTo>
                    <a:pt x="224843" y="767489"/>
                  </a:lnTo>
                  <a:lnTo>
                    <a:pt x="227850" y="767845"/>
                  </a:lnTo>
                  <a:lnTo>
                    <a:pt x="230069" y="768107"/>
                  </a:lnTo>
                  <a:lnTo>
                    <a:pt x="229777" y="770170"/>
                  </a:lnTo>
                  <a:lnTo>
                    <a:pt x="229749" y="770379"/>
                  </a:lnTo>
                  <a:lnTo>
                    <a:pt x="231236" y="770855"/>
                  </a:lnTo>
                  <a:lnTo>
                    <a:pt x="231742" y="771320"/>
                  </a:lnTo>
                  <a:lnTo>
                    <a:pt x="232479" y="771995"/>
                  </a:lnTo>
                  <a:lnTo>
                    <a:pt x="232665" y="772166"/>
                  </a:lnTo>
                  <a:lnTo>
                    <a:pt x="233472" y="772907"/>
                  </a:lnTo>
                  <a:lnTo>
                    <a:pt x="238262" y="772698"/>
                  </a:lnTo>
                  <a:lnTo>
                    <a:pt x="240610" y="771661"/>
                  </a:lnTo>
                  <a:lnTo>
                    <a:pt x="240808" y="771574"/>
                  </a:lnTo>
                  <a:lnTo>
                    <a:pt x="243308" y="770469"/>
                  </a:lnTo>
                  <a:lnTo>
                    <a:pt x="243964" y="770178"/>
                  </a:lnTo>
                  <a:lnTo>
                    <a:pt x="260154" y="770415"/>
                  </a:lnTo>
                  <a:lnTo>
                    <a:pt x="268160" y="771097"/>
                  </a:lnTo>
                  <a:lnTo>
                    <a:pt x="273620" y="771455"/>
                  </a:lnTo>
                  <a:lnTo>
                    <a:pt x="302616" y="772854"/>
                  </a:lnTo>
                  <a:lnTo>
                    <a:pt x="304049" y="772722"/>
                  </a:lnTo>
                  <a:lnTo>
                    <a:pt x="305660" y="772848"/>
                  </a:lnTo>
                  <a:lnTo>
                    <a:pt x="307528" y="772985"/>
                  </a:lnTo>
                  <a:lnTo>
                    <a:pt x="309570" y="773121"/>
                  </a:lnTo>
                  <a:lnTo>
                    <a:pt x="315615" y="773453"/>
                  </a:lnTo>
                  <a:lnTo>
                    <a:pt x="317920" y="773572"/>
                  </a:lnTo>
                  <a:lnTo>
                    <a:pt x="328640" y="774018"/>
                  </a:lnTo>
                  <a:lnTo>
                    <a:pt x="330247" y="774118"/>
                  </a:lnTo>
                  <a:lnTo>
                    <a:pt x="333051" y="774279"/>
                  </a:lnTo>
                  <a:lnTo>
                    <a:pt x="336417" y="774464"/>
                  </a:lnTo>
                  <a:lnTo>
                    <a:pt x="341811" y="774769"/>
                  </a:lnTo>
                  <a:lnTo>
                    <a:pt x="344472" y="774902"/>
                  </a:lnTo>
                  <a:lnTo>
                    <a:pt x="355459" y="775473"/>
                  </a:lnTo>
                  <a:lnTo>
                    <a:pt x="359076" y="775615"/>
                  </a:lnTo>
                  <a:lnTo>
                    <a:pt x="359595" y="775631"/>
                  </a:lnTo>
                  <a:lnTo>
                    <a:pt x="383501" y="776404"/>
                  </a:lnTo>
                  <a:lnTo>
                    <a:pt x="391853" y="777277"/>
                  </a:lnTo>
                  <a:lnTo>
                    <a:pt x="400044" y="778713"/>
                  </a:lnTo>
                  <a:lnTo>
                    <a:pt x="402591" y="779259"/>
                  </a:lnTo>
                  <a:lnTo>
                    <a:pt x="405380" y="779883"/>
                  </a:lnTo>
                  <a:lnTo>
                    <a:pt x="409751" y="780934"/>
                  </a:lnTo>
                  <a:lnTo>
                    <a:pt x="419170" y="783437"/>
                  </a:lnTo>
                  <a:lnTo>
                    <a:pt x="425379" y="785379"/>
                  </a:lnTo>
                  <a:lnTo>
                    <a:pt x="434168" y="789045"/>
                  </a:lnTo>
                  <a:lnTo>
                    <a:pt x="435447" y="789578"/>
                  </a:lnTo>
                  <a:lnTo>
                    <a:pt x="436282" y="789729"/>
                  </a:lnTo>
                  <a:lnTo>
                    <a:pt x="438175" y="790099"/>
                  </a:lnTo>
                  <a:lnTo>
                    <a:pt x="438691" y="790288"/>
                  </a:lnTo>
                  <a:lnTo>
                    <a:pt x="447464" y="793519"/>
                  </a:lnTo>
                  <a:lnTo>
                    <a:pt x="470599" y="802034"/>
                  </a:lnTo>
                  <a:lnTo>
                    <a:pt x="478570" y="805005"/>
                  </a:lnTo>
                  <a:lnTo>
                    <a:pt x="483778" y="806946"/>
                  </a:lnTo>
                  <a:lnTo>
                    <a:pt x="486991" y="808113"/>
                  </a:lnTo>
                  <a:lnTo>
                    <a:pt x="502245" y="814089"/>
                  </a:lnTo>
                  <a:lnTo>
                    <a:pt x="504191" y="814709"/>
                  </a:lnTo>
                  <a:lnTo>
                    <a:pt x="511416" y="817222"/>
                  </a:lnTo>
                  <a:lnTo>
                    <a:pt x="516613" y="819030"/>
                  </a:lnTo>
                  <a:lnTo>
                    <a:pt x="524196" y="821739"/>
                  </a:lnTo>
                  <a:lnTo>
                    <a:pt x="532315" y="825488"/>
                  </a:lnTo>
                  <a:lnTo>
                    <a:pt x="539653" y="828413"/>
                  </a:lnTo>
                  <a:lnTo>
                    <a:pt x="540058" y="828164"/>
                  </a:lnTo>
                  <a:lnTo>
                    <a:pt x="541128" y="828633"/>
                  </a:lnTo>
                  <a:lnTo>
                    <a:pt x="545072" y="830137"/>
                  </a:lnTo>
                  <a:lnTo>
                    <a:pt x="552977" y="833151"/>
                  </a:lnTo>
                  <a:lnTo>
                    <a:pt x="556943" y="834663"/>
                  </a:lnTo>
                  <a:lnTo>
                    <a:pt x="571217" y="840107"/>
                  </a:lnTo>
                  <a:lnTo>
                    <a:pt x="571736" y="840305"/>
                  </a:lnTo>
                  <a:lnTo>
                    <a:pt x="572398" y="840557"/>
                  </a:lnTo>
                  <a:lnTo>
                    <a:pt x="576879" y="842265"/>
                  </a:lnTo>
                  <a:lnTo>
                    <a:pt x="583696" y="844886"/>
                  </a:lnTo>
                  <a:lnTo>
                    <a:pt x="587893" y="846500"/>
                  </a:lnTo>
                  <a:lnTo>
                    <a:pt x="592096" y="848112"/>
                  </a:lnTo>
                  <a:lnTo>
                    <a:pt x="593443" y="848633"/>
                  </a:lnTo>
                  <a:lnTo>
                    <a:pt x="595124" y="849279"/>
                  </a:lnTo>
                  <a:lnTo>
                    <a:pt x="596285" y="849726"/>
                  </a:lnTo>
                  <a:lnTo>
                    <a:pt x="597532" y="849916"/>
                  </a:lnTo>
                  <a:lnTo>
                    <a:pt x="598582" y="850075"/>
                  </a:lnTo>
                  <a:lnTo>
                    <a:pt x="600868" y="850421"/>
                  </a:lnTo>
                  <a:lnTo>
                    <a:pt x="603174" y="850770"/>
                  </a:lnTo>
                  <a:lnTo>
                    <a:pt x="609675" y="852853"/>
                  </a:lnTo>
                  <a:lnTo>
                    <a:pt x="612142" y="853644"/>
                  </a:lnTo>
                  <a:lnTo>
                    <a:pt x="613865" y="854194"/>
                  </a:lnTo>
                  <a:lnTo>
                    <a:pt x="616307" y="854979"/>
                  </a:lnTo>
                  <a:lnTo>
                    <a:pt x="617351" y="855421"/>
                  </a:lnTo>
                  <a:lnTo>
                    <a:pt x="618553" y="855697"/>
                  </a:lnTo>
                  <a:lnTo>
                    <a:pt x="621274" y="856569"/>
                  </a:lnTo>
                  <a:lnTo>
                    <a:pt x="624449" y="857584"/>
                  </a:lnTo>
                  <a:lnTo>
                    <a:pt x="627858" y="858847"/>
                  </a:lnTo>
                  <a:lnTo>
                    <a:pt x="631076" y="860040"/>
                  </a:lnTo>
                  <a:lnTo>
                    <a:pt x="633090" y="860787"/>
                  </a:lnTo>
                  <a:lnTo>
                    <a:pt x="634966" y="861482"/>
                  </a:lnTo>
                  <a:lnTo>
                    <a:pt x="636902" y="862200"/>
                  </a:lnTo>
                  <a:lnTo>
                    <a:pt x="639237" y="863066"/>
                  </a:lnTo>
                  <a:lnTo>
                    <a:pt x="639787" y="863269"/>
                  </a:lnTo>
                  <a:lnTo>
                    <a:pt x="639042" y="865437"/>
                  </a:lnTo>
                  <a:lnTo>
                    <a:pt x="638173" y="867968"/>
                  </a:lnTo>
                  <a:lnTo>
                    <a:pt x="636716" y="872210"/>
                  </a:lnTo>
                  <a:lnTo>
                    <a:pt x="633480" y="882478"/>
                  </a:lnTo>
                  <a:lnTo>
                    <a:pt x="631924" y="887414"/>
                  </a:lnTo>
                  <a:lnTo>
                    <a:pt x="630776" y="891061"/>
                  </a:lnTo>
                  <a:lnTo>
                    <a:pt x="630603" y="891608"/>
                  </a:lnTo>
                  <a:lnTo>
                    <a:pt x="630228" y="892796"/>
                  </a:lnTo>
                  <a:lnTo>
                    <a:pt x="629169" y="896156"/>
                  </a:lnTo>
                  <a:lnTo>
                    <a:pt x="628399" y="898604"/>
                  </a:lnTo>
                  <a:lnTo>
                    <a:pt x="627731" y="900725"/>
                  </a:lnTo>
                  <a:lnTo>
                    <a:pt x="626292" y="905291"/>
                  </a:lnTo>
                  <a:lnTo>
                    <a:pt x="624972" y="909479"/>
                  </a:lnTo>
                  <a:lnTo>
                    <a:pt x="624496" y="910991"/>
                  </a:lnTo>
                  <a:lnTo>
                    <a:pt x="623247" y="914948"/>
                  </a:lnTo>
                  <a:lnTo>
                    <a:pt x="620524" y="923597"/>
                  </a:lnTo>
                  <a:lnTo>
                    <a:pt x="619413" y="926662"/>
                  </a:lnTo>
                  <a:lnTo>
                    <a:pt x="612085" y="944499"/>
                  </a:lnTo>
                  <a:lnTo>
                    <a:pt x="603890" y="964447"/>
                  </a:lnTo>
                  <a:lnTo>
                    <a:pt x="602645" y="967479"/>
                  </a:lnTo>
                  <a:lnTo>
                    <a:pt x="600155" y="973543"/>
                  </a:lnTo>
                  <a:lnTo>
                    <a:pt x="599598" y="974954"/>
                  </a:lnTo>
                  <a:lnTo>
                    <a:pt x="599087" y="976290"/>
                  </a:lnTo>
                  <a:lnTo>
                    <a:pt x="598763" y="977131"/>
                  </a:lnTo>
                  <a:lnTo>
                    <a:pt x="598081" y="978903"/>
                  </a:lnTo>
                  <a:lnTo>
                    <a:pt x="597468" y="978786"/>
                  </a:lnTo>
                  <a:lnTo>
                    <a:pt x="594269" y="978167"/>
                  </a:lnTo>
                  <a:lnTo>
                    <a:pt x="587566" y="976420"/>
                  </a:lnTo>
                  <a:lnTo>
                    <a:pt x="582507" y="974395"/>
                  </a:lnTo>
                  <a:lnTo>
                    <a:pt x="578292" y="972291"/>
                  </a:lnTo>
                  <a:lnTo>
                    <a:pt x="574197" y="969926"/>
                  </a:lnTo>
                  <a:lnTo>
                    <a:pt x="573183" y="969182"/>
                  </a:lnTo>
                  <a:lnTo>
                    <a:pt x="573231" y="969044"/>
                  </a:lnTo>
                  <a:lnTo>
                    <a:pt x="571967" y="968055"/>
                  </a:lnTo>
                  <a:lnTo>
                    <a:pt x="570913" y="967265"/>
                  </a:lnTo>
                  <a:lnTo>
                    <a:pt x="570230" y="966775"/>
                  </a:lnTo>
                  <a:lnTo>
                    <a:pt x="567412" y="964615"/>
                  </a:lnTo>
                  <a:lnTo>
                    <a:pt x="566289" y="963718"/>
                  </a:lnTo>
                  <a:lnTo>
                    <a:pt x="564461" y="962348"/>
                  </a:lnTo>
                  <a:lnTo>
                    <a:pt x="562710" y="960988"/>
                  </a:lnTo>
                  <a:lnTo>
                    <a:pt x="562118" y="960540"/>
                  </a:lnTo>
                  <a:lnTo>
                    <a:pt x="559679" y="958720"/>
                  </a:lnTo>
                  <a:lnTo>
                    <a:pt x="558869" y="958009"/>
                  </a:lnTo>
                  <a:lnTo>
                    <a:pt x="558581" y="957756"/>
                  </a:lnTo>
                  <a:lnTo>
                    <a:pt x="558069" y="957318"/>
                  </a:lnTo>
                  <a:lnTo>
                    <a:pt x="555580" y="966069"/>
                  </a:lnTo>
                  <a:lnTo>
                    <a:pt x="554855" y="968619"/>
                  </a:lnTo>
                  <a:lnTo>
                    <a:pt x="552055" y="981545"/>
                  </a:lnTo>
                  <a:lnTo>
                    <a:pt x="557203" y="983023"/>
                  </a:lnTo>
                  <a:lnTo>
                    <a:pt x="563704" y="984877"/>
                  </a:lnTo>
                  <a:lnTo>
                    <a:pt x="566260" y="985504"/>
                  </a:lnTo>
                  <a:lnTo>
                    <a:pt x="559968" y="1002115"/>
                  </a:lnTo>
                  <a:lnTo>
                    <a:pt x="559617" y="1003038"/>
                  </a:lnTo>
                  <a:lnTo>
                    <a:pt x="557162" y="1009519"/>
                  </a:lnTo>
                  <a:lnTo>
                    <a:pt x="556812" y="1010446"/>
                  </a:lnTo>
                  <a:lnTo>
                    <a:pt x="551398" y="1024356"/>
                  </a:lnTo>
                  <a:lnTo>
                    <a:pt x="540609" y="1052079"/>
                  </a:lnTo>
                  <a:lnTo>
                    <a:pt x="540205" y="1053129"/>
                  </a:lnTo>
                  <a:lnTo>
                    <a:pt x="543524" y="1053800"/>
                  </a:lnTo>
                  <a:lnTo>
                    <a:pt x="546326" y="1054252"/>
                  </a:lnTo>
                  <a:lnTo>
                    <a:pt x="549772" y="1054443"/>
                  </a:lnTo>
                  <a:lnTo>
                    <a:pt x="549363" y="1055674"/>
                  </a:lnTo>
                  <a:lnTo>
                    <a:pt x="548617" y="1057636"/>
                  </a:lnTo>
                  <a:lnTo>
                    <a:pt x="546790" y="1062440"/>
                  </a:lnTo>
                  <a:lnTo>
                    <a:pt x="545263" y="1066455"/>
                  </a:lnTo>
                  <a:lnTo>
                    <a:pt x="539119" y="1082201"/>
                  </a:lnTo>
                  <a:lnTo>
                    <a:pt x="538699" y="1083266"/>
                  </a:lnTo>
                  <a:lnTo>
                    <a:pt x="531774" y="1100837"/>
                  </a:lnTo>
                  <a:lnTo>
                    <a:pt x="530610" y="1104064"/>
                  </a:lnTo>
                  <a:lnTo>
                    <a:pt x="527302" y="1113242"/>
                  </a:lnTo>
                  <a:lnTo>
                    <a:pt x="524199" y="1114495"/>
                  </a:lnTo>
                  <a:lnTo>
                    <a:pt x="522270" y="1119946"/>
                  </a:lnTo>
                  <a:lnTo>
                    <a:pt x="521177" y="1123035"/>
                  </a:lnTo>
                  <a:lnTo>
                    <a:pt x="517237" y="1133031"/>
                  </a:lnTo>
                  <a:lnTo>
                    <a:pt x="512490" y="1143970"/>
                  </a:lnTo>
                  <a:lnTo>
                    <a:pt x="508013" y="1160148"/>
                  </a:lnTo>
                  <a:lnTo>
                    <a:pt x="506644" y="1159809"/>
                  </a:lnTo>
                  <a:lnTo>
                    <a:pt x="498861" y="1188363"/>
                  </a:lnTo>
                  <a:lnTo>
                    <a:pt x="497467" y="1193581"/>
                  </a:lnTo>
                  <a:lnTo>
                    <a:pt x="495088" y="1202492"/>
                  </a:lnTo>
                  <a:lnTo>
                    <a:pt x="494328" y="1205338"/>
                  </a:lnTo>
                  <a:lnTo>
                    <a:pt x="493015" y="1204986"/>
                  </a:lnTo>
                  <a:lnTo>
                    <a:pt x="491132" y="1204482"/>
                  </a:lnTo>
                  <a:lnTo>
                    <a:pt x="490329" y="1204264"/>
                  </a:lnTo>
                  <a:lnTo>
                    <a:pt x="490247" y="1204634"/>
                  </a:lnTo>
                  <a:lnTo>
                    <a:pt x="487835" y="1215534"/>
                  </a:lnTo>
                  <a:lnTo>
                    <a:pt x="484379" y="1231153"/>
                  </a:lnTo>
                  <a:lnTo>
                    <a:pt x="484175" y="1232098"/>
                  </a:lnTo>
                  <a:lnTo>
                    <a:pt x="484066" y="1232603"/>
                  </a:lnTo>
                  <a:lnTo>
                    <a:pt x="483887" y="1233432"/>
                  </a:lnTo>
                  <a:lnTo>
                    <a:pt x="478397" y="1258426"/>
                  </a:lnTo>
                  <a:lnTo>
                    <a:pt x="477365" y="1263125"/>
                  </a:lnTo>
                  <a:lnTo>
                    <a:pt x="477249" y="1263651"/>
                  </a:lnTo>
                  <a:lnTo>
                    <a:pt x="477160" y="1264062"/>
                  </a:lnTo>
                  <a:lnTo>
                    <a:pt x="478395" y="1264258"/>
                  </a:lnTo>
                  <a:lnTo>
                    <a:pt x="479165" y="1264380"/>
                  </a:lnTo>
                  <a:lnTo>
                    <a:pt x="482086" y="1264844"/>
                  </a:lnTo>
                  <a:lnTo>
                    <a:pt x="481965" y="1265297"/>
                  </a:lnTo>
                  <a:lnTo>
                    <a:pt x="481876" y="1265631"/>
                  </a:lnTo>
                  <a:lnTo>
                    <a:pt x="480743" y="1269861"/>
                  </a:lnTo>
                  <a:lnTo>
                    <a:pt x="485576" y="1270910"/>
                  </a:lnTo>
                  <a:lnTo>
                    <a:pt x="491175" y="1272025"/>
                  </a:lnTo>
                  <a:lnTo>
                    <a:pt x="495714" y="1272928"/>
                  </a:lnTo>
                  <a:lnTo>
                    <a:pt x="496341" y="1273052"/>
                  </a:lnTo>
                  <a:lnTo>
                    <a:pt x="497580" y="1273349"/>
                  </a:lnTo>
                  <a:lnTo>
                    <a:pt x="500200" y="1273974"/>
                  </a:lnTo>
                  <a:lnTo>
                    <a:pt x="503737" y="1274818"/>
                  </a:lnTo>
                  <a:lnTo>
                    <a:pt x="503637" y="1279141"/>
                  </a:lnTo>
                  <a:lnTo>
                    <a:pt x="511449" y="1281133"/>
                  </a:lnTo>
                  <a:lnTo>
                    <a:pt x="512142" y="1281309"/>
                  </a:lnTo>
                  <a:lnTo>
                    <a:pt x="514235" y="1281844"/>
                  </a:lnTo>
                  <a:lnTo>
                    <a:pt x="516723" y="1282478"/>
                  </a:lnTo>
                  <a:lnTo>
                    <a:pt x="519012" y="1283062"/>
                  </a:lnTo>
                  <a:lnTo>
                    <a:pt x="526214" y="1284897"/>
                  </a:lnTo>
                  <a:lnTo>
                    <a:pt x="526608" y="1284996"/>
                  </a:lnTo>
                  <a:lnTo>
                    <a:pt x="528482" y="1285422"/>
                  </a:lnTo>
                  <a:lnTo>
                    <a:pt x="533097" y="1286471"/>
                  </a:lnTo>
                  <a:lnTo>
                    <a:pt x="538167" y="1287624"/>
                  </a:lnTo>
                  <a:lnTo>
                    <a:pt x="544292" y="1289016"/>
                  </a:lnTo>
                  <a:lnTo>
                    <a:pt x="545222" y="1289228"/>
                  </a:lnTo>
                  <a:lnTo>
                    <a:pt x="561007" y="1293417"/>
                  </a:lnTo>
                  <a:lnTo>
                    <a:pt x="590047" y="1296106"/>
                  </a:lnTo>
                  <a:lnTo>
                    <a:pt x="597312" y="1296518"/>
                  </a:lnTo>
                  <a:lnTo>
                    <a:pt x="628176" y="1298269"/>
                  </a:lnTo>
                  <a:lnTo>
                    <a:pt x="651410" y="1301174"/>
                  </a:lnTo>
                  <a:lnTo>
                    <a:pt x="651924" y="1301238"/>
                  </a:lnTo>
                  <a:lnTo>
                    <a:pt x="655210" y="1301650"/>
                  </a:lnTo>
                  <a:lnTo>
                    <a:pt x="661123" y="1303126"/>
                  </a:lnTo>
                  <a:lnTo>
                    <a:pt x="661406" y="1303196"/>
                  </a:lnTo>
                  <a:lnTo>
                    <a:pt x="662231" y="1303400"/>
                  </a:lnTo>
                  <a:lnTo>
                    <a:pt x="672057" y="1305853"/>
                  </a:lnTo>
                  <a:lnTo>
                    <a:pt x="688133" y="1308369"/>
                  </a:lnTo>
                  <a:lnTo>
                    <a:pt x="706515" y="1311246"/>
                  </a:lnTo>
                  <a:lnTo>
                    <a:pt x="707925" y="1311466"/>
                  </a:lnTo>
                  <a:lnTo>
                    <a:pt x="722930" y="1313183"/>
                  </a:lnTo>
                  <a:lnTo>
                    <a:pt x="744198" y="1316860"/>
                  </a:lnTo>
                  <a:lnTo>
                    <a:pt x="757159" y="1320579"/>
                  </a:lnTo>
                  <a:lnTo>
                    <a:pt x="775660" y="1327264"/>
                  </a:lnTo>
                  <a:lnTo>
                    <a:pt x="798008" y="1334039"/>
                  </a:lnTo>
                  <a:lnTo>
                    <a:pt x="798781" y="1334274"/>
                  </a:lnTo>
                  <a:lnTo>
                    <a:pt x="824107" y="1341971"/>
                  </a:lnTo>
                  <a:lnTo>
                    <a:pt x="824816" y="1342187"/>
                  </a:lnTo>
                  <a:lnTo>
                    <a:pt x="828480" y="1343299"/>
                  </a:lnTo>
                  <a:lnTo>
                    <a:pt x="831376" y="1344180"/>
                  </a:lnTo>
                  <a:lnTo>
                    <a:pt x="832040" y="1344619"/>
                  </a:lnTo>
                  <a:lnTo>
                    <a:pt x="832295" y="1344787"/>
                  </a:lnTo>
                  <a:lnTo>
                    <a:pt x="832728" y="1345074"/>
                  </a:lnTo>
                  <a:lnTo>
                    <a:pt x="833084" y="1345312"/>
                  </a:lnTo>
                  <a:lnTo>
                    <a:pt x="835136" y="1346676"/>
                  </a:lnTo>
                  <a:lnTo>
                    <a:pt x="837239" y="1348074"/>
                  </a:lnTo>
                  <a:lnTo>
                    <a:pt x="836923" y="1350890"/>
                  </a:lnTo>
                  <a:lnTo>
                    <a:pt x="836830" y="1351717"/>
                  </a:lnTo>
                  <a:lnTo>
                    <a:pt x="836772" y="1352256"/>
                  </a:lnTo>
                  <a:lnTo>
                    <a:pt x="836743" y="1352496"/>
                  </a:lnTo>
                  <a:lnTo>
                    <a:pt x="836703" y="1352846"/>
                  </a:lnTo>
                  <a:lnTo>
                    <a:pt x="850692" y="1356816"/>
                  </a:lnTo>
                  <a:lnTo>
                    <a:pt x="854791" y="1357758"/>
                  </a:lnTo>
                  <a:lnTo>
                    <a:pt x="860396" y="1359029"/>
                  </a:lnTo>
                  <a:lnTo>
                    <a:pt x="868076" y="1360876"/>
                  </a:lnTo>
                  <a:lnTo>
                    <a:pt x="874111" y="1362390"/>
                  </a:lnTo>
                  <a:lnTo>
                    <a:pt x="876336" y="1362948"/>
                  </a:lnTo>
                  <a:lnTo>
                    <a:pt x="880979" y="1364464"/>
                  </a:lnTo>
                  <a:lnTo>
                    <a:pt x="881371" y="1364592"/>
                  </a:lnTo>
                  <a:lnTo>
                    <a:pt x="881708" y="1364702"/>
                  </a:lnTo>
                  <a:lnTo>
                    <a:pt x="884838" y="1365725"/>
                  </a:lnTo>
                  <a:lnTo>
                    <a:pt x="885621" y="1365808"/>
                  </a:lnTo>
                  <a:lnTo>
                    <a:pt x="885798" y="1365827"/>
                  </a:lnTo>
                  <a:lnTo>
                    <a:pt x="885946" y="1365843"/>
                  </a:lnTo>
                  <a:lnTo>
                    <a:pt x="887286" y="1365987"/>
                  </a:lnTo>
                  <a:lnTo>
                    <a:pt x="889640" y="1366272"/>
                  </a:lnTo>
                  <a:lnTo>
                    <a:pt x="891424" y="1366488"/>
                  </a:lnTo>
                  <a:lnTo>
                    <a:pt x="892448" y="1366612"/>
                  </a:lnTo>
                  <a:lnTo>
                    <a:pt x="895913" y="1367129"/>
                  </a:lnTo>
                  <a:lnTo>
                    <a:pt x="897359" y="1367346"/>
                  </a:lnTo>
                  <a:lnTo>
                    <a:pt x="898492" y="1367515"/>
                  </a:lnTo>
                  <a:lnTo>
                    <a:pt x="899535" y="1367644"/>
                  </a:lnTo>
                  <a:lnTo>
                    <a:pt x="900359" y="1367746"/>
                  </a:lnTo>
                  <a:lnTo>
                    <a:pt x="901285" y="1367843"/>
                  </a:lnTo>
                  <a:lnTo>
                    <a:pt x="903858" y="1368110"/>
                  </a:lnTo>
                  <a:lnTo>
                    <a:pt x="936679" y="1377144"/>
                  </a:lnTo>
                  <a:lnTo>
                    <a:pt x="939354" y="1377980"/>
                  </a:lnTo>
                  <a:lnTo>
                    <a:pt x="939830" y="1378129"/>
                  </a:lnTo>
                  <a:lnTo>
                    <a:pt x="942422" y="1378963"/>
                  </a:lnTo>
                  <a:lnTo>
                    <a:pt x="944960" y="1379758"/>
                  </a:lnTo>
                  <a:lnTo>
                    <a:pt x="947549" y="1380555"/>
                  </a:lnTo>
                  <a:lnTo>
                    <a:pt x="950712" y="1381530"/>
                  </a:lnTo>
                  <a:lnTo>
                    <a:pt x="950934" y="1381598"/>
                  </a:lnTo>
                  <a:lnTo>
                    <a:pt x="954031" y="1382566"/>
                  </a:lnTo>
                  <a:lnTo>
                    <a:pt x="955540" y="1383038"/>
                  </a:lnTo>
                  <a:lnTo>
                    <a:pt x="956247" y="1383267"/>
                  </a:lnTo>
                  <a:lnTo>
                    <a:pt x="959102" y="1384166"/>
                  </a:lnTo>
                  <a:lnTo>
                    <a:pt x="960332" y="1384554"/>
                  </a:lnTo>
                  <a:lnTo>
                    <a:pt x="961579" y="1384946"/>
                  </a:lnTo>
                  <a:lnTo>
                    <a:pt x="963937" y="1385689"/>
                  </a:lnTo>
                  <a:lnTo>
                    <a:pt x="965246" y="1386122"/>
                  </a:lnTo>
                  <a:lnTo>
                    <a:pt x="966415" y="1386508"/>
                  </a:lnTo>
                  <a:lnTo>
                    <a:pt x="967964" y="1387023"/>
                  </a:lnTo>
                  <a:lnTo>
                    <a:pt x="969125" y="1387406"/>
                  </a:lnTo>
                  <a:lnTo>
                    <a:pt x="970921" y="1387989"/>
                  </a:lnTo>
                  <a:lnTo>
                    <a:pt x="980885" y="1391095"/>
                  </a:lnTo>
                  <a:lnTo>
                    <a:pt x="983164" y="1391807"/>
                  </a:lnTo>
                  <a:lnTo>
                    <a:pt x="985821" y="1392638"/>
                  </a:lnTo>
                  <a:lnTo>
                    <a:pt x="987011" y="1393010"/>
                  </a:lnTo>
                  <a:lnTo>
                    <a:pt x="988784" y="1393565"/>
                  </a:lnTo>
                  <a:lnTo>
                    <a:pt x="993053" y="1394900"/>
                  </a:lnTo>
                  <a:lnTo>
                    <a:pt x="997472" y="1396312"/>
                  </a:lnTo>
                  <a:lnTo>
                    <a:pt x="1000263" y="1397248"/>
                  </a:lnTo>
                  <a:lnTo>
                    <a:pt x="1003886" y="1398463"/>
                  </a:lnTo>
                  <a:lnTo>
                    <a:pt x="1007388" y="1399634"/>
                  </a:lnTo>
                  <a:lnTo>
                    <a:pt x="1011933" y="1401176"/>
                  </a:lnTo>
                  <a:lnTo>
                    <a:pt x="1015435" y="1402088"/>
                  </a:lnTo>
                  <a:lnTo>
                    <a:pt x="1016362" y="1402330"/>
                  </a:lnTo>
                  <a:lnTo>
                    <a:pt x="1019602" y="1403059"/>
                  </a:lnTo>
                  <a:lnTo>
                    <a:pt x="1019997" y="1403148"/>
                  </a:lnTo>
                  <a:lnTo>
                    <a:pt x="1024048" y="1404050"/>
                  </a:lnTo>
                  <a:lnTo>
                    <a:pt x="1029642" y="1405051"/>
                  </a:lnTo>
                  <a:lnTo>
                    <a:pt x="1030359" y="1405179"/>
                  </a:lnTo>
                  <a:lnTo>
                    <a:pt x="1031057" y="1405304"/>
                  </a:lnTo>
                  <a:lnTo>
                    <a:pt x="1031440" y="1405373"/>
                  </a:lnTo>
                  <a:lnTo>
                    <a:pt x="1032692" y="1405597"/>
                  </a:lnTo>
                  <a:lnTo>
                    <a:pt x="1034512" y="1405922"/>
                  </a:lnTo>
                  <a:lnTo>
                    <a:pt x="1035745" y="1406143"/>
                  </a:lnTo>
                  <a:lnTo>
                    <a:pt x="1036158" y="1406226"/>
                  </a:lnTo>
                  <a:lnTo>
                    <a:pt x="1036480" y="1406289"/>
                  </a:lnTo>
                  <a:lnTo>
                    <a:pt x="1036443" y="1407096"/>
                  </a:lnTo>
                  <a:lnTo>
                    <a:pt x="1036394" y="1408582"/>
                  </a:lnTo>
                  <a:lnTo>
                    <a:pt x="1036371" y="1409297"/>
                  </a:lnTo>
                  <a:lnTo>
                    <a:pt x="1036349" y="1409966"/>
                  </a:lnTo>
                  <a:lnTo>
                    <a:pt x="1036136" y="1411259"/>
                  </a:lnTo>
                  <a:lnTo>
                    <a:pt x="1035733" y="1413701"/>
                  </a:lnTo>
                  <a:lnTo>
                    <a:pt x="1035663" y="1414015"/>
                  </a:lnTo>
                  <a:lnTo>
                    <a:pt x="1035005" y="1416986"/>
                  </a:lnTo>
                  <a:lnTo>
                    <a:pt x="1033601" y="1423162"/>
                  </a:lnTo>
                  <a:lnTo>
                    <a:pt x="1033189" y="1424940"/>
                  </a:lnTo>
                  <a:lnTo>
                    <a:pt x="1032605" y="1428569"/>
                  </a:lnTo>
                  <a:lnTo>
                    <a:pt x="1034446" y="1429050"/>
                  </a:lnTo>
                  <a:lnTo>
                    <a:pt x="1035158" y="1429238"/>
                  </a:lnTo>
                  <a:lnTo>
                    <a:pt x="1035856" y="1429421"/>
                  </a:lnTo>
                  <a:lnTo>
                    <a:pt x="1036465" y="1429580"/>
                  </a:lnTo>
                  <a:lnTo>
                    <a:pt x="1041629" y="1430932"/>
                  </a:lnTo>
                  <a:lnTo>
                    <a:pt x="1044353" y="1432055"/>
                  </a:lnTo>
                  <a:lnTo>
                    <a:pt x="1047574" y="1433477"/>
                  </a:lnTo>
                  <a:lnTo>
                    <a:pt x="1050871" y="1434919"/>
                  </a:lnTo>
                  <a:lnTo>
                    <a:pt x="1053350" y="1436065"/>
                  </a:lnTo>
                  <a:lnTo>
                    <a:pt x="1056097" y="1437347"/>
                  </a:lnTo>
                  <a:lnTo>
                    <a:pt x="1059371" y="1439061"/>
                  </a:lnTo>
                  <a:lnTo>
                    <a:pt x="1062052" y="1440909"/>
                  </a:lnTo>
                  <a:lnTo>
                    <a:pt x="1064871" y="1443944"/>
                  </a:lnTo>
                  <a:lnTo>
                    <a:pt x="1066353" y="1446795"/>
                  </a:lnTo>
                  <a:lnTo>
                    <a:pt x="1066911" y="1448086"/>
                  </a:lnTo>
                  <a:lnTo>
                    <a:pt x="1070618" y="1458501"/>
                  </a:lnTo>
                  <a:lnTo>
                    <a:pt x="1072875" y="1465390"/>
                  </a:lnTo>
                  <a:lnTo>
                    <a:pt x="1073901" y="1468525"/>
                  </a:lnTo>
                  <a:lnTo>
                    <a:pt x="1074962" y="1471980"/>
                  </a:lnTo>
                  <a:lnTo>
                    <a:pt x="1076906" y="1478158"/>
                  </a:lnTo>
                  <a:lnTo>
                    <a:pt x="1078341" y="1482948"/>
                  </a:lnTo>
                  <a:lnTo>
                    <a:pt x="1079846" y="1487972"/>
                  </a:lnTo>
                  <a:lnTo>
                    <a:pt x="1081386" y="1493037"/>
                  </a:lnTo>
                  <a:lnTo>
                    <a:pt x="1112994" y="1487725"/>
                  </a:lnTo>
                  <a:lnTo>
                    <a:pt x="1135866" y="1486378"/>
                  </a:lnTo>
                  <a:lnTo>
                    <a:pt x="1137072" y="1486308"/>
                  </a:lnTo>
                  <a:lnTo>
                    <a:pt x="1141886" y="1486025"/>
                  </a:lnTo>
                  <a:lnTo>
                    <a:pt x="1145558" y="1485808"/>
                  </a:lnTo>
                  <a:lnTo>
                    <a:pt x="1143741" y="1480381"/>
                  </a:lnTo>
                  <a:lnTo>
                    <a:pt x="1141951" y="1475033"/>
                  </a:lnTo>
                  <a:lnTo>
                    <a:pt x="1140131" y="1469592"/>
                  </a:lnTo>
                  <a:lnTo>
                    <a:pt x="1139656" y="1468277"/>
                  </a:lnTo>
                  <a:lnTo>
                    <a:pt x="1137873" y="1463338"/>
                  </a:lnTo>
                  <a:lnTo>
                    <a:pt x="1137305" y="1461767"/>
                  </a:lnTo>
                  <a:lnTo>
                    <a:pt x="1136664" y="1459992"/>
                  </a:lnTo>
                  <a:lnTo>
                    <a:pt x="1132992" y="1449820"/>
                  </a:lnTo>
                  <a:lnTo>
                    <a:pt x="1132180" y="1447573"/>
                  </a:lnTo>
                  <a:lnTo>
                    <a:pt x="1131587" y="1445928"/>
                  </a:lnTo>
                  <a:lnTo>
                    <a:pt x="1130418" y="1442691"/>
                  </a:lnTo>
                  <a:lnTo>
                    <a:pt x="1129939" y="1441367"/>
                  </a:lnTo>
                  <a:lnTo>
                    <a:pt x="1129733" y="1440794"/>
                  </a:lnTo>
                  <a:lnTo>
                    <a:pt x="1130325" y="1440695"/>
                  </a:lnTo>
                  <a:lnTo>
                    <a:pt x="1130492" y="1440667"/>
                  </a:lnTo>
                  <a:lnTo>
                    <a:pt x="1135011" y="1440473"/>
                  </a:lnTo>
                  <a:lnTo>
                    <a:pt x="1135711" y="1440442"/>
                  </a:lnTo>
                  <a:lnTo>
                    <a:pt x="1141322" y="1440203"/>
                  </a:lnTo>
                  <a:lnTo>
                    <a:pt x="1147466" y="1439919"/>
                  </a:lnTo>
                  <a:lnTo>
                    <a:pt x="1153439" y="1439649"/>
                  </a:lnTo>
                  <a:lnTo>
                    <a:pt x="1159459" y="1439364"/>
                  </a:lnTo>
                  <a:lnTo>
                    <a:pt x="1171050" y="1438815"/>
                  </a:lnTo>
                  <a:lnTo>
                    <a:pt x="1176715" y="1438566"/>
                  </a:lnTo>
                  <a:lnTo>
                    <a:pt x="1183317" y="1438233"/>
                  </a:lnTo>
                  <a:lnTo>
                    <a:pt x="1189392" y="1437960"/>
                  </a:lnTo>
                  <a:lnTo>
                    <a:pt x="1191815" y="1437852"/>
                  </a:lnTo>
                  <a:lnTo>
                    <a:pt x="1194117" y="1437749"/>
                  </a:lnTo>
                  <a:lnTo>
                    <a:pt x="1195565" y="1437679"/>
                  </a:lnTo>
                  <a:lnTo>
                    <a:pt x="1213922" y="1436810"/>
                  </a:lnTo>
                  <a:lnTo>
                    <a:pt x="1219552" y="1436542"/>
                  </a:lnTo>
                  <a:lnTo>
                    <a:pt x="1225936" y="1436239"/>
                  </a:lnTo>
                  <a:lnTo>
                    <a:pt x="1229222" y="1436084"/>
                  </a:lnTo>
                  <a:lnTo>
                    <a:pt x="1244023" y="1435435"/>
                  </a:lnTo>
                  <a:lnTo>
                    <a:pt x="1251438" y="1435110"/>
                  </a:lnTo>
                  <a:lnTo>
                    <a:pt x="1254239" y="1434987"/>
                  </a:lnTo>
                  <a:lnTo>
                    <a:pt x="1255548" y="1433665"/>
                  </a:lnTo>
                  <a:lnTo>
                    <a:pt x="1256477" y="1432682"/>
                  </a:lnTo>
                  <a:lnTo>
                    <a:pt x="1256786" y="1432355"/>
                  </a:lnTo>
                  <a:lnTo>
                    <a:pt x="1257338" y="1431786"/>
                  </a:lnTo>
                  <a:lnTo>
                    <a:pt x="1258428" y="1430663"/>
                  </a:lnTo>
                  <a:lnTo>
                    <a:pt x="1268213" y="1420343"/>
                  </a:lnTo>
                  <a:lnTo>
                    <a:pt x="1272513" y="1415225"/>
                  </a:lnTo>
                  <a:lnTo>
                    <a:pt x="1275298" y="1411898"/>
                  </a:lnTo>
                  <a:lnTo>
                    <a:pt x="1277002" y="1409831"/>
                  </a:lnTo>
                  <a:lnTo>
                    <a:pt x="1278061" y="1407340"/>
                  </a:lnTo>
                  <a:lnTo>
                    <a:pt x="1278179" y="1407061"/>
                  </a:lnTo>
                  <a:lnTo>
                    <a:pt x="1279791" y="1403141"/>
                  </a:lnTo>
                  <a:lnTo>
                    <a:pt x="1280825" y="1400561"/>
                  </a:lnTo>
                  <a:lnTo>
                    <a:pt x="1282048" y="1397508"/>
                  </a:lnTo>
                  <a:lnTo>
                    <a:pt x="1283152" y="1394753"/>
                  </a:lnTo>
                  <a:lnTo>
                    <a:pt x="1283485" y="1393924"/>
                  </a:lnTo>
                  <a:lnTo>
                    <a:pt x="1283893" y="1393173"/>
                  </a:lnTo>
                  <a:lnTo>
                    <a:pt x="1286637" y="1388113"/>
                  </a:lnTo>
                  <a:lnTo>
                    <a:pt x="1287347" y="1386168"/>
                  </a:lnTo>
                  <a:lnTo>
                    <a:pt x="1288402" y="1383279"/>
                  </a:lnTo>
                  <a:lnTo>
                    <a:pt x="1288685" y="1383437"/>
                  </a:lnTo>
                  <a:lnTo>
                    <a:pt x="1290203" y="1384289"/>
                  </a:lnTo>
                  <a:lnTo>
                    <a:pt x="1293044" y="1385879"/>
                  </a:lnTo>
                  <a:lnTo>
                    <a:pt x="1297901" y="1388601"/>
                  </a:lnTo>
                  <a:lnTo>
                    <a:pt x="1304869" y="1392504"/>
                  </a:lnTo>
                  <a:lnTo>
                    <a:pt x="1309576" y="1395141"/>
                  </a:lnTo>
                  <a:lnTo>
                    <a:pt x="1310777" y="1395814"/>
                  </a:lnTo>
                  <a:lnTo>
                    <a:pt x="1311788" y="1396380"/>
                  </a:lnTo>
                  <a:lnTo>
                    <a:pt x="1312298" y="1396666"/>
                  </a:lnTo>
                  <a:lnTo>
                    <a:pt x="1314437" y="1397639"/>
                  </a:lnTo>
                  <a:lnTo>
                    <a:pt x="1318424" y="1399452"/>
                  </a:lnTo>
                  <a:lnTo>
                    <a:pt x="1319547" y="1399963"/>
                  </a:lnTo>
                  <a:lnTo>
                    <a:pt x="1322358" y="1401242"/>
                  </a:lnTo>
                  <a:lnTo>
                    <a:pt x="1323329" y="1401684"/>
                  </a:lnTo>
                  <a:lnTo>
                    <a:pt x="1325177" y="1402524"/>
                  </a:lnTo>
                  <a:lnTo>
                    <a:pt x="1325384" y="1402618"/>
                  </a:lnTo>
                  <a:lnTo>
                    <a:pt x="1327191" y="1403311"/>
                  </a:lnTo>
                  <a:lnTo>
                    <a:pt x="1327616" y="1403474"/>
                  </a:lnTo>
                  <a:lnTo>
                    <a:pt x="1330239" y="1404481"/>
                  </a:lnTo>
                  <a:lnTo>
                    <a:pt x="1332126" y="1405205"/>
                  </a:lnTo>
                  <a:lnTo>
                    <a:pt x="1333027" y="1405551"/>
                  </a:lnTo>
                  <a:lnTo>
                    <a:pt x="1334429" y="1406089"/>
                  </a:lnTo>
                  <a:lnTo>
                    <a:pt x="1335527" y="1406511"/>
                  </a:lnTo>
                  <a:lnTo>
                    <a:pt x="1337867" y="1407409"/>
                  </a:lnTo>
                  <a:lnTo>
                    <a:pt x="1338077" y="1407490"/>
                  </a:lnTo>
                  <a:lnTo>
                    <a:pt x="1342460" y="1409172"/>
                  </a:lnTo>
                  <a:lnTo>
                    <a:pt x="1344415" y="1409922"/>
                  </a:lnTo>
                  <a:lnTo>
                    <a:pt x="1347396" y="1411065"/>
                  </a:lnTo>
                  <a:lnTo>
                    <a:pt x="1350372" y="1412206"/>
                  </a:lnTo>
                  <a:lnTo>
                    <a:pt x="1355467" y="1414162"/>
                  </a:lnTo>
                  <a:lnTo>
                    <a:pt x="1356648" y="1414579"/>
                  </a:lnTo>
                  <a:lnTo>
                    <a:pt x="1359946" y="1415743"/>
                  </a:lnTo>
                  <a:lnTo>
                    <a:pt x="1363503" y="1416877"/>
                  </a:lnTo>
                  <a:lnTo>
                    <a:pt x="1366736" y="1417907"/>
                  </a:lnTo>
                  <a:lnTo>
                    <a:pt x="1368366" y="1418427"/>
                  </a:lnTo>
                  <a:lnTo>
                    <a:pt x="1368691" y="1418528"/>
                  </a:lnTo>
                  <a:lnTo>
                    <a:pt x="1372027" y="1419572"/>
                  </a:lnTo>
                  <a:lnTo>
                    <a:pt x="1372788" y="1419810"/>
                  </a:lnTo>
                  <a:lnTo>
                    <a:pt x="1373189" y="1419935"/>
                  </a:lnTo>
                  <a:lnTo>
                    <a:pt x="1373583" y="1420053"/>
                  </a:lnTo>
                  <a:lnTo>
                    <a:pt x="1382307" y="1422811"/>
                  </a:lnTo>
                  <a:lnTo>
                    <a:pt x="1385307" y="1423573"/>
                  </a:lnTo>
                  <a:lnTo>
                    <a:pt x="1385761" y="1423689"/>
                  </a:lnTo>
                  <a:lnTo>
                    <a:pt x="1388443" y="1424345"/>
                  </a:lnTo>
                  <a:lnTo>
                    <a:pt x="1391279" y="1425040"/>
                  </a:lnTo>
                  <a:lnTo>
                    <a:pt x="1394281" y="1425775"/>
                  </a:lnTo>
                  <a:lnTo>
                    <a:pt x="1397183" y="1426485"/>
                  </a:lnTo>
                  <a:lnTo>
                    <a:pt x="1399719" y="1427106"/>
                  </a:lnTo>
                  <a:lnTo>
                    <a:pt x="1402924" y="1427891"/>
                  </a:lnTo>
                  <a:lnTo>
                    <a:pt x="1404781" y="1428346"/>
                  </a:lnTo>
                  <a:lnTo>
                    <a:pt x="1405865" y="1428611"/>
                  </a:lnTo>
                  <a:lnTo>
                    <a:pt x="1408845" y="1429340"/>
                  </a:lnTo>
                  <a:lnTo>
                    <a:pt x="1411155" y="1429801"/>
                  </a:lnTo>
                  <a:lnTo>
                    <a:pt x="1414057" y="1430380"/>
                  </a:lnTo>
                  <a:lnTo>
                    <a:pt x="1416555" y="1430878"/>
                  </a:lnTo>
                  <a:lnTo>
                    <a:pt x="1417714" y="1431110"/>
                  </a:lnTo>
                  <a:lnTo>
                    <a:pt x="1419258" y="1431418"/>
                  </a:lnTo>
                  <a:lnTo>
                    <a:pt x="1421317" y="1431828"/>
                  </a:lnTo>
                  <a:lnTo>
                    <a:pt x="1424583" y="1432479"/>
                  </a:lnTo>
                  <a:lnTo>
                    <a:pt x="1427248" y="1433011"/>
                  </a:lnTo>
                  <a:lnTo>
                    <a:pt x="1427570" y="1433075"/>
                  </a:lnTo>
                  <a:lnTo>
                    <a:pt x="1429502" y="1433361"/>
                  </a:lnTo>
                  <a:lnTo>
                    <a:pt x="1429649" y="1433382"/>
                  </a:lnTo>
                  <a:lnTo>
                    <a:pt x="1431917" y="1433718"/>
                  </a:lnTo>
                  <a:lnTo>
                    <a:pt x="1434349" y="1434077"/>
                  </a:lnTo>
                  <a:lnTo>
                    <a:pt x="1437038" y="1434474"/>
                  </a:lnTo>
                  <a:lnTo>
                    <a:pt x="1438021" y="1434619"/>
                  </a:lnTo>
                  <a:lnTo>
                    <a:pt x="1439298" y="1434808"/>
                  </a:lnTo>
                  <a:lnTo>
                    <a:pt x="1441222" y="1435093"/>
                  </a:lnTo>
                  <a:lnTo>
                    <a:pt x="1441810" y="1435179"/>
                  </a:lnTo>
                  <a:lnTo>
                    <a:pt x="1443129" y="1435393"/>
                  </a:lnTo>
                  <a:lnTo>
                    <a:pt x="1444321" y="1435590"/>
                  </a:lnTo>
                  <a:lnTo>
                    <a:pt x="1445622" y="1435802"/>
                  </a:lnTo>
                  <a:lnTo>
                    <a:pt x="1448456" y="1436481"/>
                  </a:lnTo>
                  <a:lnTo>
                    <a:pt x="1450426" y="1436953"/>
                  </a:lnTo>
                  <a:lnTo>
                    <a:pt x="1452824" y="1437527"/>
                  </a:lnTo>
                  <a:lnTo>
                    <a:pt x="1453985" y="1437805"/>
                  </a:lnTo>
                  <a:lnTo>
                    <a:pt x="1454777" y="1437995"/>
                  </a:lnTo>
                  <a:lnTo>
                    <a:pt x="1456958" y="1438517"/>
                  </a:lnTo>
                  <a:lnTo>
                    <a:pt x="1458109" y="1438793"/>
                  </a:lnTo>
                  <a:lnTo>
                    <a:pt x="1459162" y="1439045"/>
                  </a:lnTo>
                  <a:lnTo>
                    <a:pt x="1460999" y="1439485"/>
                  </a:lnTo>
                  <a:lnTo>
                    <a:pt x="1461560" y="1439620"/>
                  </a:lnTo>
                  <a:lnTo>
                    <a:pt x="1463286" y="1440396"/>
                  </a:lnTo>
                  <a:lnTo>
                    <a:pt x="1477353" y="1445734"/>
                  </a:lnTo>
                  <a:lnTo>
                    <a:pt x="1488356" y="1449907"/>
                  </a:lnTo>
                  <a:lnTo>
                    <a:pt x="1478296" y="1421054"/>
                  </a:lnTo>
                  <a:lnTo>
                    <a:pt x="1470809" y="1403859"/>
                  </a:lnTo>
                  <a:lnTo>
                    <a:pt x="1467842" y="1396931"/>
                  </a:lnTo>
                  <a:lnTo>
                    <a:pt x="1465892" y="1392374"/>
                  </a:lnTo>
                  <a:lnTo>
                    <a:pt x="1464370" y="1388820"/>
                  </a:lnTo>
                  <a:lnTo>
                    <a:pt x="1464120" y="1388236"/>
                  </a:lnTo>
                  <a:lnTo>
                    <a:pt x="1463587" y="1386919"/>
                  </a:lnTo>
                  <a:lnTo>
                    <a:pt x="1461413" y="1381552"/>
                  </a:lnTo>
                  <a:lnTo>
                    <a:pt x="1460122" y="1378360"/>
                  </a:lnTo>
                  <a:lnTo>
                    <a:pt x="1458134" y="1373450"/>
                  </a:lnTo>
                  <a:lnTo>
                    <a:pt x="1456726" y="1369969"/>
                  </a:lnTo>
                  <a:lnTo>
                    <a:pt x="1452584" y="1359737"/>
                  </a:lnTo>
                  <a:lnTo>
                    <a:pt x="1449581" y="1348189"/>
                  </a:lnTo>
                  <a:lnTo>
                    <a:pt x="1447720" y="1332865"/>
                  </a:lnTo>
                  <a:lnTo>
                    <a:pt x="1446963" y="1320707"/>
                  </a:lnTo>
                  <a:lnTo>
                    <a:pt x="1446924" y="1319938"/>
                  </a:lnTo>
                  <a:lnTo>
                    <a:pt x="1446872" y="1319082"/>
                  </a:lnTo>
                  <a:lnTo>
                    <a:pt x="1446634" y="1311940"/>
                  </a:lnTo>
                  <a:lnTo>
                    <a:pt x="1446346" y="1303269"/>
                  </a:lnTo>
                  <a:lnTo>
                    <a:pt x="1446146" y="1297256"/>
                  </a:lnTo>
                  <a:lnTo>
                    <a:pt x="1446064" y="1294783"/>
                  </a:lnTo>
                  <a:lnTo>
                    <a:pt x="1446002" y="1292875"/>
                  </a:lnTo>
                  <a:lnTo>
                    <a:pt x="1445988" y="1292474"/>
                  </a:lnTo>
                  <a:lnTo>
                    <a:pt x="1446041" y="1291431"/>
                  </a:lnTo>
                  <a:lnTo>
                    <a:pt x="1446084" y="1290557"/>
                  </a:lnTo>
                  <a:lnTo>
                    <a:pt x="1446153" y="1289189"/>
                  </a:lnTo>
                  <a:lnTo>
                    <a:pt x="1446244" y="1287369"/>
                  </a:lnTo>
                  <a:lnTo>
                    <a:pt x="1446333" y="1285594"/>
                  </a:lnTo>
                  <a:lnTo>
                    <a:pt x="1446346" y="1285341"/>
                  </a:lnTo>
                  <a:lnTo>
                    <a:pt x="1446655" y="1268259"/>
                  </a:lnTo>
                  <a:lnTo>
                    <a:pt x="1446785" y="1258291"/>
                  </a:lnTo>
                  <a:lnTo>
                    <a:pt x="1446845" y="1248280"/>
                  </a:lnTo>
                  <a:lnTo>
                    <a:pt x="1446666" y="1239849"/>
                  </a:lnTo>
                  <a:lnTo>
                    <a:pt x="1446351" y="1234753"/>
                  </a:lnTo>
                  <a:lnTo>
                    <a:pt x="1445651" y="1227928"/>
                  </a:lnTo>
                  <a:lnTo>
                    <a:pt x="1445512" y="1226565"/>
                  </a:lnTo>
                  <a:lnTo>
                    <a:pt x="1444878" y="1221197"/>
                  </a:lnTo>
                  <a:lnTo>
                    <a:pt x="1444744" y="1220061"/>
                  </a:lnTo>
                  <a:lnTo>
                    <a:pt x="1444665" y="1219394"/>
                  </a:lnTo>
                  <a:lnTo>
                    <a:pt x="1444652" y="1219202"/>
                  </a:lnTo>
                  <a:lnTo>
                    <a:pt x="1444470" y="1216334"/>
                  </a:lnTo>
                  <a:lnTo>
                    <a:pt x="1444385" y="1214996"/>
                  </a:lnTo>
                  <a:lnTo>
                    <a:pt x="1444196" y="1213791"/>
                  </a:lnTo>
                  <a:lnTo>
                    <a:pt x="1439969" y="1216166"/>
                  </a:lnTo>
                  <a:lnTo>
                    <a:pt x="1439340" y="1216519"/>
                  </a:lnTo>
                  <a:lnTo>
                    <a:pt x="1435926" y="1215100"/>
                  </a:lnTo>
                  <a:lnTo>
                    <a:pt x="1435073" y="1212441"/>
                  </a:lnTo>
                  <a:lnTo>
                    <a:pt x="1435460" y="1211574"/>
                  </a:lnTo>
                  <a:lnTo>
                    <a:pt x="1436819" y="1208523"/>
                  </a:lnTo>
                  <a:lnTo>
                    <a:pt x="1437222" y="1207688"/>
                  </a:lnTo>
                  <a:lnTo>
                    <a:pt x="1438166" y="1205788"/>
                  </a:lnTo>
                  <a:lnTo>
                    <a:pt x="1438231" y="1205657"/>
                  </a:lnTo>
                  <a:lnTo>
                    <a:pt x="1438032" y="1204756"/>
                  </a:lnTo>
                  <a:lnTo>
                    <a:pt x="1437588" y="1202750"/>
                  </a:lnTo>
                  <a:lnTo>
                    <a:pt x="1433936" y="1201502"/>
                  </a:lnTo>
                  <a:lnTo>
                    <a:pt x="1431937" y="1201557"/>
                  </a:lnTo>
                  <a:lnTo>
                    <a:pt x="1431608" y="1201568"/>
                  </a:lnTo>
                  <a:lnTo>
                    <a:pt x="1431271" y="1201579"/>
                  </a:lnTo>
                  <a:lnTo>
                    <a:pt x="1430036" y="1201618"/>
                  </a:lnTo>
                  <a:lnTo>
                    <a:pt x="1429644" y="1201631"/>
                  </a:lnTo>
                  <a:lnTo>
                    <a:pt x="1428645" y="1201668"/>
                  </a:lnTo>
                  <a:lnTo>
                    <a:pt x="1428609" y="1200291"/>
                  </a:lnTo>
                  <a:lnTo>
                    <a:pt x="1428497" y="1199983"/>
                  </a:lnTo>
                  <a:lnTo>
                    <a:pt x="1428296" y="1199426"/>
                  </a:lnTo>
                  <a:lnTo>
                    <a:pt x="1428292" y="1199178"/>
                  </a:lnTo>
                  <a:lnTo>
                    <a:pt x="1428286" y="1198794"/>
                  </a:lnTo>
                  <a:lnTo>
                    <a:pt x="1428280" y="1198470"/>
                  </a:lnTo>
                  <a:lnTo>
                    <a:pt x="1428191" y="1192990"/>
                  </a:lnTo>
                  <a:lnTo>
                    <a:pt x="1427979" y="1179953"/>
                  </a:lnTo>
                  <a:lnTo>
                    <a:pt x="1427936" y="1175364"/>
                  </a:lnTo>
                  <a:lnTo>
                    <a:pt x="1428037" y="1172625"/>
                  </a:lnTo>
                  <a:lnTo>
                    <a:pt x="1428189" y="1168552"/>
                  </a:lnTo>
                  <a:lnTo>
                    <a:pt x="1428239" y="1167195"/>
                  </a:lnTo>
                  <a:lnTo>
                    <a:pt x="1428325" y="1164868"/>
                  </a:lnTo>
                  <a:lnTo>
                    <a:pt x="1428551" y="1157966"/>
                  </a:lnTo>
                  <a:lnTo>
                    <a:pt x="1428696" y="1153407"/>
                  </a:lnTo>
                  <a:lnTo>
                    <a:pt x="1428758" y="1150576"/>
                  </a:lnTo>
                  <a:lnTo>
                    <a:pt x="1428822" y="1149446"/>
                  </a:lnTo>
                  <a:lnTo>
                    <a:pt x="1430028" y="1130319"/>
                  </a:lnTo>
                  <a:lnTo>
                    <a:pt x="1431092" y="1113441"/>
                  </a:lnTo>
                  <a:lnTo>
                    <a:pt x="1433101" y="1069017"/>
                  </a:lnTo>
                  <a:lnTo>
                    <a:pt x="1433176" y="1068416"/>
                  </a:lnTo>
                  <a:lnTo>
                    <a:pt x="1450757" y="1067706"/>
                  </a:lnTo>
                  <a:lnTo>
                    <a:pt x="1459734" y="1067232"/>
                  </a:lnTo>
                  <a:lnTo>
                    <a:pt x="1466662" y="1066886"/>
                  </a:lnTo>
                  <a:lnTo>
                    <a:pt x="1469155" y="1066774"/>
                  </a:lnTo>
                  <a:lnTo>
                    <a:pt x="1472106" y="1066572"/>
                  </a:lnTo>
                  <a:lnTo>
                    <a:pt x="1473914" y="1066448"/>
                  </a:lnTo>
                  <a:lnTo>
                    <a:pt x="1477045" y="1066219"/>
                  </a:lnTo>
                  <a:lnTo>
                    <a:pt x="1475349" y="1062373"/>
                  </a:lnTo>
                  <a:lnTo>
                    <a:pt x="1468661" y="1047238"/>
                  </a:lnTo>
                  <a:lnTo>
                    <a:pt x="1466964" y="1043398"/>
                  </a:lnTo>
                  <a:lnTo>
                    <a:pt x="1460599" y="1028992"/>
                  </a:lnTo>
                  <a:lnTo>
                    <a:pt x="1458900" y="1025147"/>
                  </a:lnTo>
                  <a:lnTo>
                    <a:pt x="1457210" y="1021298"/>
                  </a:lnTo>
                  <a:lnTo>
                    <a:pt x="1451814" y="1009017"/>
                  </a:lnTo>
                  <a:lnTo>
                    <a:pt x="1450125" y="1005168"/>
                  </a:lnTo>
                  <a:lnTo>
                    <a:pt x="1445002" y="993508"/>
                  </a:lnTo>
                  <a:lnTo>
                    <a:pt x="1443311" y="989658"/>
                  </a:lnTo>
                  <a:lnTo>
                    <a:pt x="1438426" y="978537"/>
                  </a:lnTo>
                  <a:lnTo>
                    <a:pt x="1436735" y="974688"/>
                  </a:lnTo>
                  <a:lnTo>
                    <a:pt x="1431933" y="963758"/>
                  </a:lnTo>
                  <a:lnTo>
                    <a:pt x="1430242" y="959909"/>
                  </a:lnTo>
                  <a:lnTo>
                    <a:pt x="1429072" y="957269"/>
                  </a:lnTo>
                  <a:lnTo>
                    <a:pt x="1417630" y="931406"/>
                  </a:lnTo>
                  <a:lnTo>
                    <a:pt x="1416765" y="929491"/>
                  </a:lnTo>
                  <a:lnTo>
                    <a:pt x="1415893" y="927578"/>
                  </a:lnTo>
                  <a:lnTo>
                    <a:pt x="1406193" y="906273"/>
                  </a:lnTo>
                  <a:lnTo>
                    <a:pt x="1404532" y="902621"/>
                  </a:lnTo>
                  <a:lnTo>
                    <a:pt x="1397247" y="886625"/>
                  </a:lnTo>
                  <a:lnTo>
                    <a:pt x="1395584" y="882973"/>
                  </a:lnTo>
                  <a:lnTo>
                    <a:pt x="1390126" y="870985"/>
                  </a:lnTo>
                  <a:lnTo>
                    <a:pt x="1388385" y="867159"/>
                  </a:lnTo>
                  <a:lnTo>
                    <a:pt x="1385811" y="863840"/>
                  </a:lnTo>
                  <a:lnTo>
                    <a:pt x="1374158" y="848815"/>
                  </a:lnTo>
                  <a:lnTo>
                    <a:pt x="1371703" y="845645"/>
                  </a:lnTo>
                  <a:lnTo>
                    <a:pt x="1363820" y="835481"/>
                  </a:lnTo>
                  <a:lnTo>
                    <a:pt x="1362533" y="833822"/>
                  </a:lnTo>
                  <a:lnTo>
                    <a:pt x="1361256" y="832155"/>
                  </a:lnTo>
                  <a:lnTo>
                    <a:pt x="1349042" y="816215"/>
                  </a:lnTo>
                  <a:lnTo>
                    <a:pt x="1346603" y="813032"/>
                  </a:lnTo>
                  <a:lnTo>
                    <a:pt x="1336534" y="799892"/>
                  </a:lnTo>
                  <a:lnTo>
                    <a:pt x="1335257" y="798206"/>
                  </a:lnTo>
                  <a:lnTo>
                    <a:pt x="1332733" y="794830"/>
                  </a:lnTo>
                  <a:lnTo>
                    <a:pt x="1325320" y="784978"/>
                  </a:lnTo>
                  <a:lnTo>
                    <a:pt x="1322795" y="781623"/>
                  </a:lnTo>
                  <a:lnTo>
                    <a:pt x="1315382" y="771771"/>
                  </a:lnTo>
                  <a:lnTo>
                    <a:pt x="1314120" y="770093"/>
                  </a:lnTo>
                  <a:lnTo>
                    <a:pt x="1312880" y="768398"/>
                  </a:lnTo>
                  <a:lnTo>
                    <a:pt x="1307699" y="761321"/>
                  </a:lnTo>
                  <a:lnTo>
                    <a:pt x="1306459" y="759625"/>
                  </a:lnTo>
                  <a:lnTo>
                    <a:pt x="1305159" y="757978"/>
                  </a:lnTo>
                  <a:lnTo>
                    <a:pt x="1299931" y="751352"/>
                  </a:lnTo>
                  <a:lnTo>
                    <a:pt x="1297330" y="748055"/>
                  </a:lnTo>
                  <a:lnTo>
                    <a:pt x="1292102" y="741431"/>
                  </a:lnTo>
                  <a:lnTo>
                    <a:pt x="1289494" y="738134"/>
                  </a:lnTo>
                  <a:lnTo>
                    <a:pt x="1286868" y="734817"/>
                  </a:lnTo>
                  <a:lnTo>
                    <a:pt x="1278119" y="723547"/>
                  </a:lnTo>
                  <a:lnTo>
                    <a:pt x="1275545" y="720229"/>
                  </a:lnTo>
                  <a:lnTo>
                    <a:pt x="1266127" y="708098"/>
                  </a:lnTo>
                  <a:lnTo>
                    <a:pt x="1263553" y="704781"/>
                  </a:lnTo>
                  <a:lnTo>
                    <a:pt x="1254425" y="693025"/>
                  </a:lnTo>
                  <a:lnTo>
                    <a:pt x="1251851" y="689709"/>
                  </a:lnTo>
                  <a:lnTo>
                    <a:pt x="1242780" y="678024"/>
                  </a:lnTo>
                  <a:lnTo>
                    <a:pt x="1240203" y="674708"/>
                  </a:lnTo>
                  <a:lnTo>
                    <a:pt x="1237635" y="671384"/>
                  </a:lnTo>
                  <a:lnTo>
                    <a:pt x="1229333" y="660641"/>
                  </a:lnTo>
                  <a:lnTo>
                    <a:pt x="1226765" y="657318"/>
                  </a:lnTo>
                  <a:lnTo>
                    <a:pt x="1217843" y="645773"/>
                  </a:lnTo>
                  <a:lnTo>
                    <a:pt x="1215275" y="642450"/>
                  </a:lnTo>
                  <a:lnTo>
                    <a:pt x="1212706" y="639126"/>
                  </a:lnTo>
                  <a:lnTo>
                    <a:pt x="1193952" y="614861"/>
                  </a:lnTo>
                  <a:lnTo>
                    <a:pt x="1191385" y="611537"/>
                  </a:lnTo>
                  <a:lnTo>
                    <a:pt x="1169627" y="583390"/>
                  </a:lnTo>
                  <a:lnTo>
                    <a:pt x="1167060" y="580066"/>
                  </a:lnTo>
                  <a:lnTo>
                    <a:pt x="1152590" y="561348"/>
                  </a:lnTo>
                  <a:lnTo>
                    <a:pt x="1151306" y="559687"/>
                  </a:lnTo>
                  <a:lnTo>
                    <a:pt x="1150051" y="558003"/>
                  </a:lnTo>
                  <a:lnTo>
                    <a:pt x="1147640" y="554771"/>
                  </a:lnTo>
                  <a:lnTo>
                    <a:pt x="1145128" y="551406"/>
                  </a:lnTo>
                  <a:lnTo>
                    <a:pt x="1143873" y="549680"/>
                  </a:lnTo>
                  <a:lnTo>
                    <a:pt x="1142960" y="548455"/>
                  </a:lnTo>
                  <a:lnTo>
                    <a:pt x="1141688" y="546771"/>
                  </a:lnTo>
                  <a:lnTo>
                    <a:pt x="1140653" y="545409"/>
                  </a:lnTo>
                  <a:lnTo>
                    <a:pt x="1139126" y="543428"/>
                  </a:lnTo>
                  <a:lnTo>
                    <a:pt x="1124235" y="524119"/>
                  </a:lnTo>
                  <a:lnTo>
                    <a:pt x="1121671" y="520793"/>
                  </a:lnTo>
                  <a:lnTo>
                    <a:pt x="1117411" y="515271"/>
                  </a:lnTo>
                  <a:lnTo>
                    <a:pt x="1115772" y="513237"/>
                  </a:lnTo>
                  <a:lnTo>
                    <a:pt x="1114511" y="511372"/>
                  </a:lnTo>
                  <a:lnTo>
                    <a:pt x="1113421" y="510152"/>
                  </a:lnTo>
                  <a:lnTo>
                    <a:pt x="1112409" y="508765"/>
                  </a:lnTo>
                  <a:lnTo>
                    <a:pt x="1105412" y="499669"/>
                  </a:lnTo>
                  <a:lnTo>
                    <a:pt x="1102851" y="496339"/>
                  </a:lnTo>
                  <a:lnTo>
                    <a:pt x="1088221" y="477319"/>
                  </a:lnTo>
                  <a:lnTo>
                    <a:pt x="1085659" y="473990"/>
                  </a:lnTo>
                  <a:lnTo>
                    <a:pt x="1083550" y="471248"/>
                  </a:lnTo>
                  <a:lnTo>
                    <a:pt x="1070738" y="454372"/>
                  </a:lnTo>
                  <a:lnTo>
                    <a:pt x="1070586" y="454171"/>
                  </a:lnTo>
                  <a:lnTo>
                    <a:pt x="1068109" y="451098"/>
                  </a:lnTo>
                  <a:lnTo>
                    <a:pt x="1065514" y="447795"/>
                  </a:lnTo>
                  <a:lnTo>
                    <a:pt x="1064099" y="446123"/>
                  </a:lnTo>
                  <a:lnTo>
                    <a:pt x="1052835" y="432961"/>
                  </a:lnTo>
                  <a:lnTo>
                    <a:pt x="1050029" y="429838"/>
                  </a:lnTo>
                  <a:lnTo>
                    <a:pt x="1047284" y="426662"/>
                  </a:lnTo>
                  <a:lnTo>
                    <a:pt x="1043339" y="422094"/>
                  </a:lnTo>
                  <a:lnTo>
                    <a:pt x="1041965" y="420506"/>
                  </a:lnTo>
                  <a:lnTo>
                    <a:pt x="1040490" y="419011"/>
                  </a:lnTo>
                  <a:lnTo>
                    <a:pt x="1025379" y="403690"/>
                  </a:lnTo>
                  <a:lnTo>
                    <a:pt x="1022432" y="400699"/>
                  </a:lnTo>
                  <a:lnTo>
                    <a:pt x="1001368" y="379311"/>
                  </a:lnTo>
                  <a:lnTo>
                    <a:pt x="998421" y="376320"/>
                  </a:lnTo>
                  <a:lnTo>
                    <a:pt x="981301" y="358453"/>
                  </a:lnTo>
                  <a:lnTo>
                    <a:pt x="978403" y="355416"/>
                  </a:lnTo>
                  <a:lnTo>
                    <a:pt x="976141" y="353091"/>
                  </a:lnTo>
                  <a:lnTo>
                    <a:pt x="965012" y="341856"/>
                  </a:lnTo>
                  <a:lnTo>
                    <a:pt x="962750" y="339531"/>
                  </a:lnTo>
                  <a:lnTo>
                    <a:pt x="957153" y="333781"/>
                  </a:lnTo>
                  <a:lnTo>
                    <a:pt x="954891" y="331456"/>
                  </a:lnTo>
                  <a:lnTo>
                    <a:pt x="953427" y="329951"/>
                  </a:lnTo>
                  <a:lnTo>
                    <a:pt x="937876" y="313958"/>
                  </a:lnTo>
                  <a:lnTo>
                    <a:pt x="934961" y="310936"/>
                  </a:lnTo>
                  <a:lnTo>
                    <a:pt x="924894" y="300498"/>
                  </a:lnTo>
                  <a:lnTo>
                    <a:pt x="923532" y="299119"/>
                  </a:lnTo>
                  <a:lnTo>
                    <a:pt x="923980" y="294033"/>
                  </a:lnTo>
                  <a:lnTo>
                    <a:pt x="923105" y="293198"/>
                  </a:lnTo>
                  <a:lnTo>
                    <a:pt x="922487" y="292609"/>
                  </a:lnTo>
                  <a:lnTo>
                    <a:pt x="919594" y="289864"/>
                  </a:lnTo>
                  <a:lnTo>
                    <a:pt x="917156" y="287570"/>
                  </a:lnTo>
                  <a:lnTo>
                    <a:pt x="916237" y="286676"/>
                  </a:lnTo>
                  <a:lnTo>
                    <a:pt x="913948" y="284521"/>
                  </a:lnTo>
                  <a:lnTo>
                    <a:pt x="913111" y="283676"/>
                  </a:lnTo>
                  <a:lnTo>
                    <a:pt x="910708" y="281521"/>
                  </a:lnTo>
                  <a:lnTo>
                    <a:pt x="904138" y="275629"/>
                  </a:lnTo>
                  <a:lnTo>
                    <a:pt x="903833" y="275355"/>
                  </a:lnTo>
                  <a:lnTo>
                    <a:pt x="904283" y="271979"/>
                  </a:lnTo>
                  <a:lnTo>
                    <a:pt x="903413" y="271938"/>
                  </a:lnTo>
                  <a:lnTo>
                    <a:pt x="902609" y="271924"/>
                  </a:lnTo>
                  <a:lnTo>
                    <a:pt x="902314" y="271924"/>
                  </a:lnTo>
                  <a:lnTo>
                    <a:pt x="901819" y="271924"/>
                  </a:lnTo>
                  <a:lnTo>
                    <a:pt x="901494" y="271940"/>
                  </a:lnTo>
                  <a:lnTo>
                    <a:pt x="901015" y="271963"/>
                  </a:lnTo>
                  <a:lnTo>
                    <a:pt x="900213" y="272006"/>
                  </a:lnTo>
                  <a:lnTo>
                    <a:pt x="897084" y="269138"/>
                  </a:lnTo>
                  <a:lnTo>
                    <a:pt x="899636" y="268968"/>
                  </a:lnTo>
                  <a:lnTo>
                    <a:pt x="899635" y="268422"/>
                  </a:lnTo>
                  <a:lnTo>
                    <a:pt x="899635" y="268260"/>
                  </a:lnTo>
                  <a:lnTo>
                    <a:pt x="899494" y="267895"/>
                  </a:lnTo>
                  <a:lnTo>
                    <a:pt x="899431" y="267729"/>
                  </a:lnTo>
                  <a:lnTo>
                    <a:pt x="899120" y="267185"/>
                  </a:lnTo>
                  <a:lnTo>
                    <a:pt x="898099" y="266122"/>
                  </a:lnTo>
                  <a:lnTo>
                    <a:pt x="891352" y="259743"/>
                  </a:lnTo>
                  <a:lnTo>
                    <a:pt x="890813" y="259234"/>
                  </a:lnTo>
                  <a:lnTo>
                    <a:pt x="871392" y="240878"/>
                  </a:lnTo>
                  <a:lnTo>
                    <a:pt x="859738" y="228515"/>
                  </a:lnTo>
                  <a:lnTo>
                    <a:pt x="840498" y="208105"/>
                  </a:lnTo>
                  <a:lnTo>
                    <a:pt x="823826" y="189103"/>
                  </a:lnTo>
                  <a:lnTo>
                    <a:pt x="803020" y="164077"/>
                  </a:lnTo>
                  <a:lnTo>
                    <a:pt x="799839" y="160251"/>
                  </a:lnTo>
                  <a:lnTo>
                    <a:pt x="785906" y="143444"/>
                  </a:lnTo>
                  <a:lnTo>
                    <a:pt x="764573" y="117902"/>
                  </a:lnTo>
                  <a:lnTo>
                    <a:pt x="758609" y="110763"/>
                  </a:lnTo>
                  <a:lnTo>
                    <a:pt x="749659" y="96392"/>
                  </a:lnTo>
                  <a:lnTo>
                    <a:pt x="745996" y="87945"/>
                  </a:lnTo>
                  <a:lnTo>
                    <a:pt x="745075" y="85821"/>
                  </a:lnTo>
                  <a:lnTo>
                    <a:pt x="740374" y="74474"/>
                  </a:lnTo>
                  <a:lnTo>
                    <a:pt x="740263" y="74221"/>
                  </a:lnTo>
                  <a:lnTo>
                    <a:pt x="740058" y="73786"/>
                  </a:lnTo>
                  <a:lnTo>
                    <a:pt x="739776" y="73240"/>
                  </a:lnTo>
                  <a:lnTo>
                    <a:pt x="739606" y="72936"/>
                  </a:lnTo>
                  <a:lnTo>
                    <a:pt x="739359" y="72522"/>
                  </a:lnTo>
                  <a:lnTo>
                    <a:pt x="738947" y="71892"/>
                  </a:lnTo>
                  <a:lnTo>
                    <a:pt x="738827" y="71721"/>
                  </a:lnTo>
                  <a:lnTo>
                    <a:pt x="738702" y="71549"/>
                  </a:lnTo>
                  <a:lnTo>
                    <a:pt x="738447" y="71213"/>
                  </a:lnTo>
                  <a:lnTo>
                    <a:pt x="730289" y="60115"/>
                  </a:lnTo>
                  <a:close/>
                </a:path>
              </a:pathLst>
            </a:custGeom>
            <a:solidFill>
              <a:srgbClr val="9FCF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g24"/>
            <p:cNvSpPr/>
            <p:nvPr/>
          </p:nvSpPr>
          <p:spPr>
            <a:xfrm>
              <a:off x="4793114" y="3706074"/>
              <a:ext cx="1678698" cy="1048312"/>
            </a:xfrm>
            <a:custGeom>
              <a:avLst/>
              <a:gdLst/>
              <a:ahLst/>
              <a:cxnLst/>
              <a:rect l="0" t="0" r="0" b="0"/>
              <a:pathLst>
                <a:path w="1678698" h="1048312">
                  <a:moveTo>
                    <a:pt x="430413" y="34896"/>
                  </a:moveTo>
                  <a:lnTo>
                    <a:pt x="428139" y="34153"/>
                  </a:lnTo>
                  <a:lnTo>
                    <a:pt x="427393" y="33912"/>
                  </a:lnTo>
                  <a:lnTo>
                    <a:pt x="423525" y="32651"/>
                  </a:lnTo>
                  <a:lnTo>
                    <a:pt x="422230" y="32231"/>
                  </a:lnTo>
                  <a:lnTo>
                    <a:pt x="418450" y="30999"/>
                  </a:lnTo>
                  <a:lnTo>
                    <a:pt x="413453" y="29371"/>
                  </a:lnTo>
                  <a:lnTo>
                    <a:pt x="412699" y="29126"/>
                  </a:lnTo>
                  <a:lnTo>
                    <a:pt x="408256" y="27679"/>
                  </a:lnTo>
                  <a:lnTo>
                    <a:pt x="404537" y="26468"/>
                  </a:lnTo>
                  <a:lnTo>
                    <a:pt x="400031" y="25000"/>
                  </a:lnTo>
                  <a:lnTo>
                    <a:pt x="390454" y="21882"/>
                  </a:lnTo>
                  <a:lnTo>
                    <a:pt x="388446" y="21198"/>
                  </a:lnTo>
                  <a:lnTo>
                    <a:pt x="388224" y="21119"/>
                  </a:lnTo>
                  <a:lnTo>
                    <a:pt x="387999" y="21040"/>
                  </a:lnTo>
                  <a:lnTo>
                    <a:pt x="387775" y="20960"/>
                  </a:lnTo>
                  <a:lnTo>
                    <a:pt x="387551" y="20879"/>
                  </a:lnTo>
                  <a:lnTo>
                    <a:pt x="387327" y="20798"/>
                  </a:lnTo>
                  <a:lnTo>
                    <a:pt x="387103" y="20716"/>
                  </a:lnTo>
                  <a:lnTo>
                    <a:pt x="386880" y="20634"/>
                  </a:lnTo>
                  <a:lnTo>
                    <a:pt x="386657" y="20550"/>
                  </a:lnTo>
                  <a:lnTo>
                    <a:pt x="386434" y="20466"/>
                  </a:lnTo>
                  <a:lnTo>
                    <a:pt x="386211" y="20381"/>
                  </a:lnTo>
                  <a:lnTo>
                    <a:pt x="385989" y="20296"/>
                  </a:lnTo>
                  <a:lnTo>
                    <a:pt x="385767" y="20210"/>
                  </a:lnTo>
                  <a:lnTo>
                    <a:pt x="385545" y="20123"/>
                  </a:lnTo>
                  <a:lnTo>
                    <a:pt x="385323" y="20035"/>
                  </a:lnTo>
                  <a:lnTo>
                    <a:pt x="385102" y="19947"/>
                  </a:lnTo>
                  <a:lnTo>
                    <a:pt x="384881" y="19858"/>
                  </a:lnTo>
                  <a:lnTo>
                    <a:pt x="384661" y="19768"/>
                  </a:lnTo>
                  <a:lnTo>
                    <a:pt x="384440" y="19678"/>
                  </a:lnTo>
                  <a:lnTo>
                    <a:pt x="384220" y="19587"/>
                  </a:lnTo>
                  <a:lnTo>
                    <a:pt x="384000" y="19495"/>
                  </a:lnTo>
                  <a:lnTo>
                    <a:pt x="383780" y="19403"/>
                  </a:lnTo>
                  <a:lnTo>
                    <a:pt x="383561" y="19310"/>
                  </a:lnTo>
                  <a:lnTo>
                    <a:pt x="383342" y="19216"/>
                  </a:lnTo>
                  <a:lnTo>
                    <a:pt x="383123" y="19121"/>
                  </a:lnTo>
                  <a:lnTo>
                    <a:pt x="382905" y="19026"/>
                  </a:lnTo>
                  <a:lnTo>
                    <a:pt x="382687" y="18931"/>
                  </a:lnTo>
                  <a:lnTo>
                    <a:pt x="382469" y="18834"/>
                  </a:lnTo>
                  <a:lnTo>
                    <a:pt x="382252" y="18737"/>
                  </a:lnTo>
                  <a:lnTo>
                    <a:pt x="382034" y="18639"/>
                  </a:lnTo>
                  <a:lnTo>
                    <a:pt x="381817" y="18540"/>
                  </a:lnTo>
                  <a:lnTo>
                    <a:pt x="381601" y="18441"/>
                  </a:lnTo>
                  <a:lnTo>
                    <a:pt x="381384" y="18341"/>
                  </a:lnTo>
                  <a:lnTo>
                    <a:pt x="381169" y="18240"/>
                  </a:lnTo>
                  <a:lnTo>
                    <a:pt x="380953" y="18139"/>
                  </a:lnTo>
                  <a:lnTo>
                    <a:pt x="380737" y="18037"/>
                  </a:lnTo>
                  <a:lnTo>
                    <a:pt x="380522" y="17935"/>
                  </a:lnTo>
                  <a:lnTo>
                    <a:pt x="380308" y="17831"/>
                  </a:lnTo>
                  <a:lnTo>
                    <a:pt x="380093" y="17727"/>
                  </a:lnTo>
                  <a:lnTo>
                    <a:pt x="379888" y="17609"/>
                  </a:lnTo>
                  <a:lnTo>
                    <a:pt x="379682" y="17491"/>
                  </a:lnTo>
                  <a:lnTo>
                    <a:pt x="379476" y="17374"/>
                  </a:lnTo>
                  <a:lnTo>
                    <a:pt x="379270" y="17257"/>
                  </a:lnTo>
                  <a:lnTo>
                    <a:pt x="379063" y="17141"/>
                  </a:lnTo>
                  <a:lnTo>
                    <a:pt x="378856" y="17025"/>
                  </a:lnTo>
                  <a:lnTo>
                    <a:pt x="378648" y="16911"/>
                  </a:lnTo>
                  <a:lnTo>
                    <a:pt x="378441" y="16797"/>
                  </a:lnTo>
                  <a:lnTo>
                    <a:pt x="378232" y="16683"/>
                  </a:lnTo>
                  <a:lnTo>
                    <a:pt x="378024" y="16570"/>
                  </a:lnTo>
                  <a:lnTo>
                    <a:pt x="377819" y="16460"/>
                  </a:lnTo>
                  <a:lnTo>
                    <a:pt x="377614" y="16349"/>
                  </a:lnTo>
                  <a:lnTo>
                    <a:pt x="377409" y="16237"/>
                  </a:lnTo>
                  <a:lnTo>
                    <a:pt x="377205" y="16125"/>
                  </a:lnTo>
                  <a:lnTo>
                    <a:pt x="377001" y="16012"/>
                  </a:lnTo>
                  <a:lnTo>
                    <a:pt x="376798" y="15898"/>
                  </a:lnTo>
                  <a:lnTo>
                    <a:pt x="376595" y="15784"/>
                  </a:lnTo>
                  <a:lnTo>
                    <a:pt x="376393" y="15668"/>
                  </a:lnTo>
                  <a:lnTo>
                    <a:pt x="376191" y="15552"/>
                  </a:lnTo>
                  <a:lnTo>
                    <a:pt x="375989" y="15436"/>
                  </a:lnTo>
                  <a:lnTo>
                    <a:pt x="375788" y="15318"/>
                  </a:lnTo>
                  <a:lnTo>
                    <a:pt x="375587" y="15200"/>
                  </a:lnTo>
                  <a:lnTo>
                    <a:pt x="375008" y="14863"/>
                  </a:lnTo>
                  <a:lnTo>
                    <a:pt x="374801" y="14739"/>
                  </a:lnTo>
                  <a:lnTo>
                    <a:pt x="374594" y="14615"/>
                  </a:lnTo>
                  <a:lnTo>
                    <a:pt x="374388" y="14490"/>
                  </a:lnTo>
                  <a:lnTo>
                    <a:pt x="374182" y="14364"/>
                  </a:lnTo>
                  <a:lnTo>
                    <a:pt x="373977" y="14237"/>
                  </a:lnTo>
                  <a:lnTo>
                    <a:pt x="373771" y="14110"/>
                  </a:lnTo>
                  <a:lnTo>
                    <a:pt x="373567" y="13982"/>
                  </a:lnTo>
                  <a:lnTo>
                    <a:pt x="373362" y="13854"/>
                  </a:lnTo>
                  <a:lnTo>
                    <a:pt x="373159" y="13725"/>
                  </a:lnTo>
                  <a:lnTo>
                    <a:pt x="372955" y="13595"/>
                  </a:lnTo>
                  <a:lnTo>
                    <a:pt x="372752" y="13465"/>
                  </a:lnTo>
                  <a:lnTo>
                    <a:pt x="372549" y="13334"/>
                  </a:lnTo>
                  <a:lnTo>
                    <a:pt x="372347" y="13202"/>
                  </a:lnTo>
                  <a:lnTo>
                    <a:pt x="372145" y="13070"/>
                  </a:lnTo>
                  <a:lnTo>
                    <a:pt x="371944" y="12937"/>
                  </a:lnTo>
                  <a:lnTo>
                    <a:pt x="371743" y="12803"/>
                  </a:lnTo>
                  <a:lnTo>
                    <a:pt x="371542" y="12669"/>
                  </a:lnTo>
                  <a:lnTo>
                    <a:pt x="371342" y="12534"/>
                  </a:lnTo>
                  <a:lnTo>
                    <a:pt x="371142" y="12398"/>
                  </a:lnTo>
                  <a:lnTo>
                    <a:pt x="370943" y="12262"/>
                  </a:lnTo>
                  <a:lnTo>
                    <a:pt x="370744" y="12126"/>
                  </a:lnTo>
                  <a:lnTo>
                    <a:pt x="370546" y="11988"/>
                  </a:lnTo>
                  <a:lnTo>
                    <a:pt x="370348" y="11850"/>
                  </a:lnTo>
                  <a:lnTo>
                    <a:pt x="370150" y="11712"/>
                  </a:lnTo>
                  <a:lnTo>
                    <a:pt x="369953" y="11572"/>
                  </a:lnTo>
                  <a:lnTo>
                    <a:pt x="369756" y="11432"/>
                  </a:lnTo>
                  <a:lnTo>
                    <a:pt x="369560" y="11292"/>
                  </a:lnTo>
                  <a:lnTo>
                    <a:pt x="369364" y="11151"/>
                  </a:lnTo>
                  <a:lnTo>
                    <a:pt x="369169" y="11009"/>
                  </a:lnTo>
                  <a:lnTo>
                    <a:pt x="368974" y="10867"/>
                  </a:lnTo>
                  <a:lnTo>
                    <a:pt x="368780" y="10724"/>
                  </a:lnTo>
                  <a:lnTo>
                    <a:pt x="368585" y="10580"/>
                  </a:lnTo>
                  <a:lnTo>
                    <a:pt x="368392" y="10436"/>
                  </a:lnTo>
                  <a:lnTo>
                    <a:pt x="368199" y="10291"/>
                  </a:lnTo>
                  <a:lnTo>
                    <a:pt x="368006" y="10145"/>
                  </a:lnTo>
                  <a:lnTo>
                    <a:pt x="367814" y="9999"/>
                  </a:lnTo>
                  <a:lnTo>
                    <a:pt x="367622" y="9853"/>
                  </a:lnTo>
                  <a:lnTo>
                    <a:pt x="367431" y="9705"/>
                  </a:lnTo>
                  <a:lnTo>
                    <a:pt x="367240" y="9557"/>
                  </a:lnTo>
                  <a:lnTo>
                    <a:pt x="367050" y="9409"/>
                  </a:lnTo>
                  <a:lnTo>
                    <a:pt x="366860" y="9260"/>
                  </a:lnTo>
                  <a:lnTo>
                    <a:pt x="366671" y="9110"/>
                  </a:lnTo>
                  <a:lnTo>
                    <a:pt x="366482" y="8960"/>
                  </a:lnTo>
                  <a:lnTo>
                    <a:pt x="366293" y="8809"/>
                  </a:lnTo>
                  <a:lnTo>
                    <a:pt x="366105" y="8657"/>
                  </a:lnTo>
                  <a:lnTo>
                    <a:pt x="365918" y="8505"/>
                  </a:lnTo>
                  <a:lnTo>
                    <a:pt x="365731" y="8353"/>
                  </a:lnTo>
                  <a:lnTo>
                    <a:pt x="365544" y="8199"/>
                  </a:lnTo>
                  <a:lnTo>
                    <a:pt x="365358" y="8045"/>
                  </a:lnTo>
                  <a:lnTo>
                    <a:pt x="365173" y="7891"/>
                  </a:lnTo>
                  <a:lnTo>
                    <a:pt x="364988" y="7736"/>
                  </a:lnTo>
                  <a:lnTo>
                    <a:pt x="364803" y="7580"/>
                  </a:lnTo>
                  <a:lnTo>
                    <a:pt x="364619" y="7424"/>
                  </a:lnTo>
                  <a:lnTo>
                    <a:pt x="364435" y="7267"/>
                  </a:lnTo>
                  <a:lnTo>
                    <a:pt x="364252" y="7110"/>
                  </a:lnTo>
                  <a:lnTo>
                    <a:pt x="364070" y="6952"/>
                  </a:lnTo>
                  <a:lnTo>
                    <a:pt x="363888" y="6793"/>
                  </a:lnTo>
                  <a:lnTo>
                    <a:pt x="363706" y="6634"/>
                  </a:lnTo>
                  <a:lnTo>
                    <a:pt x="363525" y="6474"/>
                  </a:lnTo>
                  <a:lnTo>
                    <a:pt x="363344" y="6314"/>
                  </a:lnTo>
                  <a:lnTo>
                    <a:pt x="363164" y="6153"/>
                  </a:lnTo>
                  <a:lnTo>
                    <a:pt x="362985" y="5992"/>
                  </a:lnTo>
                  <a:lnTo>
                    <a:pt x="362806" y="5830"/>
                  </a:lnTo>
                  <a:lnTo>
                    <a:pt x="362627" y="5667"/>
                  </a:lnTo>
                  <a:lnTo>
                    <a:pt x="362449" y="5504"/>
                  </a:lnTo>
                  <a:lnTo>
                    <a:pt x="362272" y="5340"/>
                  </a:lnTo>
                  <a:lnTo>
                    <a:pt x="362094" y="5176"/>
                  </a:lnTo>
                  <a:lnTo>
                    <a:pt x="361918" y="5011"/>
                  </a:lnTo>
                  <a:lnTo>
                    <a:pt x="361742" y="4846"/>
                  </a:lnTo>
                  <a:lnTo>
                    <a:pt x="361567" y="4680"/>
                  </a:lnTo>
                  <a:lnTo>
                    <a:pt x="361392" y="4513"/>
                  </a:lnTo>
                  <a:lnTo>
                    <a:pt x="361217" y="4346"/>
                  </a:lnTo>
                  <a:lnTo>
                    <a:pt x="361043" y="4179"/>
                  </a:lnTo>
                  <a:lnTo>
                    <a:pt x="360870" y="4011"/>
                  </a:lnTo>
                  <a:lnTo>
                    <a:pt x="360697" y="3842"/>
                  </a:lnTo>
                  <a:lnTo>
                    <a:pt x="360525" y="3673"/>
                  </a:lnTo>
                  <a:lnTo>
                    <a:pt x="360353" y="3503"/>
                  </a:lnTo>
                  <a:lnTo>
                    <a:pt x="360182" y="3332"/>
                  </a:lnTo>
                  <a:lnTo>
                    <a:pt x="356475" y="0"/>
                  </a:lnTo>
                  <a:lnTo>
                    <a:pt x="356289" y="693"/>
                  </a:lnTo>
                  <a:lnTo>
                    <a:pt x="355801" y="2517"/>
                  </a:lnTo>
                  <a:lnTo>
                    <a:pt x="354896" y="5910"/>
                  </a:lnTo>
                  <a:lnTo>
                    <a:pt x="350620" y="21481"/>
                  </a:lnTo>
                  <a:lnTo>
                    <a:pt x="347449" y="33030"/>
                  </a:lnTo>
                  <a:lnTo>
                    <a:pt x="347030" y="34427"/>
                  </a:lnTo>
                  <a:lnTo>
                    <a:pt x="346959" y="34679"/>
                  </a:lnTo>
                  <a:lnTo>
                    <a:pt x="346661" y="35849"/>
                  </a:lnTo>
                  <a:lnTo>
                    <a:pt x="346546" y="36327"/>
                  </a:lnTo>
                  <a:lnTo>
                    <a:pt x="343554" y="35622"/>
                  </a:lnTo>
                  <a:lnTo>
                    <a:pt x="335452" y="33659"/>
                  </a:lnTo>
                  <a:lnTo>
                    <a:pt x="332090" y="32849"/>
                  </a:lnTo>
                  <a:lnTo>
                    <a:pt x="328246" y="31824"/>
                  </a:lnTo>
                  <a:lnTo>
                    <a:pt x="326276" y="31260"/>
                  </a:lnTo>
                  <a:lnTo>
                    <a:pt x="325949" y="31163"/>
                  </a:lnTo>
                  <a:lnTo>
                    <a:pt x="325621" y="31066"/>
                  </a:lnTo>
                  <a:lnTo>
                    <a:pt x="325294" y="30968"/>
                  </a:lnTo>
                  <a:lnTo>
                    <a:pt x="324967" y="30869"/>
                  </a:lnTo>
                  <a:lnTo>
                    <a:pt x="324641" y="30770"/>
                  </a:lnTo>
                  <a:lnTo>
                    <a:pt x="324314" y="30670"/>
                  </a:lnTo>
                  <a:lnTo>
                    <a:pt x="323988" y="30569"/>
                  </a:lnTo>
                  <a:lnTo>
                    <a:pt x="323662" y="30467"/>
                  </a:lnTo>
                  <a:lnTo>
                    <a:pt x="323336" y="30365"/>
                  </a:lnTo>
                  <a:lnTo>
                    <a:pt x="323011" y="30261"/>
                  </a:lnTo>
                  <a:lnTo>
                    <a:pt x="322685" y="30157"/>
                  </a:lnTo>
                  <a:lnTo>
                    <a:pt x="322360" y="30053"/>
                  </a:lnTo>
                  <a:lnTo>
                    <a:pt x="322036" y="29948"/>
                  </a:lnTo>
                  <a:lnTo>
                    <a:pt x="321711" y="29841"/>
                  </a:lnTo>
                  <a:lnTo>
                    <a:pt x="320739" y="29519"/>
                  </a:lnTo>
                  <a:lnTo>
                    <a:pt x="320092" y="29300"/>
                  </a:lnTo>
                  <a:lnTo>
                    <a:pt x="319446" y="29078"/>
                  </a:lnTo>
                  <a:lnTo>
                    <a:pt x="319123" y="28967"/>
                  </a:lnTo>
                  <a:lnTo>
                    <a:pt x="318412" y="29679"/>
                  </a:lnTo>
                  <a:lnTo>
                    <a:pt x="317068" y="31120"/>
                  </a:lnTo>
                  <a:lnTo>
                    <a:pt x="316955" y="31247"/>
                  </a:lnTo>
                  <a:lnTo>
                    <a:pt x="316842" y="31374"/>
                  </a:lnTo>
                  <a:lnTo>
                    <a:pt x="316730" y="31502"/>
                  </a:lnTo>
                  <a:lnTo>
                    <a:pt x="316619" y="31631"/>
                  </a:lnTo>
                  <a:lnTo>
                    <a:pt x="316508" y="31760"/>
                  </a:lnTo>
                  <a:lnTo>
                    <a:pt x="316398" y="31889"/>
                  </a:lnTo>
                  <a:lnTo>
                    <a:pt x="316288" y="32019"/>
                  </a:lnTo>
                  <a:lnTo>
                    <a:pt x="316179" y="32150"/>
                  </a:lnTo>
                  <a:lnTo>
                    <a:pt x="316071" y="32281"/>
                  </a:lnTo>
                  <a:lnTo>
                    <a:pt x="315963" y="32412"/>
                  </a:lnTo>
                  <a:lnTo>
                    <a:pt x="315856" y="32544"/>
                  </a:lnTo>
                  <a:lnTo>
                    <a:pt x="315749" y="32676"/>
                  </a:lnTo>
                  <a:lnTo>
                    <a:pt x="315643" y="32809"/>
                  </a:lnTo>
                  <a:lnTo>
                    <a:pt x="315537" y="32943"/>
                  </a:lnTo>
                  <a:lnTo>
                    <a:pt x="315433" y="33076"/>
                  </a:lnTo>
                  <a:lnTo>
                    <a:pt x="315328" y="33211"/>
                  </a:lnTo>
                  <a:lnTo>
                    <a:pt x="315224" y="33345"/>
                  </a:lnTo>
                  <a:lnTo>
                    <a:pt x="315121" y="33481"/>
                  </a:lnTo>
                  <a:lnTo>
                    <a:pt x="315019" y="33616"/>
                  </a:lnTo>
                  <a:lnTo>
                    <a:pt x="314917" y="33752"/>
                  </a:lnTo>
                  <a:lnTo>
                    <a:pt x="314816" y="33889"/>
                  </a:lnTo>
                  <a:lnTo>
                    <a:pt x="314715" y="34026"/>
                  </a:lnTo>
                  <a:lnTo>
                    <a:pt x="314615" y="34163"/>
                  </a:lnTo>
                  <a:lnTo>
                    <a:pt x="314515" y="34301"/>
                  </a:lnTo>
                  <a:lnTo>
                    <a:pt x="314416" y="34440"/>
                  </a:lnTo>
                  <a:lnTo>
                    <a:pt x="314318" y="34578"/>
                  </a:lnTo>
                  <a:lnTo>
                    <a:pt x="314220" y="34718"/>
                  </a:lnTo>
                  <a:lnTo>
                    <a:pt x="314123" y="34857"/>
                  </a:lnTo>
                  <a:lnTo>
                    <a:pt x="314027" y="34997"/>
                  </a:lnTo>
                  <a:lnTo>
                    <a:pt x="313931" y="35138"/>
                  </a:lnTo>
                  <a:lnTo>
                    <a:pt x="313836" y="35279"/>
                  </a:lnTo>
                  <a:lnTo>
                    <a:pt x="313741" y="35420"/>
                  </a:lnTo>
                  <a:lnTo>
                    <a:pt x="313648" y="35562"/>
                  </a:lnTo>
                  <a:lnTo>
                    <a:pt x="313554" y="35704"/>
                  </a:lnTo>
                  <a:lnTo>
                    <a:pt x="313462" y="35847"/>
                  </a:lnTo>
                  <a:lnTo>
                    <a:pt x="313370" y="35990"/>
                  </a:lnTo>
                  <a:lnTo>
                    <a:pt x="313278" y="36134"/>
                  </a:lnTo>
                  <a:lnTo>
                    <a:pt x="313188" y="36277"/>
                  </a:lnTo>
                  <a:lnTo>
                    <a:pt x="313097" y="36422"/>
                  </a:lnTo>
                  <a:lnTo>
                    <a:pt x="313008" y="36566"/>
                  </a:lnTo>
                  <a:lnTo>
                    <a:pt x="312919" y="36711"/>
                  </a:lnTo>
                  <a:lnTo>
                    <a:pt x="312831" y="36857"/>
                  </a:lnTo>
                  <a:lnTo>
                    <a:pt x="312743" y="37003"/>
                  </a:lnTo>
                  <a:lnTo>
                    <a:pt x="312656" y="37149"/>
                  </a:lnTo>
                  <a:lnTo>
                    <a:pt x="312570" y="37296"/>
                  </a:lnTo>
                  <a:lnTo>
                    <a:pt x="312485" y="37443"/>
                  </a:lnTo>
                  <a:lnTo>
                    <a:pt x="312400" y="37590"/>
                  </a:lnTo>
                  <a:lnTo>
                    <a:pt x="312316" y="37738"/>
                  </a:lnTo>
                  <a:lnTo>
                    <a:pt x="312232" y="37886"/>
                  </a:lnTo>
                  <a:lnTo>
                    <a:pt x="312149" y="38034"/>
                  </a:lnTo>
                  <a:lnTo>
                    <a:pt x="312067" y="38183"/>
                  </a:lnTo>
                  <a:lnTo>
                    <a:pt x="311985" y="38333"/>
                  </a:lnTo>
                  <a:lnTo>
                    <a:pt x="311904" y="38482"/>
                  </a:lnTo>
                  <a:lnTo>
                    <a:pt x="311824" y="38632"/>
                  </a:lnTo>
                  <a:lnTo>
                    <a:pt x="311744" y="38783"/>
                  </a:lnTo>
                  <a:lnTo>
                    <a:pt x="311665" y="38933"/>
                  </a:lnTo>
                  <a:lnTo>
                    <a:pt x="311587" y="39084"/>
                  </a:lnTo>
                  <a:lnTo>
                    <a:pt x="311509" y="39236"/>
                  </a:lnTo>
                  <a:lnTo>
                    <a:pt x="311432" y="39387"/>
                  </a:lnTo>
                  <a:lnTo>
                    <a:pt x="311356" y="39540"/>
                  </a:lnTo>
                  <a:lnTo>
                    <a:pt x="311280" y="39692"/>
                  </a:lnTo>
                  <a:lnTo>
                    <a:pt x="311205" y="39845"/>
                  </a:lnTo>
                  <a:lnTo>
                    <a:pt x="311131" y="39998"/>
                  </a:lnTo>
                  <a:lnTo>
                    <a:pt x="311057" y="40151"/>
                  </a:lnTo>
                  <a:lnTo>
                    <a:pt x="310985" y="40305"/>
                  </a:lnTo>
                  <a:lnTo>
                    <a:pt x="310912" y="40459"/>
                  </a:lnTo>
                  <a:lnTo>
                    <a:pt x="310841" y="40614"/>
                  </a:lnTo>
                  <a:lnTo>
                    <a:pt x="310770" y="40768"/>
                  </a:lnTo>
                  <a:lnTo>
                    <a:pt x="310700" y="40923"/>
                  </a:lnTo>
                  <a:lnTo>
                    <a:pt x="310630" y="41079"/>
                  </a:lnTo>
                  <a:lnTo>
                    <a:pt x="310562" y="41234"/>
                  </a:lnTo>
                  <a:lnTo>
                    <a:pt x="310494" y="41390"/>
                  </a:lnTo>
                  <a:lnTo>
                    <a:pt x="310426" y="41546"/>
                  </a:lnTo>
                  <a:lnTo>
                    <a:pt x="310359" y="41703"/>
                  </a:lnTo>
                  <a:lnTo>
                    <a:pt x="310293" y="41860"/>
                  </a:lnTo>
                  <a:lnTo>
                    <a:pt x="310228" y="42017"/>
                  </a:lnTo>
                  <a:lnTo>
                    <a:pt x="310164" y="42174"/>
                  </a:lnTo>
                  <a:lnTo>
                    <a:pt x="310100" y="42332"/>
                  </a:lnTo>
                  <a:lnTo>
                    <a:pt x="310036" y="42490"/>
                  </a:lnTo>
                  <a:lnTo>
                    <a:pt x="309974" y="42649"/>
                  </a:lnTo>
                  <a:lnTo>
                    <a:pt x="309912" y="42807"/>
                  </a:lnTo>
                  <a:lnTo>
                    <a:pt x="309851" y="42966"/>
                  </a:lnTo>
                  <a:lnTo>
                    <a:pt x="309790" y="43125"/>
                  </a:lnTo>
                  <a:lnTo>
                    <a:pt x="309731" y="43284"/>
                  </a:lnTo>
                  <a:lnTo>
                    <a:pt x="309672" y="43444"/>
                  </a:lnTo>
                  <a:lnTo>
                    <a:pt x="309614" y="43604"/>
                  </a:lnTo>
                  <a:lnTo>
                    <a:pt x="309556" y="43764"/>
                  </a:lnTo>
                  <a:lnTo>
                    <a:pt x="309499" y="43925"/>
                  </a:lnTo>
                  <a:lnTo>
                    <a:pt x="309443" y="44085"/>
                  </a:lnTo>
                  <a:lnTo>
                    <a:pt x="309388" y="44246"/>
                  </a:lnTo>
                  <a:lnTo>
                    <a:pt x="309333" y="44407"/>
                  </a:lnTo>
                  <a:lnTo>
                    <a:pt x="309279" y="44569"/>
                  </a:lnTo>
                  <a:lnTo>
                    <a:pt x="309225" y="44730"/>
                  </a:lnTo>
                  <a:lnTo>
                    <a:pt x="309173" y="44892"/>
                  </a:lnTo>
                  <a:lnTo>
                    <a:pt x="309121" y="45054"/>
                  </a:lnTo>
                  <a:lnTo>
                    <a:pt x="309070" y="45217"/>
                  </a:lnTo>
                  <a:lnTo>
                    <a:pt x="309020" y="45379"/>
                  </a:lnTo>
                  <a:lnTo>
                    <a:pt x="308970" y="45542"/>
                  </a:lnTo>
                  <a:lnTo>
                    <a:pt x="308921" y="45705"/>
                  </a:lnTo>
                  <a:lnTo>
                    <a:pt x="308810" y="46076"/>
                  </a:lnTo>
                  <a:lnTo>
                    <a:pt x="308699" y="46447"/>
                  </a:lnTo>
                  <a:lnTo>
                    <a:pt x="308589" y="46819"/>
                  </a:lnTo>
                  <a:lnTo>
                    <a:pt x="308480" y="47190"/>
                  </a:lnTo>
                  <a:lnTo>
                    <a:pt x="308372" y="47562"/>
                  </a:lnTo>
                  <a:lnTo>
                    <a:pt x="308264" y="47934"/>
                  </a:lnTo>
                  <a:lnTo>
                    <a:pt x="308158" y="48306"/>
                  </a:lnTo>
                  <a:lnTo>
                    <a:pt x="308052" y="48679"/>
                  </a:lnTo>
                  <a:lnTo>
                    <a:pt x="307947" y="49051"/>
                  </a:lnTo>
                  <a:lnTo>
                    <a:pt x="307842" y="49424"/>
                  </a:lnTo>
                  <a:lnTo>
                    <a:pt x="307738" y="49797"/>
                  </a:lnTo>
                  <a:lnTo>
                    <a:pt x="307635" y="50171"/>
                  </a:lnTo>
                  <a:lnTo>
                    <a:pt x="307533" y="50544"/>
                  </a:lnTo>
                  <a:lnTo>
                    <a:pt x="307431" y="50918"/>
                  </a:lnTo>
                  <a:lnTo>
                    <a:pt x="307328" y="51300"/>
                  </a:lnTo>
                  <a:lnTo>
                    <a:pt x="307236" y="51645"/>
                  </a:lnTo>
                  <a:lnTo>
                    <a:pt x="307145" y="51991"/>
                  </a:lnTo>
                  <a:lnTo>
                    <a:pt x="307054" y="52336"/>
                  </a:lnTo>
                  <a:lnTo>
                    <a:pt x="306964" y="52682"/>
                  </a:lnTo>
                  <a:lnTo>
                    <a:pt x="306875" y="53028"/>
                  </a:lnTo>
                  <a:lnTo>
                    <a:pt x="306690" y="52875"/>
                  </a:lnTo>
                  <a:lnTo>
                    <a:pt x="306505" y="52722"/>
                  </a:lnTo>
                  <a:lnTo>
                    <a:pt x="306319" y="52570"/>
                  </a:lnTo>
                  <a:lnTo>
                    <a:pt x="306133" y="52419"/>
                  </a:lnTo>
                  <a:lnTo>
                    <a:pt x="305946" y="52267"/>
                  </a:lnTo>
                  <a:lnTo>
                    <a:pt x="305759" y="52117"/>
                  </a:lnTo>
                  <a:lnTo>
                    <a:pt x="305571" y="51967"/>
                  </a:lnTo>
                  <a:lnTo>
                    <a:pt x="305379" y="51815"/>
                  </a:lnTo>
                  <a:lnTo>
                    <a:pt x="305186" y="51663"/>
                  </a:lnTo>
                  <a:lnTo>
                    <a:pt x="304993" y="51512"/>
                  </a:lnTo>
                  <a:lnTo>
                    <a:pt x="304799" y="51362"/>
                  </a:lnTo>
                  <a:lnTo>
                    <a:pt x="304605" y="51212"/>
                  </a:lnTo>
                  <a:lnTo>
                    <a:pt x="304410" y="51063"/>
                  </a:lnTo>
                  <a:lnTo>
                    <a:pt x="304215" y="50914"/>
                  </a:lnTo>
                  <a:lnTo>
                    <a:pt x="304022" y="50768"/>
                  </a:lnTo>
                  <a:lnTo>
                    <a:pt x="303828" y="50623"/>
                  </a:lnTo>
                  <a:lnTo>
                    <a:pt x="303634" y="50479"/>
                  </a:lnTo>
                  <a:lnTo>
                    <a:pt x="303440" y="50334"/>
                  </a:lnTo>
                  <a:lnTo>
                    <a:pt x="303245" y="50191"/>
                  </a:lnTo>
                  <a:lnTo>
                    <a:pt x="303049" y="50048"/>
                  </a:lnTo>
                  <a:lnTo>
                    <a:pt x="302854" y="49906"/>
                  </a:lnTo>
                  <a:lnTo>
                    <a:pt x="302657" y="49764"/>
                  </a:lnTo>
                  <a:lnTo>
                    <a:pt x="302461" y="49623"/>
                  </a:lnTo>
                  <a:lnTo>
                    <a:pt x="302264" y="49483"/>
                  </a:lnTo>
                  <a:lnTo>
                    <a:pt x="302066" y="49343"/>
                  </a:lnTo>
                  <a:lnTo>
                    <a:pt x="301868" y="49204"/>
                  </a:lnTo>
                  <a:lnTo>
                    <a:pt x="301670" y="49066"/>
                  </a:lnTo>
                  <a:lnTo>
                    <a:pt x="301471" y="48928"/>
                  </a:lnTo>
                  <a:lnTo>
                    <a:pt x="301272" y="48791"/>
                  </a:lnTo>
                  <a:lnTo>
                    <a:pt x="301072" y="48654"/>
                  </a:lnTo>
                  <a:lnTo>
                    <a:pt x="300872" y="48519"/>
                  </a:lnTo>
                  <a:lnTo>
                    <a:pt x="300671" y="48383"/>
                  </a:lnTo>
                  <a:lnTo>
                    <a:pt x="300470" y="48249"/>
                  </a:lnTo>
                  <a:lnTo>
                    <a:pt x="300269" y="48115"/>
                  </a:lnTo>
                  <a:lnTo>
                    <a:pt x="300067" y="47982"/>
                  </a:lnTo>
                  <a:lnTo>
                    <a:pt x="299864" y="47849"/>
                  </a:lnTo>
                  <a:lnTo>
                    <a:pt x="299662" y="47717"/>
                  </a:lnTo>
                  <a:lnTo>
                    <a:pt x="299459" y="47585"/>
                  </a:lnTo>
                  <a:lnTo>
                    <a:pt x="299255" y="47455"/>
                  </a:lnTo>
                  <a:lnTo>
                    <a:pt x="299051" y="47324"/>
                  </a:lnTo>
                  <a:lnTo>
                    <a:pt x="298847" y="47195"/>
                  </a:lnTo>
                  <a:lnTo>
                    <a:pt x="298642" y="47066"/>
                  </a:lnTo>
                  <a:lnTo>
                    <a:pt x="298437" y="46938"/>
                  </a:lnTo>
                  <a:lnTo>
                    <a:pt x="298231" y="46811"/>
                  </a:lnTo>
                  <a:lnTo>
                    <a:pt x="298025" y="46684"/>
                  </a:lnTo>
                  <a:lnTo>
                    <a:pt x="297819" y="46558"/>
                  </a:lnTo>
                  <a:lnTo>
                    <a:pt x="297612" y="46432"/>
                  </a:lnTo>
                  <a:lnTo>
                    <a:pt x="297405" y="46307"/>
                  </a:lnTo>
                  <a:lnTo>
                    <a:pt x="297197" y="46183"/>
                  </a:lnTo>
                  <a:lnTo>
                    <a:pt x="296989" y="46059"/>
                  </a:lnTo>
                  <a:lnTo>
                    <a:pt x="296781" y="45937"/>
                  </a:lnTo>
                  <a:lnTo>
                    <a:pt x="296572" y="45814"/>
                  </a:lnTo>
                  <a:lnTo>
                    <a:pt x="296363" y="45693"/>
                  </a:lnTo>
                  <a:lnTo>
                    <a:pt x="296154" y="45572"/>
                  </a:lnTo>
                  <a:lnTo>
                    <a:pt x="295958" y="45460"/>
                  </a:lnTo>
                  <a:lnTo>
                    <a:pt x="295762" y="45349"/>
                  </a:lnTo>
                  <a:lnTo>
                    <a:pt x="295566" y="45238"/>
                  </a:lnTo>
                  <a:lnTo>
                    <a:pt x="295370" y="45128"/>
                  </a:lnTo>
                  <a:lnTo>
                    <a:pt x="295173" y="45018"/>
                  </a:lnTo>
                  <a:lnTo>
                    <a:pt x="294961" y="44901"/>
                  </a:lnTo>
                  <a:lnTo>
                    <a:pt x="294749" y="44784"/>
                  </a:lnTo>
                  <a:lnTo>
                    <a:pt x="294536" y="44668"/>
                  </a:lnTo>
                  <a:lnTo>
                    <a:pt x="294323" y="44553"/>
                  </a:lnTo>
                  <a:lnTo>
                    <a:pt x="294109" y="44439"/>
                  </a:lnTo>
                  <a:lnTo>
                    <a:pt x="293895" y="44325"/>
                  </a:lnTo>
                  <a:lnTo>
                    <a:pt x="293681" y="44212"/>
                  </a:lnTo>
                  <a:lnTo>
                    <a:pt x="293466" y="44100"/>
                  </a:lnTo>
                  <a:lnTo>
                    <a:pt x="293252" y="43988"/>
                  </a:lnTo>
                  <a:lnTo>
                    <a:pt x="293036" y="43877"/>
                  </a:lnTo>
                  <a:lnTo>
                    <a:pt x="292821" y="43767"/>
                  </a:lnTo>
                  <a:lnTo>
                    <a:pt x="292605" y="43657"/>
                  </a:lnTo>
                  <a:lnTo>
                    <a:pt x="292388" y="43548"/>
                  </a:lnTo>
                  <a:lnTo>
                    <a:pt x="292172" y="43440"/>
                  </a:lnTo>
                  <a:lnTo>
                    <a:pt x="291955" y="43332"/>
                  </a:lnTo>
                  <a:lnTo>
                    <a:pt x="291737" y="43225"/>
                  </a:lnTo>
                  <a:lnTo>
                    <a:pt x="291520" y="43119"/>
                  </a:lnTo>
                  <a:lnTo>
                    <a:pt x="291301" y="43014"/>
                  </a:lnTo>
                  <a:lnTo>
                    <a:pt x="291083" y="42909"/>
                  </a:lnTo>
                  <a:lnTo>
                    <a:pt x="290864" y="42805"/>
                  </a:lnTo>
                  <a:lnTo>
                    <a:pt x="289085" y="42455"/>
                  </a:lnTo>
                  <a:lnTo>
                    <a:pt x="283936" y="40492"/>
                  </a:lnTo>
                  <a:lnTo>
                    <a:pt x="283222" y="40208"/>
                  </a:lnTo>
                  <a:lnTo>
                    <a:pt x="282714" y="40007"/>
                  </a:lnTo>
                  <a:lnTo>
                    <a:pt x="280092" y="38964"/>
                  </a:lnTo>
                  <a:lnTo>
                    <a:pt x="279920" y="39237"/>
                  </a:lnTo>
                  <a:lnTo>
                    <a:pt x="278966" y="40768"/>
                  </a:lnTo>
                  <a:lnTo>
                    <a:pt x="278813" y="41012"/>
                  </a:lnTo>
                  <a:lnTo>
                    <a:pt x="278660" y="41261"/>
                  </a:lnTo>
                  <a:lnTo>
                    <a:pt x="278359" y="41750"/>
                  </a:lnTo>
                  <a:lnTo>
                    <a:pt x="277832" y="42600"/>
                  </a:lnTo>
                  <a:lnTo>
                    <a:pt x="272515" y="50881"/>
                  </a:lnTo>
                  <a:lnTo>
                    <a:pt x="259174" y="71658"/>
                  </a:lnTo>
                  <a:lnTo>
                    <a:pt x="255442" y="77388"/>
                  </a:lnTo>
                  <a:lnTo>
                    <a:pt x="253454" y="80441"/>
                  </a:lnTo>
                  <a:lnTo>
                    <a:pt x="252492" y="81962"/>
                  </a:lnTo>
                  <a:lnTo>
                    <a:pt x="249489" y="86713"/>
                  </a:lnTo>
                  <a:lnTo>
                    <a:pt x="248642" y="87830"/>
                  </a:lnTo>
                  <a:lnTo>
                    <a:pt x="247073" y="87146"/>
                  </a:lnTo>
                  <a:lnTo>
                    <a:pt x="244470" y="86008"/>
                  </a:lnTo>
                  <a:lnTo>
                    <a:pt x="240495" y="84272"/>
                  </a:lnTo>
                  <a:lnTo>
                    <a:pt x="227207" y="78467"/>
                  </a:lnTo>
                  <a:lnTo>
                    <a:pt x="221815" y="76056"/>
                  </a:lnTo>
                  <a:lnTo>
                    <a:pt x="208194" y="70049"/>
                  </a:lnTo>
                  <a:lnTo>
                    <a:pt x="203002" y="67761"/>
                  </a:lnTo>
                  <a:lnTo>
                    <a:pt x="202941" y="67899"/>
                  </a:lnTo>
                  <a:lnTo>
                    <a:pt x="201981" y="67471"/>
                  </a:lnTo>
                  <a:lnTo>
                    <a:pt x="201187" y="67119"/>
                  </a:lnTo>
                  <a:lnTo>
                    <a:pt x="200195" y="66676"/>
                  </a:lnTo>
                  <a:lnTo>
                    <a:pt x="187439" y="60995"/>
                  </a:lnTo>
                  <a:lnTo>
                    <a:pt x="177080" y="56507"/>
                  </a:lnTo>
                  <a:lnTo>
                    <a:pt x="163851" y="50776"/>
                  </a:lnTo>
                  <a:lnTo>
                    <a:pt x="162030" y="49986"/>
                  </a:lnTo>
                  <a:lnTo>
                    <a:pt x="159273" y="48793"/>
                  </a:lnTo>
                  <a:lnTo>
                    <a:pt x="158947" y="48651"/>
                  </a:lnTo>
                  <a:lnTo>
                    <a:pt x="158190" y="48323"/>
                  </a:lnTo>
                  <a:lnTo>
                    <a:pt x="157255" y="47917"/>
                  </a:lnTo>
                  <a:lnTo>
                    <a:pt x="156051" y="47396"/>
                  </a:lnTo>
                  <a:lnTo>
                    <a:pt x="155554" y="47179"/>
                  </a:lnTo>
                  <a:lnTo>
                    <a:pt x="153785" y="48623"/>
                  </a:lnTo>
                  <a:lnTo>
                    <a:pt x="153633" y="48753"/>
                  </a:lnTo>
                  <a:lnTo>
                    <a:pt x="153482" y="48883"/>
                  </a:lnTo>
                  <a:lnTo>
                    <a:pt x="153331" y="49014"/>
                  </a:lnTo>
                  <a:lnTo>
                    <a:pt x="153181" y="49145"/>
                  </a:lnTo>
                  <a:lnTo>
                    <a:pt x="153032" y="49277"/>
                  </a:lnTo>
                  <a:lnTo>
                    <a:pt x="152882" y="49410"/>
                  </a:lnTo>
                  <a:lnTo>
                    <a:pt x="152734" y="49543"/>
                  </a:lnTo>
                  <a:lnTo>
                    <a:pt x="152585" y="49676"/>
                  </a:lnTo>
                  <a:lnTo>
                    <a:pt x="152438" y="49810"/>
                  </a:lnTo>
                  <a:lnTo>
                    <a:pt x="152290" y="49945"/>
                  </a:lnTo>
                  <a:lnTo>
                    <a:pt x="152144" y="50080"/>
                  </a:lnTo>
                  <a:lnTo>
                    <a:pt x="151997" y="50216"/>
                  </a:lnTo>
                  <a:lnTo>
                    <a:pt x="151852" y="50352"/>
                  </a:lnTo>
                  <a:lnTo>
                    <a:pt x="151706" y="50489"/>
                  </a:lnTo>
                  <a:lnTo>
                    <a:pt x="147242" y="53529"/>
                  </a:lnTo>
                  <a:lnTo>
                    <a:pt x="146611" y="52699"/>
                  </a:lnTo>
                  <a:lnTo>
                    <a:pt x="146177" y="52130"/>
                  </a:lnTo>
                  <a:lnTo>
                    <a:pt x="145427" y="51147"/>
                  </a:lnTo>
                  <a:lnTo>
                    <a:pt x="144426" y="49836"/>
                  </a:lnTo>
                  <a:lnTo>
                    <a:pt x="139205" y="42985"/>
                  </a:lnTo>
                  <a:lnTo>
                    <a:pt x="137506" y="40752"/>
                  </a:lnTo>
                  <a:lnTo>
                    <a:pt x="132258" y="33864"/>
                  </a:lnTo>
                  <a:lnTo>
                    <a:pt x="131379" y="34511"/>
                  </a:lnTo>
                  <a:lnTo>
                    <a:pt x="129946" y="35563"/>
                  </a:lnTo>
                  <a:lnTo>
                    <a:pt x="128425" y="36692"/>
                  </a:lnTo>
                  <a:lnTo>
                    <a:pt x="124429" y="39658"/>
                  </a:lnTo>
                  <a:lnTo>
                    <a:pt x="120088" y="42799"/>
                  </a:lnTo>
                  <a:lnTo>
                    <a:pt x="113477" y="47923"/>
                  </a:lnTo>
                  <a:lnTo>
                    <a:pt x="112473" y="48701"/>
                  </a:lnTo>
                  <a:lnTo>
                    <a:pt x="111853" y="49180"/>
                  </a:lnTo>
                  <a:lnTo>
                    <a:pt x="111066" y="49791"/>
                  </a:lnTo>
                  <a:lnTo>
                    <a:pt x="110696" y="50078"/>
                  </a:lnTo>
                  <a:lnTo>
                    <a:pt x="110166" y="50488"/>
                  </a:lnTo>
                  <a:lnTo>
                    <a:pt x="109856" y="50727"/>
                  </a:lnTo>
                  <a:lnTo>
                    <a:pt x="109499" y="51002"/>
                  </a:lnTo>
                  <a:lnTo>
                    <a:pt x="107591" y="52484"/>
                  </a:lnTo>
                  <a:lnTo>
                    <a:pt x="106893" y="53025"/>
                  </a:lnTo>
                  <a:lnTo>
                    <a:pt x="123489" y="79162"/>
                  </a:lnTo>
                  <a:lnTo>
                    <a:pt x="124412" y="80614"/>
                  </a:lnTo>
                  <a:lnTo>
                    <a:pt x="125623" y="81512"/>
                  </a:lnTo>
                  <a:lnTo>
                    <a:pt x="124545" y="82612"/>
                  </a:lnTo>
                  <a:lnTo>
                    <a:pt x="123783" y="83391"/>
                  </a:lnTo>
                  <a:lnTo>
                    <a:pt x="123060" y="84125"/>
                  </a:lnTo>
                  <a:lnTo>
                    <a:pt x="121108" y="86131"/>
                  </a:lnTo>
                  <a:lnTo>
                    <a:pt x="119567" y="88017"/>
                  </a:lnTo>
                  <a:lnTo>
                    <a:pt x="111668" y="97761"/>
                  </a:lnTo>
                  <a:lnTo>
                    <a:pt x="109187" y="100740"/>
                  </a:lnTo>
                  <a:lnTo>
                    <a:pt x="114478" y="106121"/>
                  </a:lnTo>
                  <a:lnTo>
                    <a:pt x="115683" y="107346"/>
                  </a:lnTo>
                  <a:lnTo>
                    <a:pt x="115412" y="107751"/>
                  </a:lnTo>
                  <a:lnTo>
                    <a:pt x="105163" y="121534"/>
                  </a:lnTo>
                  <a:lnTo>
                    <a:pt x="102254" y="119221"/>
                  </a:lnTo>
                  <a:lnTo>
                    <a:pt x="98896" y="116542"/>
                  </a:lnTo>
                  <a:lnTo>
                    <a:pt x="91120" y="130990"/>
                  </a:lnTo>
                  <a:lnTo>
                    <a:pt x="89761" y="133451"/>
                  </a:lnTo>
                  <a:lnTo>
                    <a:pt x="86316" y="133405"/>
                  </a:lnTo>
                  <a:lnTo>
                    <a:pt x="86191" y="133592"/>
                  </a:lnTo>
                  <a:lnTo>
                    <a:pt x="84674" y="135870"/>
                  </a:lnTo>
                  <a:lnTo>
                    <a:pt x="82430" y="139239"/>
                  </a:lnTo>
                  <a:lnTo>
                    <a:pt x="81574" y="140523"/>
                  </a:lnTo>
                  <a:lnTo>
                    <a:pt x="81269" y="140981"/>
                  </a:lnTo>
                  <a:lnTo>
                    <a:pt x="80460" y="142195"/>
                  </a:lnTo>
                  <a:lnTo>
                    <a:pt x="80339" y="142377"/>
                  </a:lnTo>
                  <a:lnTo>
                    <a:pt x="78254" y="145509"/>
                  </a:lnTo>
                  <a:lnTo>
                    <a:pt x="77725" y="146302"/>
                  </a:lnTo>
                  <a:lnTo>
                    <a:pt x="73328" y="152901"/>
                  </a:lnTo>
                  <a:lnTo>
                    <a:pt x="71470" y="155688"/>
                  </a:lnTo>
                  <a:lnTo>
                    <a:pt x="70169" y="157641"/>
                  </a:lnTo>
                  <a:lnTo>
                    <a:pt x="52991" y="171271"/>
                  </a:lnTo>
                  <a:lnTo>
                    <a:pt x="34847" y="186540"/>
                  </a:lnTo>
                  <a:lnTo>
                    <a:pt x="33579" y="195418"/>
                  </a:lnTo>
                  <a:lnTo>
                    <a:pt x="32513" y="202895"/>
                  </a:lnTo>
                  <a:lnTo>
                    <a:pt x="26950" y="241862"/>
                  </a:lnTo>
                  <a:lnTo>
                    <a:pt x="25328" y="253226"/>
                  </a:lnTo>
                  <a:lnTo>
                    <a:pt x="23921" y="253013"/>
                  </a:lnTo>
                  <a:lnTo>
                    <a:pt x="8627" y="250716"/>
                  </a:lnTo>
                  <a:lnTo>
                    <a:pt x="8500" y="250702"/>
                  </a:lnTo>
                  <a:lnTo>
                    <a:pt x="8119" y="250664"/>
                  </a:lnTo>
                  <a:lnTo>
                    <a:pt x="7992" y="250652"/>
                  </a:lnTo>
                  <a:lnTo>
                    <a:pt x="7864" y="250642"/>
                  </a:lnTo>
                  <a:lnTo>
                    <a:pt x="7737" y="250632"/>
                  </a:lnTo>
                  <a:lnTo>
                    <a:pt x="7609" y="250623"/>
                  </a:lnTo>
                  <a:lnTo>
                    <a:pt x="7482" y="250615"/>
                  </a:lnTo>
                  <a:lnTo>
                    <a:pt x="7226" y="250601"/>
                  </a:lnTo>
                  <a:lnTo>
                    <a:pt x="7099" y="250595"/>
                  </a:lnTo>
                  <a:lnTo>
                    <a:pt x="6971" y="250590"/>
                  </a:lnTo>
                  <a:lnTo>
                    <a:pt x="6843" y="250586"/>
                  </a:lnTo>
                  <a:lnTo>
                    <a:pt x="6588" y="250580"/>
                  </a:lnTo>
                  <a:lnTo>
                    <a:pt x="6460" y="250578"/>
                  </a:lnTo>
                  <a:lnTo>
                    <a:pt x="6204" y="250577"/>
                  </a:lnTo>
                  <a:lnTo>
                    <a:pt x="6077" y="250577"/>
                  </a:lnTo>
                  <a:lnTo>
                    <a:pt x="5821" y="250580"/>
                  </a:lnTo>
                  <a:lnTo>
                    <a:pt x="5693" y="250583"/>
                  </a:lnTo>
                  <a:lnTo>
                    <a:pt x="5566" y="250587"/>
                  </a:lnTo>
                  <a:lnTo>
                    <a:pt x="5438" y="250591"/>
                  </a:lnTo>
                  <a:lnTo>
                    <a:pt x="5310" y="250597"/>
                  </a:lnTo>
                  <a:lnTo>
                    <a:pt x="5284" y="249847"/>
                  </a:lnTo>
                  <a:lnTo>
                    <a:pt x="5118" y="249854"/>
                  </a:lnTo>
                  <a:lnTo>
                    <a:pt x="2410" y="249988"/>
                  </a:lnTo>
                  <a:lnTo>
                    <a:pt x="2551" y="250353"/>
                  </a:lnTo>
                  <a:lnTo>
                    <a:pt x="2550" y="250515"/>
                  </a:lnTo>
                  <a:lnTo>
                    <a:pt x="2552" y="251061"/>
                  </a:lnTo>
                  <a:lnTo>
                    <a:pt x="0" y="251231"/>
                  </a:lnTo>
                  <a:lnTo>
                    <a:pt x="3129" y="254100"/>
                  </a:lnTo>
                  <a:lnTo>
                    <a:pt x="3930" y="254056"/>
                  </a:lnTo>
                  <a:lnTo>
                    <a:pt x="4410" y="254033"/>
                  </a:lnTo>
                  <a:lnTo>
                    <a:pt x="4734" y="254017"/>
                  </a:lnTo>
                  <a:lnTo>
                    <a:pt x="5229" y="254017"/>
                  </a:lnTo>
                  <a:lnTo>
                    <a:pt x="5607" y="254019"/>
                  </a:lnTo>
                  <a:lnTo>
                    <a:pt x="6328" y="254031"/>
                  </a:lnTo>
                  <a:lnTo>
                    <a:pt x="7199" y="254072"/>
                  </a:lnTo>
                  <a:lnTo>
                    <a:pt x="6749" y="257448"/>
                  </a:lnTo>
                  <a:lnTo>
                    <a:pt x="7054" y="257722"/>
                  </a:lnTo>
                  <a:lnTo>
                    <a:pt x="13623" y="263614"/>
                  </a:lnTo>
                  <a:lnTo>
                    <a:pt x="16027" y="265769"/>
                  </a:lnTo>
                  <a:lnTo>
                    <a:pt x="16864" y="266614"/>
                  </a:lnTo>
                  <a:lnTo>
                    <a:pt x="19153" y="268769"/>
                  </a:lnTo>
                  <a:lnTo>
                    <a:pt x="20072" y="269663"/>
                  </a:lnTo>
                  <a:lnTo>
                    <a:pt x="22510" y="271957"/>
                  </a:lnTo>
                  <a:lnTo>
                    <a:pt x="25403" y="274702"/>
                  </a:lnTo>
                  <a:lnTo>
                    <a:pt x="26021" y="275292"/>
                  </a:lnTo>
                  <a:lnTo>
                    <a:pt x="26896" y="276126"/>
                  </a:lnTo>
                  <a:lnTo>
                    <a:pt x="26447" y="281213"/>
                  </a:lnTo>
                  <a:lnTo>
                    <a:pt x="27809" y="282591"/>
                  </a:lnTo>
                  <a:lnTo>
                    <a:pt x="37876" y="293030"/>
                  </a:lnTo>
                  <a:lnTo>
                    <a:pt x="40792" y="296051"/>
                  </a:lnTo>
                  <a:lnTo>
                    <a:pt x="56343" y="312045"/>
                  </a:lnTo>
                  <a:lnTo>
                    <a:pt x="57806" y="313549"/>
                  </a:lnTo>
                  <a:lnTo>
                    <a:pt x="60069" y="315874"/>
                  </a:lnTo>
                  <a:lnTo>
                    <a:pt x="65666" y="321624"/>
                  </a:lnTo>
                  <a:lnTo>
                    <a:pt x="67928" y="323949"/>
                  </a:lnTo>
                  <a:lnTo>
                    <a:pt x="79056" y="335184"/>
                  </a:lnTo>
                  <a:lnTo>
                    <a:pt x="81319" y="337509"/>
                  </a:lnTo>
                  <a:lnTo>
                    <a:pt x="84217" y="340546"/>
                  </a:lnTo>
                  <a:lnTo>
                    <a:pt x="101336" y="358413"/>
                  </a:lnTo>
                  <a:lnTo>
                    <a:pt x="104284" y="361404"/>
                  </a:lnTo>
                  <a:lnTo>
                    <a:pt x="125348" y="382792"/>
                  </a:lnTo>
                  <a:lnTo>
                    <a:pt x="128295" y="385783"/>
                  </a:lnTo>
                  <a:lnTo>
                    <a:pt x="143406" y="401104"/>
                  </a:lnTo>
                  <a:lnTo>
                    <a:pt x="144881" y="402599"/>
                  </a:lnTo>
                  <a:lnTo>
                    <a:pt x="146254" y="404187"/>
                  </a:lnTo>
                  <a:lnTo>
                    <a:pt x="150200" y="408755"/>
                  </a:lnTo>
                  <a:lnTo>
                    <a:pt x="152945" y="411932"/>
                  </a:lnTo>
                  <a:lnTo>
                    <a:pt x="155751" y="415055"/>
                  </a:lnTo>
                  <a:lnTo>
                    <a:pt x="167015" y="428216"/>
                  </a:lnTo>
                  <a:lnTo>
                    <a:pt x="168430" y="429888"/>
                  </a:lnTo>
                  <a:lnTo>
                    <a:pt x="171025" y="433191"/>
                  </a:lnTo>
                  <a:lnTo>
                    <a:pt x="173501" y="436264"/>
                  </a:lnTo>
                  <a:lnTo>
                    <a:pt x="173653" y="436465"/>
                  </a:lnTo>
                  <a:lnTo>
                    <a:pt x="186465" y="453341"/>
                  </a:lnTo>
                  <a:lnTo>
                    <a:pt x="188575" y="456083"/>
                  </a:lnTo>
                  <a:lnTo>
                    <a:pt x="191137" y="459413"/>
                  </a:lnTo>
                  <a:lnTo>
                    <a:pt x="205766" y="478432"/>
                  </a:lnTo>
                  <a:lnTo>
                    <a:pt x="208328" y="481762"/>
                  </a:lnTo>
                  <a:lnTo>
                    <a:pt x="215325" y="490858"/>
                  </a:lnTo>
                  <a:lnTo>
                    <a:pt x="216337" y="492246"/>
                  </a:lnTo>
                  <a:lnTo>
                    <a:pt x="217427" y="493465"/>
                  </a:lnTo>
                  <a:lnTo>
                    <a:pt x="218688" y="495330"/>
                  </a:lnTo>
                  <a:lnTo>
                    <a:pt x="220327" y="497364"/>
                  </a:lnTo>
                  <a:lnTo>
                    <a:pt x="224587" y="502887"/>
                  </a:lnTo>
                  <a:lnTo>
                    <a:pt x="227151" y="506212"/>
                  </a:lnTo>
                  <a:lnTo>
                    <a:pt x="242042" y="525521"/>
                  </a:lnTo>
                  <a:lnTo>
                    <a:pt x="243569" y="527502"/>
                  </a:lnTo>
                  <a:lnTo>
                    <a:pt x="244603" y="528864"/>
                  </a:lnTo>
                  <a:lnTo>
                    <a:pt x="245876" y="530548"/>
                  </a:lnTo>
                  <a:lnTo>
                    <a:pt x="246788" y="531773"/>
                  </a:lnTo>
                  <a:lnTo>
                    <a:pt x="248043" y="533499"/>
                  </a:lnTo>
                  <a:lnTo>
                    <a:pt x="250556" y="536864"/>
                  </a:lnTo>
                  <a:lnTo>
                    <a:pt x="252967" y="540096"/>
                  </a:lnTo>
                  <a:lnTo>
                    <a:pt x="254222" y="541780"/>
                  </a:lnTo>
                  <a:lnTo>
                    <a:pt x="255505" y="543441"/>
                  </a:lnTo>
                  <a:lnTo>
                    <a:pt x="269975" y="562160"/>
                  </a:lnTo>
                  <a:lnTo>
                    <a:pt x="272542" y="565483"/>
                  </a:lnTo>
                  <a:lnTo>
                    <a:pt x="294300" y="593630"/>
                  </a:lnTo>
                  <a:lnTo>
                    <a:pt x="296867" y="596954"/>
                  </a:lnTo>
                  <a:lnTo>
                    <a:pt x="315621" y="621219"/>
                  </a:lnTo>
                  <a:lnTo>
                    <a:pt x="318190" y="624543"/>
                  </a:lnTo>
                  <a:lnTo>
                    <a:pt x="320759" y="627867"/>
                  </a:lnTo>
                  <a:lnTo>
                    <a:pt x="329680" y="639412"/>
                  </a:lnTo>
                  <a:lnTo>
                    <a:pt x="332249" y="642734"/>
                  </a:lnTo>
                  <a:lnTo>
                    <a:pt x="340550" y="653477"/>
                  </a:lnTo>
                  <a:lnTo>
                    <a:pt x="343119" y="656801"/>
                  </a:lnTo>
                  <a:lnTo>
                    <a:pt x="345695" y="660117"/>
                  </a:lnTo>
                  <a:lnTo>
                    <a:pt x="354766" y="671802"/>
                  </a:lnTo>
                  <a:lnTo>
                    <a:pt x="357341" y="675119"/>
                  </a:lnTo>
                  <a:lnTo>
                    <a:pt x="366468" y="686874"/>
                  </a:lnTo>
                  <a:lnTo>
                    <a:pt x="369043" y="690191"/>
                  </a:lnTo>
                  <a:lnTo>
                    <a:pt x="378461" y="702322"/>
                  </a:lnTo>
                  <a:lnTo>
                    <a:pt x="381035" y="705640"/>
                  </a:lnTo>
                  <a:lnTo>
                    <a:pt x="389784" y="716910"/>
                  </a:lnTo>
                  <a:lnTo>
                    <a:pt x="392410" y="720227"/>
                  </a:lnTo>
                  <a:lnTo>
                    <a:pt x="395018" y="723524"/>
                  </a:lnTo>
                  <a:lnTo>
                    <a:pt x="400246" y="730148"/>
                  </a:lnTo>
                  <a:lnTo>
                    <a:pt x="402847" y="733445"/>
                  </a:lnTo>
                  <a:lnTo>
                    <a:pt x="408075" y="740071"/>
                  </a:lnTo>
                  <a:lnTo>
                    <a:pt x="409375" y="741718"/>
                  </a:lnTo>
                  <a:lnTo>
                    <a:pt x="410614" y="743414"/>
                  </a:lnTo>
                  <a:lnTo>
                    <a:pt x="415796" y="750491"/>
                  </a:lnTo>
                  <a:lnTo>
                    <a:pt x="417035" y="752186"/>
                  </a:lnTo>
                  <a:lnTo>
                    <a:pt x="418298" y="753865"/>
                  </a:lnTo>
                  <a:lnTo>
                    <a:pt x="425711" y="763716"/>
                  </a:lnTo>
                  <a:lnTo>
                    <a:pt x="428235" y="767071"/>
                  </a:lnTo>
                  <a:lnTo>
                    <a:pt x="435649" y="776923"/>
                  </a:lnTo>
                  <a:lnTo>
                    <a:pt x="438173" y="780299"/>
                  </a:lnTo>
                  <a:lnTo>
                    <a:pt x="439450" y="781985"/>
                  </a:lnTo>
                  <a:lnTo>
                    <a:pt x="449519" y="795125"/>
                  </a:lnTo>
                  <a:lnTo>
                    <a:pt x="451957" y="798308"/>
                  </a:lnTo>
                  <a:lnTo>
                    <a:pt x="464172" y="814248"/>
                  </a:lnTo>
                  <a:lnTo>
                    <a:pt x="465449" y="815915"/>
                  </a:lnTo>
                  <a:lnTo>
                    <a:pt x="466736" y="817574"/>
                  </a:lnTo>
                  <a:lnTo>
                    <a:pt x="474618" y="827738"/>
                  </a:lnTo>
                  <a:lnTo>
                    <a:pt x="477074" y="830908"/>
                  </a:lnTo>
                  <a:lnTo>
                    <a:pt x="488727" y="845933"/>
                  </a:lnTo>
                  <a:lnTo>
                    <a:pt x="491301" y="849252"/>
                  </a:lnTo>
                  <a:lnTo>
                    <a:pt x="493041" y="853078"/>
                  </a:lnTo>
                  <a:lnTo>
                    <a:pt x="498500" y="865066"/>
                  </a:lnTo>
                  <a:lnTo>
                    <a:pt x="500163" y="868718"/>
                  </a:lnTo>
                  <a:lnTo>
                    <a:pt x="507447" y="884714"/>
                  </a:lnTo>
                  <a:lnTo>
                    <a:pt x="509108" y="888366"/>
                  </a:lnTo>
                  <a:lnTo>
                    <a:pt x="518809" y="909671"/>
                  </a:lnTo>
                  <a:lnTo>
                    <a:pt x="519680" y="911584"/>
                  </a:lnTo>
                  <a:lnTo>
                    <a:pt x="520546" y="913499"/>
                  </a:lnTo>
                  <a:lnTo>
                    <a:pt x="531988" y="939362"/>
                  </a:lnTo>
                  <a:lnTo>
                    <a:pt x="533157" y="942002"/>
                  </a:lnTo>
                  <a:lnTo>
                    <a:pt x="534848" y="945852"/>
                  </a:lnTo>
                  <a:lnTo>
                    <a:pt x="539650" y="956781"/>
                  </a:lnTo>
                  <a:lnTo>
                    <a:pt x="541342" y="960630"/>
                  </a:lnTo>
                  <a:lnTo>
                    <a:pt x="546227" y="971751"/>
                  </a:lnTo>
                  <a:lnTo>
                    <a:pt x="547918" y="975601"/>
                  </a:lnTo>
                  <a:lnTo>
                    <a:pt x="553040" y="987261"/>
                  </a:lnTo>
                  <a:lnTo>
                    <a:pt x="554730" y="991110"/>
                  </a:lnTo>
                  <a:lnTo>
                    <a:pt x="560125" y="1003391"/>
                  </a:lnTo>
                  <a:lnTo>
                    <a:pt x="561816" y="1007240"/>
                  </a:lnTo>
                  <a:lnTo>
                    <a:pt x="563515" y="1011085"/>
                  </a:lnTo>
                  <a:lnTo>
                    <a:pt x="569880" y="1025491"/>
                  </a:lnTo>
                  <a:lnTo>
                    <a:pt x="571577" y="1029331"/>
                  </a:lnTo>
                  <a:lnTo>
                    <a:pt x="578264" y="1044466"/>
                  </a:lnTo>
                  <a:lnTo>
                    <a:pt x="579961" y="1048312"/>
                  </a:lnTo>
                  <a:lnTo>
                    <a:pt x="582890" y="1048097"/>
                  </a:lnTo>
                  <a:lnTo>
                    <a:pt x="589486" y="1047615"/>
                  </a:lnTo>
                  <a:lnTo>
                    <a:pt x="589781" y="1047594"/>
                  </a:lnTo>
                  <a:lnTo>
                    <a:pt x="590234" y="1047549"/>
                  </a:lnTo>
                  <a:lnTo>
                    <a:pt x="591182" y="1047464"/>
                  </a:lnTo>
                  <a:lnTo>
                    <a:pt x="601157" y="1046719"/>
                  </a:lnTo>
                  <a:lnTo>
                    <a:pt x="634901" y="1044201"/>
                  </a:lnTo>
                  <a:lnTo>
                    <a:pt x="650995" y="1042915"/>
                  </a:lnTo>
                  <a:lnTo>
                    <a:pt x="651699" y="1042859"/>
                  </a:lnTo>
                  <a:lnTo>
                    <a:pt x="651986" y="1042836"/>
                  </a:lnTo>
                  <a:lnTo>
                    <a:pt x="653286" y="1042732"/>
                  </a:lnTo>
                  <a:lnTo>
                    <a:pt x="654105" y="1042667"/>
                  </a:lnTo>
                  <a:lnTo>
                    <a:pt x="669676" y="1041423"/>
                  </a:lnTo>
                  <a:lnTo>
                    <a:pt x="680678" y="1040710"/>
                  </a:lnTo>
                  <a:lnTo>
                    <a:pt x="683287" y="1040528"/>
                  </a:lnTo>
                  <a:lnTo>
                    <a:pt x="689262" y="1040110"/>
                  </a:lnTo>
                  <a:lnTo>
                    <a:pt x="696100" y="1039382"/>
                  </a:lnTo>
                  <a:lnTo>
                    <a:pt x="711378" y="1037749"/>
                  </a:lnTo>
                  <a:lnTo>
                    <a:pt x="713223" y="1037553"/>
                  </a:lnTo>
                  <a:lnTo>
                    <a:pt x="721068" y="1037534"/>
                  </a:lnTo>
                  <a:lnTo>
                    <a:pt x="733260" y="1036706"/>
                  </a:lnTo>
                  <a:lnTo>
                    <a:pt x="774971" y="1033861"/>
                  </a:lnTo>
                  <a:lnTo>
                    <a:pt x="777689" y="1033663"/>
                  </a:lnTo>
                  <a:lnTo>
                    <a:pt x="788044" y="1032934"/>
                  </a:lnTo>
                  <a:lnTo>
                    <a:pt x="789662" y="1032845"/>
                  </a:lnTo>
                  <a:lnTo>
                    <a:pt x="789494" y="1033388"/>
                  </a:lnTo>
                  <a:lnTo>
                    <a:pt x="799500" y="1031951"/>
                  </a:lnTo>
                  <a:lnTo>
                    <a:pt x="803067" y="1031439"/>
                  </a:lnTo>
                  <a:lnTo>
                    <a:pt x="822954" y="1028509"/>
                  </a:lnTo>
                  <a:lnTo>
                    <a:pt x="827815" y="1026974"/>
                  </a:lnTo>
                  <a:lnTo>
                    <a:pt x="834407" y="1024276"/>
                  </a:lnTo>
                  <a:lnTo>
                    <a:pt x="838806" y="1022229"/>
                  </a:lnTo>
                  <a:lnTo>
                    <a:pt x="844331" y="1019337"/>
                  </a:lnTo>
                  <a:lnTo>
                    <a:pt x="850625" y="1015816"/>
                  </a:lnTo>
                  <a:lnTo>
                    <a:pt x="855794" y="1012139"/>
                  </a:lnTo>
                  <a:lnTo>
                    <a:pt x="861024" y="1008524"/>
                  </a:lnTo>
                  <a:lnTo>
                    <a:pt x="864952" y="1005530"/>
                  </a:lnTo>
                  <a:lnTo>
                    <a:pt x="865830" y="1004652"/>
                  </a:lnTo>
                  <a:lnTo>
                    <a:pt x="866284" y="1004205"/>
                  </a:lnTo>
                  <a:lnTo>
                    <a:pt x="866517" y="1003970"/>
                  </a:lnTo>
                  <a:lnTo>
                    <a:pt x="866997" y="1003503"/>
                  </a:lnTo>
                  <a:lnTo>
                    <a:pt x="867207" y="1003297"/>
                  </a:lnTo>
                  <a:lnTo>
                    <a:pt x="867680" y="1002823"/>
                  </a:lnTo>
                  <a:lnTo>
                    <a:pt x="867901" y="1002605"/>
                  </a:lnTo>
                  <a:lnTo>
                    <a:pt x="868345" y="1002164"/>
                  </a:lnTo>
                  <a:lnTo>
                    <a:pt x="869479" y="1001015"/>
                  </a:lnTo>
                  <a:lnTo>
                    <a:pt x="874239" y="996191"/>
                  </a:lnTo>
                  <a:lnTo>
                    <a:pt x="874827" y="995609"/>
                  </a:lnTo>
                  <a:lnTo>
                    <a:pt x="875460" y="994948"/>
                  </a:lnTo>
                  <a:lnTo>
                    <a:pt x="885489" y="985008"/>
                  </a:lnTo>
                  <a:lnTo>
                    <a:pt x="885977" y="984525"/>
                  </a:lnTo>
                  <a:lnTo>
                    <a:pt x="889995" y="980535"/>
                  </a:lnTo>
                  <a:lnTo>
                    <a:pt x="892809" y="977869"/>
                  </a:lnTo>
                  <a:lnTo>
                    <a:pt x="894423" y="975842"/>
                  </a:lnTo>
                  <a:lnTo>
                    <a:pt x="896408" y="975492"/>
                  </a:lnTo>
                  <a:lnTo>
                    <a:pt x="900117" y="974834"/>
                  </a:lnTo>
                  <a:lnTo>
                    <a:pt x="903440" y="971409"/>
                  </a:lnTo>
                  <a:lnTo>
                    <a:pt x="903911" y="970920"/>
                  </a:lnTo>
                  <a:lnTo>
                    <a:pt x="906832" y="967885"/>
                  </a:lnTo>
                  <a:lnTo>
                    <a:pt x="916649" y="958985"/>
                  </a:lnTo>
                  <a:lnTo>
                    <a:pt x="917362" y="958350"/>
                  </a:lnTo>
                  <a:lnTo>
                    <a:pt x="930493" y="946646"/>
                  </a:lnTo>
                  <a:lnTo>
                    <a:pt x="931157" y="946055"/>
                  </a:lnTo>
                  <a:lnTo>
                    <a:pt x="934903" y="945347"/>
                  </a:lnTo>
                  <a:lnTo>
                    <a:pt x="937621" y="944834"/>
                  </a:lnTo>
                  <a:lnTo>
                    <a:pt x="943931" y="943643"/>
                  </a:lnTo>
                  <a:lnTo>
                    <a:pt x="952932" y="933547"/>
                  </a:lnTo>
                  <a:lnTo>
                    <a:pt x="966622" y="918579"/>
                  </a:lnTo>
                  <a:lnTo>
                    <a:pt x="973171" y="913313"/>
                  </a:lnTo>
                  <a:lnTo>
                    <a:pt x="974239" y="912429"/>
                  </a:lnTo>
                  <a:lnTo>
                    <a:pt x="974457" y="912248"/>
                  </a:lnTo>
                  <a:lnTo>
                    <a:pt x="975649" y="911264"/>
                  </a:lnTo>
                  <a:lnTo>
                    <a:pt x="979227" y="907488"/>
                  </a:lnTo>
                  <a:lnTo>
                    <a:pt x="979459" y="907243"/>
                  </a:lnTo>
                  <a:lnTo>
                    <a:pt x="983590" y="902768"/>
                  </a:lnTo>
                  <a:lnTo>
                    <a:pt x="985404" y="900803"/>
                  </a:lnTo>
                  <a:lnTo>
                    <a:pt x="990862" y="894891"/>
                  </a:lnTo>
                  <a:lnTo>
                    <a:pt x="990982" y="894763"/>
                  </a:lnTo>
                  <a:lnTo>
                    <a:pt x="991614" y="894088"/>
                  </a:lnTo>
                  <a:lnTo>
                    <a:pt x="993126" y="892415"/>
                  </a:lnTo>
                  <a:lnTo>
                    <a:pt x="993732" y="891760"/>
                  </a:lnTo>
                  <a:lnTo>
                    <a:pt x="1001631" y="883158"/>
                  </a:lnTo>
                  <a:lnTo>
                    <a:pt x="1003773" y="880840"/>
                  </a:lnTo>
                  <a:lnTo>
                    <a:pt x="1004355" y="880195"/>
                  </a:lnTo>
                  <a:lnTo>
                    <a:pt x="1007585" y="876696"/>
                  </a:lnTo>
                  <a:lnTo>
                    <a:pt x="1008945" y="875154"/>
                  </a:lnTo>
                  <a:lnTo>
                    <a:pt x="1009136" y="874937"/>
                  </a:lnTo>
                  <a:lnTo>
                    <a:pt x="1009694" y="874305"/>
                  </a:lnTo>
                  <a:lnTo>
                    <a:pt x="1010168" y="873767"/>
                  </a:lnTo>
                  <a:lnTo>
                    <a:pt x="1011567" y="872324"/>
                  </a:lnTo>
                  <a:lnTo>
                    <a:pt x="1011697" y="872189"/>
                  </a:lnTo>
                  <a:lnTo>
                    <a:pt x="1009143" y="870739"/>
                  </a:lnTo>
                  <a:lnTo>
                    <a:pt x="1008310" y="870267"/>
                  </a:lnTo>
                  <a:lnTo>
                    <a:pt x="1008101" y="870115"/>
                  </a:lnTo>
                  <a:lnTo>
                    <a:pt x="1002853" y="866302"/>
                  </a:lnTo>
                  <a:lnTo>
                    <a:pt x="1003580" y="865391"/>
                  </a:lnTo>
                  <a:lnTo>
                    <a:pt x="1003691" y="865238"/>
                  </a:lnTo>
                  <a:lnTo>
                    <a:pt x="1004570" y="863968"/>
                  </a:lnTo>
                  <a:lnTo>
                    <a:pt x="1005046" y="863261"/>
                  </a:lnTo>
                  <a:lnTo>
                    <a:pt x="1005601" y="862436"/>
                  </a:lnTo>
                  <a:lnTo>
                    <a:pt x="1005867" y="862213"/>
                  </a:lnTo>
                  <a:lnTo>
                    <a:pt x="1007564" y="860788"/>
                  </a:lnTo>
                  <a:lnTo>
                    <a:pt x="1009162" y="859445"/>
                  </a:lnTo>
                  <a:lnTo>
                    <a:pt x="1012124" y="856956"/>
                  </a:lnTo>
                  <a:lnTo>
                    <a:pt x="1011723" y="856720"/>
                  </a:lnTo>
                  <a:lnTo>
                    <a:pt x="1011305" y="856477"/>
                  </a:lnTo>
                  <a:lnTo>
                    <a:pt x="1017498" y="850072"/>
                  </a:lnTo>
                  <a:lnTo>
                    <a:pt x="1023326" y="844115"/>
                  </a:lnTo>
                  <a:lnTo>
                    <a:pt x="1024163" y="843259"/>
                  </a:lnTo>
                  <a:lnTo>
                    <a:pt x="1029524" y="839802"/>
                  </a:lnTo>
                  <a:lnTo>
                    <a:pt x="1031059" y="837610"/>
                  </a:lnTo>
                  <a:lnTo>
                    <a:pt x="1031755" y="836617"/>
                  </a:lnTo>
                  <a:lnTo>
                    <a:pt x="1031295" y="836226"/>
                  </a:lnTo>
                  <a:lnTo>
                    <a:pt x="1030591" y="835628"/>
                  </a:lnTo>
                  <a:lnTo>
                    <a:pt x="1035491" y="830181"/>
                  </a:lnTo>
                  <a:lnTo>
                    <a:pt x="1036874" y="828828"/>
                  </a:lnTo>
                  <a:lnTo>
                    <a:pt x="1047611" y="818329"/>
                  </a:lnTo>
                  <a:lnTo>
                    <a:pt x="1049202" y="816773"/>
                  </a:lnTo>
                  <a:lnTo>
                    <a:pt x="1055796" y="810327"/>
                  </a:lnTo>
                  <a:lnTo>
                    <a:pt x="1063980" y="802325"/>
                  </a:lnTo>
                  <a:lnTo>
                    <a:pt x="1072165" y="794322"/>
                  </a:lnTo>
                  <a:lnTo>
                    <a:pt x="1072421" y="794072"/>
                  </a:lnTo>
                  <a:lnTo>
                    <a:pt x="1073763" y="792760"/>
                  </a:lnTo>
                  <a:lnTo>
                    <a:pt x="1073988" y="792539"/>
                  </a:lnTo>
                  <a:lnTo>
                    <a:pt x="1074232" y="792300"/>
                  </a:lnTo>
                  <a:lnTo>
                    <a:pt x="1083414" y="783735"/>
                  </a:lnTo>
                  <a:lnTo>
                    <a:pt x="1093317" y="772699"/>
                  </a:lnTo>
                  <a:lnTo>
                    <a:pt x="1094498" y="771472"/>
                  </a:lnTo>
                  <a:lnTo>
                    <a:pt x="1097055" y="768836"/>
                  </a:lnTo>
                  <a:lnTo>
                    <a:pt x="1097940" y="767914"/>
                  </a:lnTo>
                  <a:lnTo>
                    <a:pt x="1099637" y="766590"/>
                  </a:lnTo>
                  <a:lnTo>
                    <a:pt x="1099883" y="766384"/>
                  </a:lnTo>
                  <a:lnTo>
                    <a:pt x="1100026" y="766233"/>
                  </a:lnTo>
                  <a:lnTo>
                    <a:pt x="1100156" y="766096"/>
                  </a:lnTo>
                  <a:lnTo>
                    <a:pt x="1103230" y="762870"/>
                  </a:lnTo>
                  <a:lnTo>
                    <a:pt x="1102921" y="762565"/>
                  </a:lnTo>
                  <a:lnTo>
                    <a:pt x="1101972" y="761636"/>
                  </a:lnTo>
                  <a:lnTo>
                    <a:pt x="1104232" y="759262"/>
                  </a:lnTo>
                  <a:lnTo>
                    <a:pt x="1107568" y="755803"/>
                  </a:lnTo>
                  <a:lnTo>
                    <a:pt x="1108619" y="754713"/>
                  </a:lnTo>
                  <a:lnTo>
                    <a:pt x="1112579" y="750629"/>
                  </a:lnTo>
                  <a:lnTo>
                    <a:pt x="1117381" y="745702"/>
                  </a:lnTo>
                  <a:lnTo>
                    <a:pt x="1121156" y="741862"/>
                  </a:lnTo>
                  <a:lnTo>
                    <a:pt x="1124400" y="738719"/>
                  </a:lnTo>
                  <a:lnTo>
                    <a:pt x="1131652" y="732235"/>
                  </a:lnTo>
                  <a:lnTo>
                    <a:pt x="1138472" y="726431"/>
                  </a:lnTo>
                  <a:lnTo>
                    <a:pt x="1142673" y="721943"/>
                  </a:lnTo>
                  <a:lnTo>
                    <a:pt x="1143258" y="721338"/>
                  </a:lnTo>
                  <a:lnTo>
                    <a:pt x="1146423" y="718065"/>
                  </a:lnTo>
                  <a:lnTo>
                    <a:pt x="1155311" y="709182"/>
                  </a:lnTo>
                  <a:lnTo>
                    <a:pt x="1159146" y="704656"/>
                  </a:lnTo>
                  <a:lnTo>
                    <a:pt x="1164472" y="695756"/>
                  </a:lnTo>
                  <a:lnTo>
                    <a:pt x="1166402" y="690799"/>
                  </a:lnTo>
                  <a:lnTo>
                    <a:pt x="1169011" y="683475"/>
                  </a:lnTo>
                  <a:lnTo>
                    <a:pt x="1171102" y="674619"/>
                  </a:lnTo>
                  <a:lnTo>
                    <a:pt x="1171800" y="665945"/>
                  </a:lnTo>
                  <a:lnTo>
                    <a:pt x="1172081" y="663093"/>
                  </a:lnTo>
                  <a:lnTo>
                    <a:pt x="1173167" y="662844"/>
                  </a:lnTo>
                  <a:lnTo>
                    <a:pt x="1173723" y="662717"/>
                  </a:lnTo>
                  <a:lnTo>
                    <a:pt x="1173879" y="662421"/>
                  </a:lnTo>
                  <a:lnTo>
                    <a:pt x="1173195" y="659865"/>
                  </a:lnTo>
                  <a:lnTo>
                    <a:pt x="1172430" y="657084"/>
                  </a:lnTo>
                  <a:lnTo>
                    <a:pt x="1171966" y="655393"/>
                  </a:lnTo>
                  <a:lnTo>
                    <a:pt x="1171829" y="654899"/>
                  </a:lnTo>
                  <a:lnTo>
                    <a:pt x="1171319" y="653043"/>
                  </a:lnTo>
                  <a:lnTo>
                    <a:pt x="1170313" y="649388"/>
                  </a:lnTo>
                  <a:lnTo>
                    <a:pt x="1167238" y="637892"/>
                  </a:lnTo>
                  <a:lnTo>
                    <a:pt x="1166672" y="635779"/>
                  </a:lnTo>
                  <a:lnTo>
                    <a:pt x="1166419" y="634627"/>
                  </a:lnTo>
                  <a:lnTo>
                    <a:pt x="1166754" y="634586"/>
                  </a:lnTo>
                  <a:lnTo>
                    <a:pt x="1167459" y="634499"/>
                  </a:lnTo>
                  <a:lnTo>
                    <a:pt x="1171088" y="647863"/>
                  </a:lnTo>
                  <a:lnTo>
                    <a:pt x="1172876" y="649136"/>
                  </a:lnTo>
                  <a:lnTo>
                    <a:pt x="1176459" y="651686"/>
                  </a:lnTo>
                  <a:lnTo>
                    <a:pt x="1177188" y="652205"/>
                  </a:lnTo>
                  <a:lnTo>
                    <a:pt x="1178618" y="653223"/>
                  </a:lnTo>
                  <a:lnTo>
                    <a:pt x="1179279" y="653314"/>
                  </a:lnTo>
                  <a:lnTo>
                    <a:pt x="1181041" y="653561"/>
                  </a:lnTo>
                  <a:lnTo>
                    <a:pt x="1181296" y="653595"/>
                  </a:lnTo>
                  <a:lnTo>
                    <a:pt x="1186068" y="654260"/>
                  </a:lnTo>
                  <a:lnTo>
                    <a:pt x="1189517" y="654741"/>
                  </a:lnTo>
                  <a:lnTo>
                    <a:pt x="1198015" y="660933"/>
                  </a:lnTo>
                  <a:lnTo>
                    <a:pt x="1202648" y="662567"/>
                  </a:lnTo>
                  <a:lnTo>
                    <a:pt x="1204472" y="662224"/>
                  </a:lnTo>
                  <a:lnTo>
                    <a:pt x="1201270" y="654248"/>
                  </a:lnTo>
                  <a:lnTo>
                    <a:pt x="1200881" y="653374"/>
                  </a:lnTo>
                  <a:lnTo>
                    <a:pt x="1201990" y="653648"/>
                  </a:lnTo>
                  <a:lnTo>
                    <a:pt x="1247483" y="664799"/>
                  </a:lnTo>
                  <a:lnTo>
                    <a:pt x="1263617" y="668754"/>
                  </a:lnTo>
                  <a:lnTo>
                    <a:pt x="1265410" y="669194"/>
                  </a:lnTo>
                  <a:lnTo>
                    <a:pt x="1265688" y="669263"/>
                  </a:lnTo>
                  <a:lnTo>
                    <a:pt x="1300609" y="678778"/>
                  </a:lnTo>
                  <a:lnTo>
                    <a:pt x="1301754" y="679090"/>
                  </a:lnTo>
                  <a:lnTo>
                    <a:pt x="1305861" y="680127"/>
                  </a:lnTo>
                  <a:lnTo>
                    <a:pt x="1315387" y="682632"/>
                  </a:lnTo>
                  <a:lnTo>
                    <a:pt x="1317357" y="680748"/>
                  </a:lnTo>
                  <a:lnTo>
                    <a:pt x="1321105" y="677188"/>
                  </a:lnTo>
                  <a:lnTo>
                    <a:pt x="1321819" y="676537"/>
                  </a:lnTo>
                  <a:lnTo>
                    <a:pt x="1325160" y="673680"/>
                  </a:lnTo>
                  <a:lnTo>
                    <a:pt x="1328948" y="670383"/>
                  </a:lnTo>
                  <a:lnTo>
                    <a:pt x="1329366" y="669971"/>
                  </a:lnTo>
                  <a:lnTo>
                    <a:pt x="1330943" y="668475"/>
                  </a:lnTo>
                  <a:lnTo>
                    <a:pt x="1333393" y="665824"/>
                  </a:lnTo>
                  <a:lnTo>
                    <a:pt x="1337304" y="661620"/>
                  </a:lnTo>
                  <a:lnTo>
                    <a:pt x="1339289" y="659480"/>
                  </a:lnTo>
                  <a:lnTo>
                    <a:pt x="1341220" y="657121"/>
                  </a:lnTo>
                  <a:lnTo>
                    <a:pt x="1343169" y="654737"/>
                  </a:lnTo>
                  <a:lnTo>
                    <a:pt x="1345038" y="652256"/>
                  </a:lnTo>
                  <a:lnTo>
                    <a:pt x="1346915" y="649639"/>
                  </a:lnTo>
                  <a:lnTo>
                    <a:pt x="1353495" y="642023"/>
                  </a:lnTo>
                  <a:lnTo>
                    <a:pt x="1357413" y="637496"/>
                  </a:lnTo>
                  <a:lnTo>
                    <a:pt x="1360881" y="633470"/>
                  </a:lnTo>
                  <a:lnTo>
                    <a:pt x="1365539" y="628187"/>
                  </a:lnTo>
                  <a:lnTo>
                    <a:pt x="1366556" y="626904"/>
                  </a:lnTo>
                  <a:lnTo>
                    <a:pt x="1368152" y="624892"/>
                  </a:lnTo>
                  <a:lnTo>
                    <a:pt x="1369204" y="623533"/>
                  </a:lnTo>
                  <a:lnTo>
                    <a:pt x="1370038" y="622393"/>
                  </a:lnTo>
                  <a:lnTo>
                    <a:pt x="1370233" y="622072"/>
                  </a:lnTo>
                  <a:lnTo>
                    <a:pt x="1371742" y="620561"/>
                  </a:lnTo>
                  <a:lnTo>
                    <a:pt x="1376153" y="616157"/>
                  </a:lnTo>
                  <a:lnTo>
                    <a:pt x="1376706" y="615705"/>
                  </a:lnTo>
                  <a:lnTo>
                    <a:pt x="1376928" y="615524"/>
                  </a:lnTo>
                  <a:lnTo>
                    <a:pt x="1377085" y="615396"/>
                  </a:lnTo>
                  <a:lnTo>
                    <a:pt x="1377561" y="615007"/>
                  </a:lnTo>
                  <a:lnTo>
                    <a:pt x="1385107" y="609313"/>
                  </a:lnTo>
                  <a:lnTo>
                    <a:pt x="1385805" y="608787"/>
                  </a:lnTo>
                  <a:lnTo>
                    <a:pt x="1390421" y="605305"/>
                  </a:lnTo>
                  <a:lnTo>
                    <a:pt x="1403085" y="615480"/>
                  </a:lnTo>
                  <a:lnTo>
                    <a:pt x="1403956" y="616178"/>
                  </a:lnTo>
                  <a:lnTo>
                    <a:pt x="1404402" y="616536"/>
                  </a:lnTo>
                  <a:lnTo>
                    <a:pt x="1405657" y="617545"/>
                  </a:lnTo>
                  <a:lnTo>
                    <a:pt x="1406971" y="618601"/>
                  </a:lnTo>
                  <a:lnTo>
                    <a:pt x="1411356" y="622124"/>
                  </a:lnTo>
                  <a:lnTo>
                    <a:pt x="1416525" y="626269"/>
                  </a:lnTo>
                  <a:lnTo>
                    <a:pt x="1430003" y="637075"/>
                  </a:lnTo>
                  <a:lnTo>
                    <a:pt x="1454492" y="651800"/>
                  </a:lnTo>
                  <a:lnTo>
                    <a:pt x="1454652" y="651896"/>
                  </a:lnTo>
                  <a:lnTo>
                    <a:pt x="1461133" y="660741"/>
                  </a:lnTo>
                  <a:lnTo>
                    <a:pt x="1474593" y="657443"/>
                  </a:lnTo>
                  <a:lnTo>
                    <a:pt x="1477053" y="656841"/>
                  </a:lnTo>
                  <a:lnTo>
                    <a:pt x="1485498" y="654771"/>
                  </a:lnTo>
                  <a:lnTo>
                    <a:pt x="1489676" y="653747"/>
                  </a:lnTo>
                  <a:lnTo>
                    <a:pt x="1492184" y="653133"/>
                  </a:lnTo>
                  <a:lnTo>
                    <a:pt x="1506163" y="649708"/>
                  </a:lnTo>
                  <a:lnTo>
                    <a:pt x="1507851" y="649294"/>
                  </a:lnTo>
                  <a:lnTo>
                    <a:pt x="1508690" y="649078"/>
                  </a:lnTo>
                  <a:lnTo>
                    <a:pt x="1531571" y="643189"/>
                  </a:lnTo>
                  <a:lnTo>
                    <a:pt x="1561241" y="635553"/>
                  </a:lnTo>
                  <a:lnTo>
                    <a:pt x="1561671" y="635442"/>
                  </a:lnTo>
                  <a:lnTo>
                    <a:pt x="1564589" y="634691"/>
                  </a:lnTo>
                  <a:lnTo>
                    <a:pt x="1568392" y="633712"/>
                  </a:lnTo>
                  <a:lnTo>
                    <a:pt x="1571647" y="632875"/>
                  </a:lnTo>
                  <a:lnTo>
                    <a:pt x="1577444" y="631383"/>
                  </a:lnTo>
                  <a:lnTo>
                    <a:pt x="1578217" y="631184"/>
                  </a:lnTo>
                  <a:lnTo>
                    <a:pt x="1579606" y="630827"/>
                  </a:lnTo>
                  <a:lnTo>
                    <a:pt x="1580992" y="630375"/>
                  </a:lnTo>
                  <a:lnTo>
                    <a:pt x="1582195" y="629982"/>
                  </a:lnTo>
                  <a:lnTo>
                    <a:pt x="1583901" y="629425"/>
                  </a:lnTo>
                  <a:lnTo>
                    <a:pt x="1584133" y="629349"/>
                  </a:lnTo>
                  <a:lnTo>
                    <a:pt x="1588333" y="627978"/>
                  </a:lnTo>
                  <a:lnTo>
                    <a:pt x="1593908" y="626170"/>
                  </a:lnTo>
                  <a:lnTo>
                    <a:pt x="1596545" y="625490"/>
                  </a:lnTo>
                  <a:lnTo>
                    <a:pt x="1607303" y="622715"/>
                  </a:lnTo>
                  <a:lnTo>
                    <a:pt x="1623157" y="618318"/>
                  </a:lnTo>
                  <a:lnTo>
                    <a:pt x="1625810" y="617582"/>
                  </a:lnTo>
                  <a:lnTo>
                    <a:pt x="1629144" y="616657"/>
                  </a:lnTo>
                  <a:lnTo>
                    <a:pt x="1641073" y="613348"/>
                  </a:lnTo>
                  <a:lnTo>
                    <a:pt x="1643041" y="612802"/>
                  </a:lnTo>
                  <a:lnTo>
                    <a:pt x="1645338" y="612125"/>
                  </a:lnTo>
                  <a:lnTo>
                    <a:pt x="1678698" y="602910"/>
                  </a:lnTo>
                  <a:lnTo>
                    <a:pt x="1458809" y="457864"/>
                  </a:lnTo>
                  <a:lnTo>
                    <a:pt x="1441921" y="446727"/>
                  </a:lnTo>
                  <a:lnTo>
                    <a:pt x="1415816" y="471931"/>
                  </a:lnTo>
                  <a:lnTo>
                    <a:pt x="1407815" y="466931"/>
                  </a:lnTo>
                  <a:lnTo>
                    <a:pt x="1407246" y="467827"/>
                  </a:lnTo>
                  <a:lnTo>
                    <a:pt x="1389893" y="456994"/>
                  </a:lnTo>
                  <a:lnTo>
                    <a:pt x="1372907" y="446667"/>
                  </a:lnTo>
                  <a:lnTo>
                    <a:pt x="1366926" y="443298"/>
                  </a:lnTo>
                  <a:lnTo>
                    <a:pt x="1355445" y="436832"/>
                  </a:lnTo>
                  <a:lnTo>
                    <a:pt x="1339158" y="428621"/>
                  </a:lnTo>
                  <a:lnTo>
                    <a:pt x="1328378" y="423386"/>
                  </a:lnTo>
                  <a:lnTo>
                    <a:pt x="1323729" y="421126"/>
                  </a:lnTo>
                  <a:lnTo>
                    <a:pt x="1320428" y="419551"/>
                  </a:lnTo>
                  <a:lnTo>
                    <a:pt x="1299267" y="409458"/>
                  </a:lnTo>
                  <a:lnTo>
                    <a:pt x="1277488" y="399551"/>
                  </a:lnTo>
                  <a:lnTo>
                    <a:pt x="1263466" y="391795"/>
                  </a:lnTo>
                  <a:lnTo>
                    <a:pt x="1255460" y="386631"/>
                  </a:lnTo>
                  <a:lnTo>
                    <a:pt x="1238616" y="375097"/>
                  </a:lnTo>
                  <a:lnTo>
                    <a:pt x="1196274" y="352776"/>
                  </a:lnTo>
                  <a:lnTo>
                    <a:pt x="1196692" y="351622"/>
                  </a:lnTo>
                  <a:lnTo>
                    <a:pt x="1182455" y="342834"/>
                  </a:lnTo>
                  <a:lnTo>
                    <a:pt x="1159889" y="327672"/>
                  </a:lnTo>
                  <a:lnTo>
                    <a:pt x="1159511" y="327393"/>
                  </a:lnTo>
                  <a:lnTo>
                    <a:pt x="1159133" y="327115"/>
                  </a:lnTo>
                  <a:lnTo>
                    <a:pt x="1158754" y="326837"/>
                  </a:lnTo>
                  <a:lnTo>
                    <a:pt x="1158375" y="326560"/>
                  </a:lnTo>
                  <a:lnTo>
                    <a:pt x="1157996" y="326283"/>
                  </a:lnTo>
                  <a:lnTo>
                    <a:pt x="1157616" y="326007"/>
                  </a:lnTo>
                  <a:lnTo>
                    <a:pt x="1157235" y="325732"/>
                  </a:lnTo>
                  <a:lnTo>
                    <a:pt x="1156854" y="325457"/>
                  </a:lnTo>
                  <a:lnTo>
                    <a:pt x="1156473" y="325183"/>
                  </a:lnTo>
                  <a:lnTo>
                    <a:pt x="1156091" y="324910"/>
                  </a:lnTo>
                  <a:lnTo>
                    <a:pt x="1155708" y="324637"/>
                  </a:lnTo>
                  <a:lnTo>
                    <a:pt x="1155326" y="324365"/>
                  </a:lnTo>
                  <a:lnTo>
                    <a:pt x="1154942" y="324093"/>
                  </a:lnTo>
                  <a:lnTo>
                    <a:pt x="1154559" y="323823"/>
                  </a:lnTo>
                  <a:lnTo>
                    <a:pt x="1154175" y="323552"/>
                  </a:lnTo>
                  <a:lnTo>
                    <a:pt x="1153790" y="323283"/>
                  </a:lnTo>
                  <a:lnTo>
                    <a:pt x="1153405" y="323014"/>
                  </a:lnTo>
                  <a:lnTo>
                    <a:pt x="1153020" y="322745"/>
                  </a:lnTo>
                  <a:lnTo>
                    <a:pt x="1152634" y="322478"/>
                  </a:lnTo>
                  <a:lnTo>
                    <a:pt x="1152247" y="322211"/>
                  </a:lnTo>
                  <a:lnTo>
                    <a:pt x="1151861" y="321944"/>
                  </a:lnTo>
                  <a:lnTo>
                    <a:pt x="1151473" y="321678"/>
                  </a:lnTo>
                  <a:lnTo>
                    <a:pt x="1151086" y="321413"/>
                  </a:lnTo>
                  <a:lnTo>
                    <a:pt x="1150698" y="321149"/>
                  </a:lnTo>
                  <a:lnTo>
                    <a:pt x="1150309" y="320885"/>
                  </a:lnTo>
                  <a:lnTo>
                    <a:pt x="1149920" y="320622"/>
                  </a:lnTo>
                  <a:lnTo>
                    <a:pt x="1149531" y="320359"/>
                  </a:lnTo>
                  <a:lnTo>
                    <a:pt x="1149316" y="320214"/>
                  </a:lnTo>
                  <a:lnTo>
                    <a:pt x="1149141" y="320097"/>
                  </a:lnTo>
                  <a:lnTo>
                    <a:pt x="1148751" y="319836"/>
                  </a:lnTo>
                  <a:lnTo>
                    <a:pt x="1148360" y="319575"/>
                  </a:lnTo>
                  <a:lnTo>
                    <a:pt x="1147969" y="319315"/>
                  </a:lnTo>
                  <a:lnTo>
                    <a:pt x="1147578" y="319056"/>
                  </a:lnTo>
                  <a:lnTo>
                    <a:pt x="1147186" y="318797"/>
                  </a:lnTo>
                  <a:lnTo>
                    <a:pt x="1146794" y="318539"/>
                  </a:lnTo>
                  <a:lnTo>
                    <a:pt x="1146401" y="318282"/>
                  </a:lnTo>
                  <a:lnTo>
                    <a:pt x="1146008" y="318025"/>
                  </a:lnTo>
                  <a:lnTo>
                    <a:pt x="1145614" y="317769"/>
                  </a:lnTo>
                  <a:lnTo>
                    <a:pt x="1145167" y="317479"/>
                  </a:lnTo>
                  <a:lnTo>
                    <a:pt x="1144826" y="317258"/>
                  </a:lnTo>
                  <a:lnTo>
                    <a:pt x="1144431" y="317004"/>
                  </a:lnTo>
                  <a:lnTo>
                    <a:pt x="1144035" y="316751"/>
                  </a:lnTo>
                  <a:lnTo>
                    <a:pt x="1143640" y="316498"/>
                  </a:lnTo>
                  <a:lnTo>
                    <a:pt x="1143244" y="316245"/>
                  </a:lnTo>
                  <a:lnTo>
                    <a:pt x="1143011" y="316098"/>
                  </a:lnTo>
                  <a:lnTo>
                    <a:pt x="1142847" y="315994"/>
                  </a:lnTo>
                  <a:lnTo>
                    <a:pt x="1142450" y="315743"/>
                  </a:lnTo>
                  <a:lnTo>
                    <a:pt x="1142053" y="315493"/>
                  </a:lnTo>
                  <a:lnTo>
                    <a:pt x="1141655" y="315243"/>
                  </a:lnTo>
                  <a:lnTo>
                    <a:pt x="1141257" y="314994"/>
                  </a:lnTo>
                  <a:lnTo>
                    <a:pt x="1140859" y="314746"/>
                  </a:lnTo>
                  <a:lnTo>
                    <a:pt x="1140460" y="314498"/>
                  </a:lnTo>
                  <a:lnTo>
                    <a:pt x="1140060" y="314251"/>
                  </a:lnTo>
                  <a:lnTo>
                    <a:pt x="1139661" y="314005"/>
                  </a:lnTo>
                  <a:lnTo>
                    <a:pt x="1139260" y="313759"/>
                  </a:lnTo>
                  <a:lnTo>
                    <a:pt x="1138860" y="313514"/>
                  </a:lnTo>
                  <a:lnTo>
                    <a:pt x="1138459" y="313270"/>
                  </a:lnTo>
                  <a:lnTo>
                    <a:pt x="1138058" y="313026"/>
                  </a:lnTo>
                  <a:lnTo>
                    <a:pt x="1137656" y="312783"/>
                  </a:lnTo>
                  <a:lnTo>
                    <a:pt x="1137254" y="312541"/>
                  </a:lnTo>
                  <a:lnTo>
                    <a:pt x="1136851" y="312299"/>
                  </a:lnTo>
                  <a:lnTo>
                    <a:pt x="1136448" y="312058"/>
                  </a:lnTo>
                  <a:lnTo>
                    <a:pt x="1136045" y="311818"/>
                  </a:lnTo>
                  <a:lnTo>
                    <a:pt x="1135641" y="311578"/>
                  </a:lnTo>
                  <a:lnTo>
                    <a:pt x="1135237" y="311339"/>
                  </a:lnTo>
                  <a:lnTo>
                    <a:pt x="1134832" y="311101"/>
                  </a:lnTo>
                  <a:lnTo>
                    <a:pt x="1134428" y="310863"/>
                  </a:lnTo>
                  <a:lnTo>
                    <a:pt x="1134022" y="310626"/>
                  </a:lnTo>
                  <a:lnTo>
                    <a:pt x="1133616" y="310390"/>
                  </a:lnTo>
                  <a:lnTo>
                    <a:pt x="1133210" y="310154"/>
                  </a:lnTo>
                  <a:lnTo>
                    <a:pt x="1132804" y="309919"/>
                  </a:lnTo>
                  <a:lnTo>
                    <a:pt x="1132397" y="309684"/>
                  </a:lnTo>
                  <a:lnTo>
                    <a:pt x="1131990" y="309451"/>
                  </a:lnTo>
                  <a:lnTo>
                    <a:pt x="1131582" y="309218"/>
                  </a:lnTo>
                  <a:lnTo>
                    <a:pt x="1131174" y="308985"/>
                  </a:lnTo>
                  <a:lnTo>
                    <a:pt x="1130766" y="308754"/>
                  </a:lnTo>
                  <a:lnTo>
                    <a:pt x="1130357" y="308523"/>
                  </a:lnTo>
                  <a:lnTo>
                    <a:pt x="1129948" y="308292"/>
                  </a:lnTo>
                  <a:lnTo>
                    <a:pt x="1129539" y="308063"/>
                  </a:lnTo>
                  <a:lnTo>
                    <a:pt x="1129129" y="307834"/>
                  </a:lnTo>
                  <a:lnTo>
                    <a:pt x="1128747" y="307621"/>
                  </a:lnTo>
                  <a:lnTo>
                    <a:pt x="1128365" y="307410"/>
                  </a:lnTo>
                  <a:lnTo>
                    <a:pt x="1127983" y="307199"/>
                  </a:lnTo>
                  <a:lnTo>
                    <a:pt x="1127601" y="306988"/>
                  </a:lnTo>
                  <a:lnTo>
                    <a:pt x="1100249" y="290948"/>
                  </a:lnTo>
                  <a:lnTo>
                    <a:pt x="1049417" y="261515"/>
                  </a:lnTo>
                  <a:lnTo>
                    <a:pt x="1048919" y="261221"/>
                  </a:lnTo>
                  <a:lnTo>
                    <a:pt x="1048420" y="260929"/>
                  </a:lnTo>
                  <a:lnTo>
                    <a:pt x="1047921" y="260637"/>
                  </a:lnTo>
                  <a:lnTo>
                    <a:pt x="1047422" y="260345"/>
                  </a:lnTo>
                  <a:lnTo>
                    <a:pt x="1046922" y="260055"/>
                  </a:lnTo>
                  <a:lnTo>
                    <a:pt x="1046422" y="259765"/>
                  </a:lnTo>
                  <a:lnTo>
                    <a:pt x="1046078" y="259566"/>
                  </a:lnTo>
                  <a:lnTo>
                    <a:pt x="1045921" y="259475"/>
                  </a:lnTo>
                  <a:lnTo>
                    <a:pt x="1045420" y="259187"/>
                  </a:lnTo>
                  <a:lnTo>
                    <a:pt x="1044919" y="258899"/>
                  </a:lnTo>
                  <a:lnTo>
                    <a:pt x="1044417" y="258611"/>
                  </a:lnTo>
                  <a:lnTo>
                    <a:pt x="1043915" y="258325"/>
                  </a:lnTo>
                  <a:lnTo>
                    <a:pt x="1043413" y="258039"/>
                  </a:lnTo>
                  <a:lnTo>
                    <a:pt x="1042910" y="257753"/>
                  </a:lnTo>
                  <a:lnTo>
                    <a:pt x="1042406" y="257469"/>
                  </a:lnTo>
                  <a:lnTo>
                    <a:pt x="1041903" y="257185"/>
                  </a:lnTo>
                  <a:lnTo>
                    <a:pt x="1041399" y="256901"/>
                  </a:lnTo>
                  <a:lnTo>
                    <a:pt x="1040895" y="256619"/>
                  </a:lnTo>
                  <a:lnTo>
                    <a:pt x="1040390" y="256337"/>
                  </a:lnTo>
                  <a:lnTo>
                    <a:pt x="1039885" y="256055"/>
                  </a:lnTo>
                  <a:lnTo>
                    <a:pt x="1039379" y="255775"/>
                  </a:lnTo>
                  <a:lnTo>
                    <a:pt x="1038874" y="255495"/>
                  </a:lnTo>
                  <a:lnTo>
                    <a:pt x="1038367" y="255215"/>
                  </a:lnTo>
                  <a:lnTo>
                    <a:pt x="1037861" y="254937"/>
                  </a:lnTo>
                  <a:lnTo>
                    <a:pt x="1037354" y="254659"/>
                  </a:lnTo>
                  <a:lnTo>
                    <a:pt x="1036847" y="254382"/>
                  </a:lnTo>
                  <a:lnTo>
                    <a:pt x="1036339" y="254105"/>
                  </a:lnTo>
                  <a:lnTo>
                    <a:pt x="1035831" y="253829"/>
                  </a:lnTo>
                  <a:lnTo>
                    <a:pt x="1035323" y="253554"/>
                  </a:lnTo>
                  <a:lnTo>
                    <a:pt x="1034814" y="253279"/>
                  </a:lnTo>
                  <a:lnTo>
                    <a:pt x="1034305" y="253005"/>
                  </a:lnTo>
                  <a:lnTo>
                    <a:pt x="1034132" y="252912"/>
                  </a:lnTo>
                  <a:lnTo>
                    <a:pt x="1033796" y="252732"/>
                  </a:lnTo>
                  <a:lnTo>
                    <a:pt x="1033286" y="252459"/>
                  </a:lnTo>
                  <a:lnTo>
                    <a:pt x="1032776" y="252187"/>
                  </a:lnTo>
                  <a:lnTo>
                    <a:pt x="1032265" y="251916"/>
                  </a:lnTo>
                  <a:lnTo>
                    <a:pt x="1031754" y="251645"/>
                  </a:lnTo>
                  <a:lnTo>
                    <a:pt x="1031243" y="251376"/>
                  </a:lnTo>
                  <a:lnTo>
                    <a:pt x="1030988" y="251241"/>
                  </a:lnTo>
                  <a:lnTo>
                    <a:pt x="1030731" y="251106"/>
                  </a:lnTo>
                  <a:lnTo>
                    <a:pt x="1030219" y="250838"/>
                  </a:lnTo>
                  <a:lnTo>
                    <a:pt x="1029707" y="250570"/>
                  </a:lnTo>
                  <a:lnTo>
                    <a:pt x="1029195" y="250303"/>
                  </a:lnTo>
                  <a:lnTo>
                    <a:pt x="1028682" y="250036"/>
                  </a:lnTo>
                  <a:lnTo>
                    <a:pt x="1028168" y="249770"/>
                  </a:lnTo>
                  <a:lnTo>
                    <a:pt x="1027655" y="249505"/>
                  </a:lnTo>
                  <a:lnTo>
                    <a:pt x="1027140" y="249241"/>
                  </a:lnTo>
                  <a:lnTo>
                    <a:pt x="1026626" y="248977"/>
                  </a:lnTo>
                  <a:lnTo>
                    <a:pt x="1026111" y="248714"/>
                  </a:lnTo>
                  <a:lnTo>
                    <a:pt x="1025596" y="248452"/>
                  </a:lnTo>
                  <a:lnTo>
                    <a:pt x="1025081" y="248190"/>
                  </a:lnTo>
                  <a:lnTo>
                    <a:pt x="1024565" y="247929"/>
                  </a:lnTo>
                  <a:lnTo>
                    <a:pt x="1024049" y="247668"/>
                  </a:lnTo>
                  <a:lnTo>
                    <a:pt x="1023533" y="247409"/>
                  </a:lnTo>
                  <a:lnTo>
                    <a:pt x="1023016" y="247150"/>
                  </a:lnTo>
                  <a:lnTo>
                    <a:pt x="1022499" y="246891"/>
                  </a:lnTo>
                  <a:lnTo>
                    <a:pt x="1022330" y="246807"/>
                  </a:lnTo>
                  <a:lnTo>
                    <a:pt x="1022177" y="246731"/>
                  </a:lnTo>
                  <a:lnTo>
                    <a:pt x="1021981" y="246634"/>
                  </a:lnTo>
                  <a:lnTo>
                    <a:pt x="1021463" y="246377"/>
                  </a:lnTo>
                  <a:lnTo>
                    <a:pt x="1020945" y="246121"/>
                  </a:lnTo>
                  <a:lnTo>
                    <a:pt x="1020427" y="245865"/>
                  </a:lnTo>
                  <a:lnTo>
                    <a:pt x="1019908" y="245610"/>
                  </a:lnTo>
                  <a:lnTo>
                    <a:pt x="1019389" y="245356"/>
                  </a:lnTo>
                  <a:lnTo>
                    <a:pt x="1018869" y="245102"/>
                  </a:lnTo>
                  <a:lnTo>
                    <a:pt x="1018349" y="244850"/>
                  </a:lnTo>
                  <a:lnTo>
                    <a:pt x="1017829" y="244597"/>
                  </a:lnTo>
                  <a:lnTo>
                    <a:pt x="1017309" y="244346"/>
                  </a:lnTo>
                  <a:lnTo>
                    <a:pt x="1016788" y="244095"/>
                  </a:lnTo>
                  <a:lnTo>
                    <a:pt x="1016267" y="243845"/>
                  </a:lnTo>
                  <a:lnTo>
                    <a:pt x="1015745" y="243596"/>
                  </a:lnTo>
                  <a:lnTo>
                    <a:pt x="1015224" y="243347"/>
                  </a:lnTo>
                  <a:lnTo>
                    <a:pt x="1014702" y="243099"/>
                  </a:lnTo>
                  <a:lnTo>
                    <a:pt x="1014203" y="242863"/>
                  </a:lnTo>
                  <a:lnTo>
                    <a:pt x="1013705" y="242628"/>
                  </a:lnTo>
                  <a:lnTo>
                    <a:pt x="1013206" y="242393"/>
                  </a:lnTo>
                  <a:lnTo>
                    <a:pt x="1012707" y="242159"/>
                  </a:lnTo>
                  <a:lnTo>
                    <a:pt x="1012207" y="241926"/>
                  </a:lnTo>
                  <a:lnTo>
                    <a:pt x="1011707" y="241693"/>
                  </a:lnTo>
                  <a:lnTo>
                    <a:pt x="1011207" y="241461"/>
                  </a:lnTo>
                  <a:lnTo>
                    <a:pt x="1010707" y="241230"/>
                  </a:lnTo>
                  <a:lnTo>
                    <a:pt x="1010206" y="240999"/>
                  </a:lnTo>
                  <a:lnTo>
                    <a:pt x="1009688" y="240761"/>
                  </a:lnTo>
                  <a:lnTo>
                    <a:pt x="1009169" y="240523"/>
                  </a:lnTo>
                  <a:lnTo>
                    <a:pt x="1008651" y="240286"/>
                  </a:lnTo>
                  <a:lnTo>
                    <a:pt x="1008131" y="240050"/>
                  </a:lnTo>
                  <a:lnTo>
                    <a:pt x="1007612" y="239815"/>
                  </a:lnTo>
                  <a:lnTo>
                    <a:pt x="1007092" y="239580"/>
                  </a:lnTo>
                  <a:lnTo>
                    <a:pt x="1006572" y="239346"/>
                  </a:lnTo>
                  <a:lnTo>
                    <a:pt x="1006051" y="239112"/>
                  </a:lnTo>
                  <a:lnTo>
                    <a:pt x="1005530" y="238879"/>
                  </a:lnTo>
                  <a:lnTo>
                    <a:pt x="1005009" y="238647"/>
                  </a:lnTo>
                  <a:lnTo>
                    <a:pt x="1004488" y="238416"/>
                  </a:lnTo>
                  <a:lnTo>
                    <a:pt x="1003966" y="238185"/>
                  </a:lnTo>
                  <a:lnTo>
                    <a:pt x="1003444" y="237955"/>
                  </a:lnTo>
                  <a:lnTo>
                    <a:pt x="1002922" y="237726"/>
                  </a:lnTo>
                  <a:lnTo>
                    <a:pt x="1002399" y="237497"/>
                  </a:lnTo>
                  <a:lnTo>
                    <a:pt x="1001877" y="237269"/>
                  </a:lnTo>
                  <a:lnTo>
                    <a:pt x="1001184" y="236968"/>
                  </a:lnTo>
                  <a:lnTo>
                    <a:pt x="1000830" y="236815"/>
                  </a:lnTo>
                  <a:lnTo>
                    <a:pt x="1000306" y="236589"/>
                  </a:lnTo>
                  <a:lnTo>
                    <a:pt x="999782" y="236364"/>
                  </a:lnTo>
                  <a:lnTo>
                    <a:pt x="999258" y="236139"/>
                  </a:lnTo>
                  <a:lnTo>
                    <a:pt x="998733" y="235916"/>
                  </a:lnTo>
                  <a:lnTo>
                    <a:pt x="998208" y="235692"/>
                  </a:lnTo>
                  <a:lnTo>
                    <a:pt x="997683" y="235470"/>
                  </a:lnTo>
                  <a:lnTo>
                    <a:pt x="977377" y="226168"/>
                  </a:lnTo>
                  <a:lnTo>
                    <a:pt x="945193" y="211430"/>
                  </a:lnTo>
                  <a:lnTo>
                    <a:pt x="919522" y="200042"/>
                  </a:lnTo>
                  <a:lnTo>
                    <a:pt x="900241" y="192028"/>
                  </a:lnTo>
                  <a:lnTo>
                    <a:pt x="834646" y="163681"/>
                  </a:lnTo>
                  <a:lnTo>
                    <a:pt x="796991" y="146495"/>
                  </a:lnTo>
                  <a:lnTo>
                    <a:pt x="753000" y="127548"/>
                  </a:lnTo>
                  <a:lnTo>
                    <a:pt x="716339" y="111161"/>
                  </a:lnTo>
                  <a:lnTo>
                    <a:pt x="693635" y="101281"/>
                  </a:lnTo>
                  <a:lnTo>
                    <a:pt x="637954" y="76697"/>
                  </a:lnTo>
                  <a:lnTo>
                    <a:pt x="609958" y="64210"/>
                  </a:lnTo>
                  <a:lnTo>
                    <a:pt x="594895" y="57766"/>
                  </a:lnTo>
                  <a:lnTo>
                    <a:pt x="579810" y="51073"/>
                  </a:lnTo>
                  <a:lnTo>
                    <a:pt x="565187" y="45071"/>
                  </a:lnTo>
                  <a:lnTo>
                    <a:pt x="551675" y="39037"/>
                  </a:lnTo>
                  <a:lnTo>
                    <a:pt x="525857" y="27916"/>
                  </a:lnTo>
                  <a:lnTo>
                    <a:pt x="507547" y="20107"/>
                  </a:lnTo>
                  <a:lnTo>
                    <a:pt x="507150" y="21019"/>
                  </a:lnTo>
                  <a:lnTo>
                    <a:pt x="506623" y="22223"/>
                  </a:lnTo>
                  <a:lnTo>
                    <a:pt x="506261" y="23050"/>
                  </a:lnTo>
                  <a:lnTo>
                    <a:pt x="505213" y="25445"/>
                  </a:lnTo>
                  <a:lnTo>
                    <a:pt x="503581" y="29175"/>
                  </a:lnTo>
                  <a:lnTo>
                    <a:pt x="503144" y="30177"/>
                  </a:lnTo>
                  <a:lnTo>
                    <a:pt x="499572" y="28625"/>
                  </a:lnTo>
                  <a:lnTo>
                    <a:pt x="483962" y="31667"/>
                  </a:lnTo>
                  <a:lnTo>
                    <a:pt x="480132" y="36647"/>
                  </a:lnTo>
                  <a:lnTo>
                    <a:pt x="478751" y="38445"/>
                  </a:lnTo>
                  <a:lnTo>
                    <a:pt x="472103" y="44687"/>
                  </a:lnTo>
                  <a:lnTo>
                    <a:pt x="467311" y="45154"/>
                  </a:lnTo>
                  <a:lnTo>
                    <a:pt x="466968" y="45098"/>
                  </a:lnTo>
                  <a:lnTo>
                    <a:pt x="466625" y="45042"/>
                  </a:lnTo>
                  <a:lnTo>
                    <a:pt x="466282" y="44985"/>
                  </a:lnTo>
                  <a:lnTo>
                    <a:pt x="465939" y="44927"/>
                  </a:lnTo>
                  <a:lnTo>
                    <a:pt x="465597" y="44868"/>
                  </a:lnTo>
                  <a:lnTo>
                    <a:pt x="465254" y="44809"/>
                  </a:lnTo>
                  <a:lnTo>
                    <a:pt x="464912" y="44749"/>
                  </a:lnTo>
                  <a:lnTo>
                    <a:pt x="464570" y="44689"/>
                  </a:lnTo>
                  <a:lnTo>
                    <a:pt x="464227" y="44628"/>
                  </a:lnTo>
                  <a:lnTo>
                    <a:pt x="463885" y="44566"/>
                  </a:lnTo>
                  <a:lnTo>
                    <a:pt x="463544" y="44503"/>
                  </a:lnTo>
                  <a:lnTo>
                    <a:pt x="463176" y="44435"/>
                  </a:lnTo>
                  <a:lnTo>
                    <a:pt x="462808" y="44366"/>
                  </a:lnTo>
                  <a:lnTo>
                    <a:pt x="462441" y="44297"/>
                  </a:lnTo>
                  <a:lnTo>
                    <a:pt x="462074" y="44226"/>
                  </a:lnTo>
                  <a:lnTo>
                    <a:pt x="461707" y="44155"/>
                  </a:lnTo>
                  <a:lnTo>
                    <a:pt x="461340" y="44083"/>
                  </a:lnTo>
                  <a:lnTo>
                    <a:pt x="460973" y="44010"/>
                  </a:lnTo>
                  <a:lnTo>
                    <a:pt x="460607" y="43936"/>
                  </a:lnTo>
                  <a:lnTo>
                    <a:pt x="460240" y="43862"/>
                  </a:lnTo>
                  <a:lnTo>
                    <a:pt x="459874" y="43786"/>
                  </a:lnTo>
                  <a:lnTo>
                    <a:pt x="459508" y="43710"/>
                  </a:lnTo>
                  <a:lnTo>
                    <a:pt x="459142" y="43633"/>
                  </a:lnTo>
                  <a:lnTo>
                    <a:pt x="458795" y="43560"/>
                  </a:lnTo>
                  <a:lnTo>
                    <a:pt x="458448" y="43485"/>
                  </a:lnTo>
                  <a:lnTo>
                    <a:pt x="458102" y="43410"/>
                  </a:lnTo>
                  <a:lnTo>
                    <a:pt x="457755" y="43335"/>
                  </a:lnTo>
                  <a:lnTo>
                    <a:pt x="457409" y="43258"/>
                  </a:lnTo>
                  <a:lnTo>
                    <a:pt x="457063" y="43181"/>
                  </a:lnTo>
                  <a:lnTo>
                    <a:pt x="456717" y="43103"/>
                  </a:lnTo>
                  <a:lnTo>
                    <a:pt x="456371" y="43024"/>
                  </a:lnTo>
                  <a:lnTo>
                    <a:pt x="456136" y="42970"/>
                  </a:lnTo>
                  <a:lnTo>
                    <a:pt x="455901" y="42915"/>
                  </a:lnTo>
                  <a:lnTo>
                    <a:pt x="455666" y="42859"/>
                  </a:lnTo>
                  <a:lnTo>
                    <a:pt x="455432" y="42803"/>
                  </a:lnTo>
                  <a:lnTo>
                    <a:pt x="455198" y="42746"/>
                  </a:lnTo>
                  <a:lnTo>
                    <a:pt x="454964" y="42688"/>
                  </a:lnTo>
                  <a:lnTo>
                    <a:pt x="454730" y="42630"/>
                  </a:lnTo>
                  <a:lnTo>
                    <a:pt x="454496" y="42570"/>
                  </a:lnTo>
                  <a:lnTo>
                    <a:pt x="454262" y="42510"/>
                  </a:lnTo>
                  <a:lnTo>
                    <a:pt x="454029" y="42449"/>
                  </a:lnTo>
                  <a:lnTo>
                    <a:pt x="453796" y="42388"/>
                  </a:lnTo>
                  <a:lnTo>
                    <a:pt x="453563" y="42325"/>
                  </a:lnTo>
                  <a:lnTo>
                    <a:pt x="453330" y="42262"/>
                  </a:lnTo>
                  <a:lnTo>
                    <a:pt x="453098" y="42199"/>
                  </a:lnTo>
                  <a:lnTo>
                    <a:pt x="452865" y="42134"/>
                  </a:lnTo>
                  <a:lnTo>
                    <a:pt x="452633" y="42069"/>
                  </a:lnTo>
                  <a:lnTo>
                    <a:pt x="452401" y="42003"/>
                  </a:lnTo>
                  <a:lnTo>
                    <a:pt x="452169" y="41936"/>
                  </a:lnTo>
                  <a:lnTo>
                    <a:pt x="451938" y="41869"/>
                  </a:lnTo>
                  <a:lnTo>
                    <a:pt x="451706" y="41800"/>
                  </a:lnTo>
                  <a:lnTo>
                    <a:pt x="451475" y="41731"/>
                  </a:lnTo>
                  <a:lnTo>
                    <a:pt x="451244" y="41662"/>
                  </a:lnTo>
                  <a:lnTo>
                    <a:pt x="451014" y="41591"/>
                  </a:lnTo>
                  <a:lnTo>
                    <a:pt x="448313" y="40710"/>
                  </a:lnTo>
                  <a:lnTo>
                    <a:pt x="441607" y="38548"/>
                  </a:lnTo>
                  <a:lnTo>
                    <a:pt x="434938" y="36372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g25"/>
            <p:cNvSpPr/>
            <p:nvPr/>
          </p:nvSpPr>
          <p:spPr>
            <a:xfrm>
              <a:off x="3327779" y="3680978"/>
              <a:ext cx="820155" cy="702974"/>
            </a:xfrm>
            <a:custGeom>
              <a:avLst/>
              <a:gdLst/>
              <a:ahLst/>
              <a:cxnLst/>
              <a:rect l="0" t="0" r="0" b="0"/>
              <a:pathLst>
                <a:path w="820155" h="702974">
                  <a:moveTo>
                    <a:pt x="701516" y="408"/>
                  </a:moveTo>
                  <a:lnTo>
                    <a:pt x="693355" y="855"/>
                  </a:lnTo>
                  <a:lnTo>
                    <a:pt x="689918" y="834"/>
                  </a:lnTo>
                  <a:lnTo>
                    <a:pt x="682255" y="788"/>
                  </a:lnTo>
                  <a:lnTo>
                    <a:pt x="675574" y="1479"/>
                  </a:lnTo>
                  <a:lnTo>
                    <a:pt x="670108" y="2873"/>
                  </a:lnTo>
                  <a:lnTo>
                    <a:pt x="669001" y="3345"/>
                  </a:lnTo>
                  <a:lnTo>
                    <a:pt x="666909" y="4199"/>
                  </a:lnTo>
                  <a:lnTo>
                    <a:pt x="663952" y="5424"/>
                  </a:lnTo>
                  <a:lnTo>
                    <a:pt x="659064" y="8291"/>
                  </a:lnTo>
                  <a:lnTo>
                    <a:pt x="658457" y="8830"/>
                  </a:lnTo>
                  <a:lnTo>
                    <a:pt x="657343" y="9819"/>
                  </a:lnTo>
                  <a:lnTo>
                    <a:pt x="654871" y="12012"/>
                  </a:lnTo>
                  <a:lnTo>
                    <a:pt x="654488" y="12383"/>
                  </a:lnTo>
                  <a:lnTo>
                    <a:pt x="650948" y="15809"/>
                  </a:lnTo>
                  <a:lnTo>
                    <a:pt x="650762" y="16015"/>
                  </a:lnTo>
                  <a:lnTo>
                    <a:pt x="648742" y="18252"/>
                  </a:lnTo>
                  <a:lnTo>
                    <a:pt x="645551" y="21825"/>
                  </a:lnTo>
                  <a:lnTo>
                    <a:pt x="644137" y="23490"/>
                  </a:lnTo>
                  <a:lnTo>
                    <a:pt x="642552" y="25542"/>
                  </a:lnTo>
                  <a:lnTo>
                    <a:pt x="639410" y="30193"/>
                  </a:lnTo>
                  <a:lnTo>
                    <a:pt x="637585" y="33501"/>
                  </a:lnTo>
                  <a:lnTo>
                    <a:pt x="635798" y="36847"/>
                  </a:lnTo>
                  <a:lnTo>
                    <a:pt x="634438" y="39452"/>
                  </a:lnTo>
                  <a:lnTo>
                    <a:pt x="633253" y="41700"/>
                  </a:lnTo>
                  <a:lnTo>
                    <a:pt x="633138" y="41918"/>
                  </a:lnTo>
                  <a:lnTo>
                    <a:pt x="630883" y="46195"/>
                  </a:lnTo>
                  <a:lnTo>
                    <a:pt x="629993" y="47792"/>
                  </a:lnTo>
                  <a:lnTo>
                    <a:pt x="628989" y="49653"/>
                  </a:lnTo>
                  <a:lnTo>
                    <a:pt x="628892" y="49838"/>
                  </a:lnTo>
                  <a:lnTo>
                    <a:pt x="628793" y="50024"/>
                  </a:lnTo>
                  <a:lnTo>
                    <a:pt x="628694" y="50209"/>
                  </a:lnTo>
                  <a:lnTo>
                    <a:pt x="628594" y="50393"/>
                  </a:lnTo>
                  <a:lnTo>
                    <a:pt x="628494" y="50578"/>
                  </a:lnTo>
                  <a:lnTo>
                    <a:pt x="628393" y="50761"/>
                  </a:lnTo>
                  <a:lnTo>
                    <a:pt x="628291" y="50945"/>
                  </a:lnTo>
                  <a:lnTo>
                    <a:pt x="628188" y="51128"/>
                  </a:lnTo>
                  <a:lnTo>
                    <a:pt x="628085" y="51311"/>
                  </a:lnTo>
                  <a:lnTo>
                    <a:pt x="627981" y="51493"/>
                  </a:lnTo>
                  <a:lnTo>
                    <a:pt x="627877" y="51675"/>
                  </a:lnTo>
                  <a:lnTo>
                    <a:pt x="627772" y="51857"/>
                  </a:lnTo>
                  <a:lnTo>
                    <a:pt x="627666" y="52038"/>
                  </a:lnTo>
                  <a:lnTo>
                    <a:pt x="627560" y="52219"/>
                  </a:lnTo>
                  <a:lnTo>
                    <a:pt x="627453" y="52399"/>
                  </a:lnTo>
                  <a:lnTo>
                    <a:pt x="627345" y="52579"/>
                  </a:lnTo>
                  <a:lnTo>
                    <a:pt x="627237" y="52759"/>
                  </a:lnTo>
                  <a:lnTo>
                    <a:pt x="627128" y="52938"/>
                  </a:lnTo>
                  <a:lnTo>
                    <a:pt x="627018" y="53117"/>
                  </a:lnTo>
                  <a:lnTo>
                    <a:pt x="626908" y="53296"/>
                  </a:lnTo>
                  <a:lnTo>
                    <a:pt x="626797" y="53474"/>
                  </a:lnTo>
                  <a:lnTo>
                    <a:pt x="626685" y="53651"/>
                  </a:lnTo>
                  <a:lnTo>
                    <a:pt x="626573" y="53829"/>
                  </a:lnTo>
                  <a:lnTo>
                    <a:pt x="626460" y="54005"/>
                  </a:lnTo>
                  <a:lnTo>
                    <a:pt x="626346" y="54182"/>
                  </a:lnTo>
                  <a:lnTo>
                    <a:pt x="626232" y="54358"/>
                  </a:lnTo>
                  <a:lnTo>
                    <a:pt x="626117" y="54533"/>
                  </a:lnTo>
                  <a:lnTo>
                    <a:pt x="626002" y="54708"/>
                  </a:lnTo>
                  <a:lnTo>
                    <a:pt x="625886" y="54883"/>
                  </a:lnTo>
                  <a:lnTo>
                    <a:pt x="625769" y="55058"/>
                  </a:lnTo>
                  <a:lnTo>
                    <a:pt x="625652" y="55231"/>
                  </a:lnTo>
                  <a:lnTo>
                    <a:pt x="625534" y="55405"/>
                  </a:lnTo>
                  <a:lnTo>
                    <a:pt x="625415" y="55578"/>
                  </a:lnTo>
                  <a:lnTo>
                    <a:pt x="625296" y="55751"/>
                  </a:lnTo>
                  <a:lnTo>
                    <a:pt x="625176" y="55923"/>
                  </a:lnTo>
                  <a:lnTo>
                    <a:pt x="625055" y="56094"/>
                  </a:lnTo>
                  <a:lnTo>
                    <a:pt x="624934" y="56266"/>
                  </a:lnTo>
                  <a:lnTo>
                    <a:pt x="624813" y="56437"/>
                  </a:lnTo>
                  <a:lnTo>
                    <a:pt x="624690" y="56607"/>
                  </a:lnTo>
                  <a:lnTo>
                    <a:pt x="624567" y="56777"/>
                  </a:lnTo>
                  <a:lnTo>
                    <a:pt x="624444" y="56946"/>
                  </a:lnTo>
                  <a:lnTo>
                    <a:pt x="624320" y="57115"/>
                  </a:lnTo>
                  <a:lnTo>
                    <a:pt x="624195" y="57284"/>
                  </a:lnTo>
                  <a:lnTo>
                    <a:pt x="624069" y="57452"/>
                  </a:lnTo>
                  <a:lnTo>
                    <a:pt x="623943" y="57620"/>
                  </a:lnTo>
                  <a:lnTo>
                    <a:pt x="623817" y="57787"/>
                  </a:lnTo>
                  <a:lnTo>
                    <a:pt x="623690" y="57954"/>
                  </a:lnTo>
                  <a:lnTo>
                    <a:pt x="623562" y="58120"/>
                  </a:lnTo>
                  <a:lnTo>
                    <a:pt x="623433" y="58286"/>
                  </a:lnTo>
                  <a:lnTo>
                    <a:pt x="623304" y="58451"/>
                  </a:lnTo>
                  <a:lnTo>
                    <a:pt x="623175" y="58616"/>
                  </a:lnTo>
                  <a:lnTo>
                    <a:pt x="623044" y="58780"/>
                  </a:lnTo>
                  <a:lnTo>
                    <a:pt x="622914" y="58944"/>
                  </a:lnTo>
                  <a:lnTo>
                    <a:pt x="622782" y="59108"/>
                  </a:lnTo>
                  <a:lnTo>
                    <a:pt x="622650" y="59271"/>
                  </a:lnTo>
                  <a:lnTo>
                    <a:pt x="622518" y="59433"/>
                  </a:lnTo>
                  <a:lnTo>
                    <a:pt x="622384" y="59595"/>
                  </a:lnTo>
                  <a:lnTo>
                    <a:pt x="622251" y="59757"/>
                  </a:lnTo>
                  <a:lnTo>
                    <a:pt x="622116" y="59918"/>
                  </a:lnTo>
                  <a:lnTo>
                    <a:pt x="621981" y="60078"/>
                  </a:lnTo>
                  <a:lnTo>
                    <a:pt x="621846" y="60238"/>
                  </a:lnTo>
                  <a:lnTo>
                    <a:pt x="621710" y="60398"/>
                  </a:lnTo>
                  <a:lnTo>
                    <a:pt x="621573" y="60557"/>
                  </a:lnTo>
                  <a:lnTo>
                    <a:pt x="621436" y="60715"/>
                  </a:lnTo>
                  <a:lnTo>
                    <a:pt x="619653" y="62679"/>
                  </a:lnTo>
                  <a:lnTo>
                    <a:pt x="617818" y="64699"/>
                  </a:lnTo>
                  <a:lnTo>
                    <a:pt x="617630" y="64907"/>
                  </a:lnTo>
                  <a:lnTo>
                    <a:pt x="617315" y="65266"/>
                  </a:lnTo>
                  <a:lnTo>
                    <a:pt x="616546" y="66143"/>
                  </a:lnTo>
                  <a:lnTo>
                    <a:pt x="614474" y="68509"/>
                  </a:lnTo>
                  <a:lnTo>
                    <a:pt x="613743" y="69343"/>
                  </a:lnTo>
                  <a:lnTo>
                    <a:pt x="612602" y="70565"/>
                  </a:lnTo>
                  <a:lnTo>
                    <a:pt x="608078" y="75410"/>
                  </a:lnTo>
                  <a:lnTo>
                    <a:pt x="606757" y="76825"/>
                  </a:lnTo>
                  <a:lnTo>
                    <a:pt x="605887" y="77756"/>
                  </a:lnTo>
                  <a:lnTo>
                    <a:pt x="602340" y="81004"/>
                  </a:lnTo>
                  <a:lnTo>
                    <a:pt x="600169" y="82763"/>
                  </a:lnTo>
                  <a:lnTo>
                    <a:pt x="597164" y="85052"/>
                  </a:lnTo>
                  <a:lnTo>
                    <a:pt x="596352" y="85586"/>
                  </a:lnTo>
                  <a:lnTo>
                    <a:pt x="592343" y="88012"/>
                  </a:lnTo>
                  <a:lnTo>
                    <a:pt x="583890" y="92300"/>
                  </a:lnTo>
                  <a:lnTo>
                    <a:pt x="583736" y="92311"/>
                  </a:lnTo>
                  <a:lnTo>
                    <a:pt x="583860" y="92571"/>
                  </a:lnTo>
                  <a:lnTo>
                    <a:pt x="582630" y="93175"/>
                  </a:lnTo>
                  <a:lnTo>
                    <a:pt x="581550" y="93705"/>
                  </a:lnTo>
                  <a:lnTo>
                    <a:pt x="572863" y="96902"/>
                  </a:lnTo>
                  <a:lnTo>
                    <a:pt x="571931" y="97179"/>
                  </a:lnTo>
                  <a:lnTo>
                    <a:pt x="570851" y="97493"/>
                  </a:lnTo>
                  <a:lnTo>
                    <a:pt x="570048" y="97711"/>
                  </a:lnTo>
                  <a:lnTo>
                    <a:pt x="569011" y="97960"/>
                  </a:lnTo>
                  <a:lnTo>
                    <a:pt x="567971" y="98178"/>
                  </a:lnTo>
                  <a:lnTo>
                    <a:pt x="566948" y="98375"/>
                  </a:lnTo>
                  <a:lnTo>
                    <a:pt x="553267" y="100016"/>
                  </a:lnTo>
                  <a:lnTo>
                    <a:pt x="551211" y="100209"/>
                  </a:lnTo>
                  <a:lnTo>
                    <a:pt x="549280" y="100355"/>
                  </a:lnTo>
                  <a:lnTo>
                    <a:pt x="548403" y="100372"/>
                  </a:lnTo>
                  <a:lnTo>
                    <a:pt x="541386" y="100839"/>
                  </a:lnTo>
                  <a:lnTo>
                    <a:pt x="533478" y="101014"/>
                  </a:lnTo>
                  <a:lnTo>
                    <a:pt x="525570" y="100884"/>
                  </a:lnTo>
                  <a:lnTo>
                    <a:pt x="519427" y="100570"/>
                  </a:lnTo>
                  <a:lnTo>
                    <a:pt x="513361" y="100228"/>
                  </a:lnTo>
                  <a:lnTo>
                    <a:pt x="510910" y="100125"/>
                  </a:lnTo>
                  <a:lnTo>
                    <a:pt x="507382" y="99808"/>
                  </a:lnTo>
                  <a:lnTo>
                    <a:pt x="503185" y="99156"/>
                  </a:lnTo>
                  <a:lnTo>
                    <a:pt x="501676" y="98895"/>
                  </a:lnTo>
                  <a:lnTo>
                    <a:pt x="500129" y="98568"/>
                  </a:lnTo>
                  <a:lnTo>
                    <a:pt x="496700" y="97677"/>
                  </a:lnTo>
                  <a:lnTo>
                    <a:pt x="495597" y="97283"/>
                  </a:lnTo>
                  <a:lnTo>
                    <a:pt x="494789" y="97004"/>
                  </a:lnTo>
                  <a:lnTo>
                    <a:pt x="479288" y="91115"/>
                  </a:lnTo>
                  <a:lnTo>
                    <a:pt x="475602" y="89558"/>
                  </a:lnTo>
                  <a:lnTo>
                    <a:pt x="472862" y="88388"/>
                  </a:lnTo>
                  <a:lnTo>
                    <a:pt x="471919" y="87988"/>
                  </a:lnTo>
                  <a:lnTo>
                    <a:pt x="461572" y="83583"/>
                  </a:lnTo>
                  <a:lnTo>
                    <a:pt x="459208" y="82566"/>
                  </a:lnTo>
                  <a:lnTo>
                    <a:pt x="457909" y="81973"/>
                  </a:lnTo>
                  <a:lnTo>
                    <a:pt x="447238" y="77097"/>
                  </a:lnTo>
                  <a:lnTo>
                    <a:pt x="446628" y="76816"/>
                  </a:lnTo>
                  <a:lnTo>
                    <a:pt x="443601" y="75425"/>
                  </a:lnTo>
                  <a:lnTo>
                    <a:pt x="441576" y="74504"/>
                  </a:lnTo>
                  <a:lnTo>
                    <a:pt x="440160" y="73848"/>
                  </a:lnTo>
                  <a:lnTo>
                    <a:pt x="423511" y="66128"/>
                  </a:lnTo>
                  <a:lnTo>
                    <a:pt x="420619" y="64792"/>
                  </a:lnTo>
                  <a:lnTo>
                    <a:pt x="419874" y="64458"/>
                  </a:lnTo>
                  <a:lnTo>
                    <a:pt x="405101" y="58264"/>
                  </a:lnTo>
                  <a:lnTo>
                    <a:pt x="400923" y="56345"/>
                  </a:lnTo>
                  <a:lnTo>
                    <a:pt x="399874" y="59519"/>
                  </a:lnTo>
                  <a:lnTo>
                    <a:pt x="394629" y="75434"/>
                  </a:lnTo>
                  <a:lnTo>
                    <a:pt x="389302" y="91602"/>
                  </a:lnTo>
                  <a:lnTo>
                    <a:pt x="388610" y="98061"/>
                  </a:lnTo>
                  <a:lnTo>
                    <a:pt x="385108" y="130761"/>
                  </a:lnTo>
                  <a:lnTo>
                    <a:pt x="374829" y="152485"/>
                  </a:lnTo>
                  <a:lnTo>
                    <a:pt x="366048" y="171043"/>
                  </a:lnTo>
                  <a:lnTo>
                    <a:pt x="353184" y="198232"/>
                  </a:lnTo>
                  <a:lnTo>
                    <a:pt x="332768" y="241385"/>
                  </a:lnTo>
                  <a:lnTo>
                    <a:pt x="320813" y="266657"/>
                  </a:lnTo>
                  <a:lnTo>
                    <a:pt x="312248" y="284763"/>
                  </a:lnTo>
                  <a:lnTo>
                    <a:pt x="311764" y="285803"/>
                  </a:lnTo>
                  <a:lnTo>
                    <a:pt x="309921" y="287185"/>
                  </a:lnTo>
                  <a:lnTo>
                    <a:pt x="308200" y="288475"/>
                  </a:lnTo>
                  <a:lnTo>
                    <a:pt x="304843" y="291403"/>
                  </a:lnTo>
                  <a:lnTo>
                    <a:pt x="303116" y="293054"/>
                  </a:lnTo>
                  <a:lnTo>
                    <a:pt x="302464" y="293755"/>
                  </a:lnTo>
                  <a:lnTo>
                    <a:pt x="300639" y="295718"/>
                  </a:lnTo>
                  <a:lnTo>
                    <a:pt x="300206" y="296116"/>
                  </a:lnTo>
                  <a:lnTo>
                    <a:pt x="285173" y="314451"/>
                  </a:lnTo>
                  <a:lnTo>
                    <a:pt x="245959" y="362283"/>
                  </a:lnTo>
                  <a:lnTo>
                    <a:pt x="239033" y="370731"/>
                  </a:lnTo>
                  <a:lnTo>
                    <a:pt x="234270" y="376541"/>
                  </a:lnTo>
                  <a:lnTo>
                    <a:pt x="232035" y="379267"/>
                  </a:lnTo>
                  <a:lnTo>
                    <a:pt x="229566" y="382279"/>
                  </a:lnTo>
                  <a:lnTo>
                    <a:pt x="228984" y="382989"/>
                  </a:lnTo>
                  <a:lnTo>
                    <a:pt x="227729" y="382542"/>
                  </a:lnTo>
                  <a:lnTo>
                    <a:pt x="213775" y="377579"/>
                  </a:lnTo>
                  <a:lnTo>
                    <a:pt x="170840" y="362312"/>
                  </a:lnTo>
                  <a:lnTo>
                    <a:pt x="146509" y="353661"/>
                  </a:lnTo>
                  <a:lnTo>
                    <a:pt x="145096" y="353157"/>
                  </a:lnTo>
                  <a:lnTo>
                    <a:pt x="144101" y="351880"/>
                  </a:lnTo>
                  <a:lnTo>
                    <a:pt x="143893" y="351614"/>
                  </a:lnTo>
                  <a:lnTo>
                    <a:pt x="131505" y="335698"/>
                  </a:lnTo>
                  <a:lnTo>
                    <a:pt x="130202" y="336961"/>
                  </a:lnTo>
                  <a:lnTo>
                    <a:pt x="128661" y="338503"/>
                  </a:lnTo>
                  <a:lnTo>
                    <a:pt x="122292" y="344878"/>
                  </a:lnTo>
                  <a:lnTo>
                    <a:pt x="120098" y="347134"/>
                  </a:lnTo>
                  <a:lnTo>
                    <a:pt x="114506" y="353028"/>
                  </a:lnTo>
                  <a:lnTo>
                    <a:pt x="109455" y="358892"/>
                  </a:lnTo>
                  <a:lnTo>
                    <a:pt x="106644" y="362341"/>
                  </a:lnTo>
                  <a:lnTo>
                    <a:pt x="105686" y="363517"/>
                  </a:lnTo>
                  <a:lnTo>
                    <a:pt x="104350" y="365154"/>
                  </a:lnTo>
                  <a:lnTo>
                    <a:pt x="103433" y="366306"/>
                  </a:lnTo>
                  <a:lnTo>
                    <a:pt x="102848" y="367134"/>
                  </a:lnTo>
                  <a:lnTo>
                    <a:pt x="102308" y="367907"/>
                  </a:lnTo>
                  <a:lnTo>
                    <a:pt x="101414" y="369309"/>
                  </a:lnTo>
                  <a:lnTo>
                    <a:pt x="100468" y="370963"/>
                  </a:lnTo>
                  <a:lnTo>
                    <a:pt x="99771" y="372442"/>
                  </a:lnTo>
                  <a:lnTo>
                    <a:pt x="99395" y="373635"/>
                  </a:lnTo>
                  <a:lnTo>
                    <a:pt x="99273" y="374049"/>
                  </a:lnTo>
                  <a:lnTo>
                    <a:pt x="99175" y="374381"/>
                  </a:lnTo>
                  <a:lnTo>
                    <a:pt x="98857" y="375459"/>
                  </a:lnTo>
                  <a:lnTo>
                    <a:pt x="98777" y="375727"/>
                  </a:lnTo>
                  <a:lnTo>
                    <a:pt x="98471" y="376761"/>
                  </a:lnTo>
                  <a:lnTo>
                    <a:pt x="97383" y="380443"/>
                  </a:lnTo>
                  <a:lnTo>
                    <a:pt x="97278" y="380800"/>
                  </a:lnTo>
                  <a:lnTo>
                    <a:pt x="96841" y="382277"/>
                  </a:lnTo>
                  <a:lnTo>
                    <a:pt x="96515" y="383675"/>
                  </a:lnTo>
                  <a:lnTo>
                    <a:pt x="96382" y="384244"/>
                  </a:lnTo>
                  <a:lnTo>
                    <a:pt x="96101" y="385231"/>
                  </a:lnTo>
                  <a:lnTo>
                    <a:pt x="94748" y="385059"/>
                  </a:lnTo>
                  <a:lnTo>
                    <a:pt x="79522" y="383125"/>
                  </a:lnTo>
                  <a:lnTo>
                    <a:pt x="78606" y="383014"/>
                  </a:lnTo>
                  <a:lnTo>
                    <a:pt x="64943" y="381392"/>
                  </a:lnTo>
                  <a:lnTo>
                    <a:pt x="64570" y="382593"/>
                  </a:lnTo>
                  <a:lnTo>
                    <a:pt x="64255" y="383742"/>
                  </a:lnTo>
                  <a:lnTo>
                    <a:pt x="61515" y="392403"/>
                  </a:lnTo>
                  <a:lnTo>
                    <a:pt x="61178" y="393486"/>
                  </a:lnTo>
                  <a:lnTo>
                    <a:pt x="59387" y="399236"/>
                  </a:lnTo>
                  <a:lnTo>
                    <a:pt x="54030" y="416583"/>
                  </a:lnTo>
                  <a:lnTo>
                    <a:pt x="54870" y="416843"/>
                  </a:lnTo>
                  <a:lnTo>
                    <a:pt x="44694" y="443428"/>
                  </a:lnTo>
                  <a:lnTo>
                    <a:pt x="39147" y="457977"/>
                  </a:lnTo>
                  <a:lnTo>
                    <a:pt x="37573" y="462104"/>
                  </a:lnTo>
                  <a:lnTo>
                    <a:pt x="26323" y="491092"/>
                  </a:lnTo>
                  <a:lnTo>
                    <a:pt x="15173" y="520373"/>
                  </a:lnTo>
                  <a:lnTo>
                    <a:pt x="12100" y="527549"/>
                  </a:lnTo>
                  <a:lnTo>
                    <a:pt x="7580" y="536492"/>
                  </a:lnTo>
                  <a:lnTo>
                    <a:pt x="5243" y="541517"/>
                  </a:lnTo>
                  <a:lnTo>
                    <a:pt x="3461" y="546518"/>
                  </a:lnTo>
                  <a:lnTo>
                    <a:pt x="1922" y="551170"/>
                  </a:lnTo>
                  <a:lnTo>
                    <a:pt x="971" y="553601"/>
                  </a:lnTo>
                  <a:lnTo>
                    <a:pt x="725" y="554229"/>
                  </a:lnTo>
                  <a:lnTo>
                    <a:pt x="0" y="556346"/>
                  </a:lnTo>
                  <a:lnTo>
                    <a:pt x="1321" y="556764"/>
                  </a:lnTo>
                  <a:lnTo>
                    <a:pt x="6444" y="558380"/>
                  </a:lnTo>
                  <a:lnTo>
                    <a:pt x="7176" y="558611"/>
                  </a:lnTo>
                  <a:lnTo>
                    <a:pt x="37934" y="563148"/>
                  </a:lnTo>
                  <a:lnTo>
                    <a:pt x="52382" y="565292"/>
                  </a:lnTo>
                  <a:lnTo>
                    <a:pt x="54938" y="565669"/>
                  </a:lnTo>
                  <a:lnTo>
                    <a:pt x="59114" y="566286"/>
                  </a:lnTo>
                  <a:lnTo>
                    <a:pt x="58879" y="566571"/>
                  </a:lnTo>
                  <a:lnTo>
                    <a:pt x="58644" y="566857"/>
                  </a:lnTo>
                  <a:lnTo>
                    <a:pt x="58410" y="567143"/>
                  </a:lnTo>
                  <a:lnTo>
                    <a:pt x="58177" y="567429"/>
                  </a:lnTo>
                  <a:lnTo>
                    <a:pt x="57944" y="567716"/>
                  </a:lnTo>
                  <a:lnTo>
                    <a:pt x="57712" y="568003"/>
                  </a:lnTo>
                  <a:lnTo>
                    <a:pt x="57480" y="568291"/>
                  </a:lnTo>
                  <a:lnTo>
                    <a:pt x="57249" y="568579"/>
                  </a:lnTo>
                  <a:lnTo>
                    <a:pt x="57018" y="568868"/>
                  </a:lnTo>
                  <a:lnTo>
                    <a:pt x="56788" y="569157"/>
                  </a:lnTo>
                  <a:lnTo>
                    <a:pt x="56558" y="569446"/>
                  </a:lnTo>
                  <a:lnTo>
                    <a:pt x="56321" y="569748"/>
                  </a:lnTo>
                  <a:lnTo>
                    <a:pt x="56083" y="570049"/>
                  </a:lnTo>
                  <a:lnTo>
                    <a:pt x="55847" y="570352"/>
                  </a:lnTo>
                  <a:lnTo>
                    <a:pt x="55611" y="570654"/>
                  </a:lnTo>
                  <a:lnTo>
                    <a:pt x="55375" y="570958"/>
                  </a:lnTo>
                  <a:lnTo>
                    <a:pt x="55141" y="571261"/>
                  </a:lnTo>
                  <a:lnTo>
                    <a:pt x="54906" y="571565"/>
                  </a:lnTo>
                  <a:lnTo>
                    <a:pt x="54673" y="571870"/>
                  </a:lnTo>
                  <a:lnTo>
                    <a:pt x="54440" y="572175"/>
                  </a:lnTo>
                  <a:lnTo>
                    <a:pt x="54207" y="572481"/>
                  </a:lnTo>
                  <a:lnTo>
                    <a:pt x="53976" y="572787"/>
                  </a:lnTo>
                  <a:lnTo>
                    <a:pt x="53745" y="573093"/>
                  </a:lnTo>
                  <a:lnTo>
                    <a:pt x="53514" y="573400"/>
                  </a:lnTo>
                  <a:lnTo>
                    <a:pt x="53284" y="573708"/>
                  </a:lnTo>
                  <a:lnTo>
                    <a:pt x="53055" y="574016"/>
                  </a:lnTo>
                  <a:lnTo>
                    <a:pt x="52826" y="574324"/>
                  </a:lnTo>
                  <a:lnTo>
                    <a:pt x="52598" y="574633"/>
                  </a:lnTo>
                  <a:lnTo>
                    <a:pt x="52371" y="574942"/>
                  </a:lnTo>
                  <a:lnTo>
                    <a:pt x="52144" y="575252"/>
                  </a:lnTo>
                  <a:lnTo>
                    <a:pt x="51918" y="575562"/>
                  </a:lnTo>
                  <a:lnTo>
                    <a:pt x="51692" y="575873"/>
                  </a:lnTo>
                  <a:lnTo>
                    <a:pt x="51467" y="576184"/>
                  </a:lnTo>
                  <a:lnTo>
                    <a:pt x="51243" y="576496"/>
                  </a:lnTo>
                  <a:lnTo>
                    <a:pt x="51019" y="576808"/>
                  </a:lnTo>
                  <a:lnTo>
                    <a:pt x="50796" y="577120"/>
                  </a:lnTo>
                  <a:lnTo>
                    <a:pt x="50545" y="577474"/>
                  </a:lnTo>
                  <a:lnTo>
                    <a:pt x="50352" y="577746"/>
                  </a:lnTo>
                  <a:lnTo>
                    <a:pt x="50131" y="578060"/>
                  </a:lnTo>
                  <a:lnTo>
                    <a:pt x="49910" y="578375"/>
                  </a:lnTo>
                  <a:lnTo>
                    <a:pt x="49690" y="578689"/>
                  </a:lnTo>
                  <a:lnTo>
                    <a:pt x="49471" y="579005"/>
                  </a:lnTo>
                  <a:lnTo>
                    <a:pt x="49252" y="579320"/>
                  </a:lnTo>
                  <a:lnTo>
                    <a:pt x="49034" y="579636"/>
                  </a:lnTo>
                  <a:lnTo>
                    <a:pt x="48817" y="579953"/>
                  </a:lnTo>
                  <a:lnTo>
                    <a:pt x="48600" y="580270"/>
                  </a:lnTo>
                  <a:lnTo>
                    <a:pt x="48384" y="580587"/>
                  </a:lnTo>
                  <a:lnTo>
                    <a:pt x="48168" y="580905"/>
                  </a:lnTo>
                  <a:lnTo>
                    <a:pt x="47954" y="581223"/>
                  </a:lnTo>
                  <a:lnTo>
                    <a:pt x="47739" y="581542"/>
                  </a:lnTo>
                  <a:lnTo>
                    <a:pt x="47526" y="581861"/>
                  </a:lnTo>
                  <a:lnTo>
                    <a:pt x="47313" y="582180"/>
                  </a:lnTo>
                  <a:lnTo>
                    <a:pt x="47100" y="582500"/>
                  </a:lnTo>
                  <a:lnTo>
                    <a:pt x="46889" y="582821"/>
                  </a:lnTo>
                  <a:lnTo>
                    <a:pt x="46805" y="582948"/>
                  </a:lnTo>
                  <a:lnTo>
                    <a:pt x="46678" y="583142"/>
                  </a:lnTo>
                  <a:lnTo>
                    <a:pt x="46467" y="583463"/>
                  </a:lnTo>
                  <a:lnTo>
                    <a:pt x="46258" y="583784"/>
                  </a:lnTo>
                  <a:lnTo>
                    <a:pt x="46049" y="584107"/>
                  </a:lnTo>
                  <a:lnTo>
                    <a:pt x="45840" y="584429"/>
                  </a:lnTo>
                  <a:lnTo>
                    <a:pt x="45632" y="584752"/>
                  </a:lnTo>
                  <a:lnTo>
                    <a:pt x="45425" y="585075"/>
                  </a:lnTo>
                  <a:lnTo>
                    <a:pt x="45219" y="585399"/>
                  </a:lnTo>
                  <a:lnTo>
                    <a:pt x="45013" y="585723"/>
                  </a:lnTo>
                  <a:lnTo>
                    <a:pt x="44808" y="586048"/>
                  </a:lnTo>
                  <a:lnTo>
                    <a:pt x="44603" y="586373"/>
                  </a:lnTo>
                  <a:lnTo>
                    <a:pt x="44399" y="586698"/>
                  </a:lnTo>
                  <a:lnTo>
                    <a:pt x="44196" y="587024"/>
                  </a:lnTo>
                  <a:lnTo>
                    <a:pt x="43993" y="587350"/>
                  </a:lnTo>
                  <a:lnTo>
                    <a:pt x="43792" y="587677"/>
                  </a:lnTo>
                  <a:lnTo>
                    <a:pt x="43590" y="588004"/>
                  </a:lnTo>
                  <a:lnTo>
                    <a:pt x="43390" y="588331"/>
                  </a:lnTo>
                  <a:lnTo>
                    <a:pt x="43190" y="588659"/>
                  </a:lnTo>
                  <a:lnTo>
                    <a:pt x="42990" y="588988"/>
                  </a:lnTo>
                  <a:lnTo>
                    <a:pt x="42792" y="589316"/>
                  </a:lnTo>
                  <a:lnTo>
                    <a:pt x="42594" y="589645"/>
                  </a:lnTo>
                  <a:lnTo>
                    <a:pt x="42396" y="589975"/>
                  </a:lnTo>
                  <a:lnTo>
                    <a:pt x="42200" y="590305"/>
                  </a:lnTo>
                  <a:lnTo>
                    <a:pt x="42004" y="590635"/>
                  </a:lnTo>
                  <a:lnTo>
                    <a:pt x="41808" y="590966"/>
                  </a:lnTo>
                  <a:lnTo>
                    <a:pt x="41613" y="591297"/>
                  </a:lnTo>
                  <a:lnTo>
                    <a:pt x="41419" y="591628"/>
                  </a:lnTo>
                  <a:lnTo>
                    <a:pt x="41226" y="591960"/>
                  </a:lnTo>
                  <a:lnTo>
                    <a:pt x="41033" y="592292"/>
                  </a:lnTo>
                  <a:lnTo>
                    <a:pt x="40841" y="592625"/>
                  </a:lnTo>
                  <a:lnTo>
                    <a:pt x="40650" y="592958"/>
                  </a:lnTo>
                  <a:lnTo>
                    <a:pt x="40459" y="593291"/>
                  </a:lnTo>
                  <a:lnTo>
                    <a:pt x="40269" y="593625"/>
                  </a:lnTo>
                  <a:lnTo>
                    <a:pt x="40080" y="593959"/>
                  </a:lnTo>
                  <a:lnTo>
                    <a:pt x="39829" y="594405"/>
                  </a:lnTo>
                  <a:lnTo>
                    <a:pt x="39703" y="594629"/>
                  </a:lnTo>
                  <a:lnTo>
                    <a:pt x="39516" y="594964"/>
                  </a:lnTo>
                  <a:lnTo>
                    <a:pt x="39329" y="595300"/>
                  </a:lnTo>
                  <a:lnTo>
                    <a:pt x="39143" y="595636"/>
                  </a:lnTo>
                  <a:lnTo>
                    <a:pt x="38958" y="595972"/>
                  </a:lnTo>
                  <a:lnTo>
                    <a:pt x="38773" y="596309"/>
                  </a:lnTo>
                  <a:lnTo>
                    <a:pt x="38589" y="596646"/>
                  </a:lnTo>
                  <a:lnTo>
                    <a:pt x="38406" y="596984"/>
                  </a:lnTo>
                  <a:lnTo>
                    <a:pt x="38223" y="597321"/>
                  </a:lnTo>
                  <a:lnTo>
                    <a:pt x="38042" y="597658"/>
                  </a:lnTo>
                  <a:lnTo>
                    <a:pt x="37861" y="597996"/>
                  </a:lnTo>
                  <a:lnTo>
                    <a:pt x="37680" y="598334"/>
                  </a:lnTo>
                  <a:lnTo>
                    <a:pt x="37501" y="598673"/>
                  </a:lnTo>
                  <a:lnTo>
                    <a:pt x="37322" y="599012"/>
                  </a:lnTo>
                  <a:lnTo>
                    <a:pt x="37143" y="599351"/>
                  </a:lnTo>
                  <a:lnTo>
                    <a:pt x="36966" y="599690"/>
                  </a:lnTo>
                  <a:lnTo>
                    <a:pt x="36789" y="600030"/>
                  </a:lnTo>
                  <a:lnTo>
                    <a:pt x="36612" y="600371"/>
                  </a:lnTo>
                  <a:lnTo>
                    <a:pt x="36437" y="600711"/>
                  </a:lnTo>
                  <a:lnTo>
                    <a:pt x="36262" y="601052"/>
                  </a:lnTo>
                  <a:lnTo>
                    <a:pt x="36088" y="601394"/>
                  </a:lnTo>
                  <a:lnTo>
                    <a:pt x="35914" y="601736"/>
                  </a:lnTo>
                  <a:lnTo>
                    <a:pt x="35741" y="602078"/>
                  </a:lnTo>
                  <a:lnTo>
                    <a:pt x="35569" y="602420"/>
                  </a:lnTo>
                  <a:lnTo>
                    <a:pt x="35397" y="602763"/>
                  </a:lnTo>
                  <a:lnTo>
                    <a:pt x="35227" y="603106"/>
                  </a:lnTo>
                  <a:lnTo>
                    <a:pt x="35056" y="603449"/>
                  </a:lnTo>
                  <a:lnTo>
                    <a:pt x="34887" y="603793"/>
                  </a:lnTo>
                  <a:lnTo>
                    <a:pt x="34718" y="604137"/>
                  </a:lnTo>
                  <a:lnTo>
                    <a:pt x="34550" y="604482"/>
                  </a:lnTo>
                  <a:lnTo>
                    <a:pt x="34383" y="604827"/>
                  </a:lnTo>
                  <a:lnTo>
                    <a:pt x="34216" y="605172"/>
                  </a:lnTo>
                  <a:lnTo>
                    <a:pt x="34050" y="605517"/>
                  </a:lnTo>
                  <a:lnTo>
                    <a:pt x="33885" y="605863"/>
                  </a:lnTo>
                  <a:lnTo>
                    <a:pt x="33720" y="606209"/>
                  </a:lnTo>
                  <a:lnTo>
                    <a:pt x="33556" y="606556"/>
                  </a:lnTo>
                  <a:lnTo>
                    <a:pt x="33393" y="606903"/>
                  </a:lnTo>
                  <a:lnTo>
                    <a:pt x="33230" y="607250"/>
                  </a:lnTo>
                  <a:lnTo>
                    <a:pt x="33068" y="607597"/>
                  </a:lnTo>
                  <a:lnTo>
                    <a:pt x="32907" y="607945"/>
                  </a:lnTo>
                  <a:lnTo>
                    <a:pt x="32747" y="608293"/>
                  </a:lnTo>
                  <a:lnTo>
                    <a:pt x="32587" y="608642"/>
                  </a:lnTo>
                  <a:lnTo>
                    <a:pt x="32428" y="608990"/>
                  </a:lnTo>
                  <a:lnTo>
                    <a:pt x="32269" y="609339"/>
                  </a:lnTo>
                  <a:lnTo>
                    <a:pt x="32112" y="609689"/>
                  </a:lnTo>
                  <a:lnTo>
                    <a:pt x="31955" y="610039"/>
                  </a:lnTo>
                  <a:lnTo>
                    <a:pt x="31799" y="610389"/>
                  </a:lnTo>
                  <a:lnTo>
                    <a:pt x="31643" y="610739"/>
                  </a:lnTo>
                  <a:lnTo>
                    <a:pt x="31488" y="611090"/>
                  </a:lnTo>
                  <a:lnTo>
                    <a:pt x="31334" y="611441"/>
                  </a:lnTo>
                  <a:lnTo>
                    <a:pt x="31180" y="611792"/>
                  </a:lnTo>
                  <a:lnTo>
                    <a:pt x="31121" y="611929"/>
                  </a:lnTo>
                  <a:lnTo>
                    <a:pt x="31028" y="612144"/>
                  </a:lnTo>
                  <a:lnTo>
                    <a:pt x="30875" y="612495"/>
                  </a:lnTo>
                  <a:lnTo>
                    <a:pt x="30724" y="612848"/>
                  </a:lnTo>
                  <a:lnTo>
                    <a:pt x="30574" y="613200"/>
                  </a:lnTo>
                  <a:lnTo>
                    <a:pt x="30320" y="613791"/>
                  </a:lnTo>
                  <a:lnTo>
                    <a:pt x="30067" y="614383"/>
                  </a:lnTo>
                  <a:lnTo>
                    <a:pt x="29815" y="614974"/>
                  </a:lnTo>
                  <a:lnTo>
                    <a:pt x="29564" y="615566"/>
                  </a:lnTo>
                  <a:lnTo>
                    <a:pt x="29313" y="616158"/>
                  </a:lnTo>
                  <a:lnTo>
                    <a:pt x="29063" y="616751"/>
                  </a:lnTo>
                  <a:lnTo>
                    <a:pt x="28814" y="617344"/>
                  </a:lnTo>
                  <a:lnTo>
                    <a:pt x="28566" y="617937"/>
                  </a:lnTo>
                  <a:lnTo>
                    <a:pt x="28318" y="618530"/>
                  </a:lnTo>
                  <a:lnTo>
                    <a:pt x="28071" y="619124"/>
                  </a:lnTo>
                  <a:lnTo>
                    <a:pt x="27824" y="619718"/>
                  </a:lnTo>
                  <a:lnTo>
                    <a:pt x="27579" y="620312"/>
                  </a:lnTo>
                  <a:lnTo>
                    <a:pt x="27334" y="620907"/>
                  </a:lnTo>
                  <a:lnTo>
                    <a:pt x="27089" y="621502"/>
                  </a:lnTo>
                  <a:lnTo>
                    <a:pt x="26962" y="621812"/>
                  </a:lnTo>
                  <a:lnTo>
                    <a:pt x="26846" y="622097"/>
                  </a:lnTo>
                  <a:lnTo>
                    <a:pt x="26603" y="622692"/>
                  </a:lnTo>
                  <a:lnTo>
                    <a:pt x="26361" y="623288"/>
                  </a:lnTo>
                  <a:lnTo>
                    <a:pt x="26120" y="623884"/>
                  </a:lnTo>
                  <a:lnTo>
                    <a:pt x="25879" y="624480"/>
                  </a:lnTo>
                  <a:lnTo>
                    <a:pt x="25639" y="625077"/>
                  </a:lnTo>
                  <a:lnTo>
                    <a:pt x="25400" y="625674"/>
                  </a:lnTo>
                  <a:lnTo>
                    <a:pt x="25161" y="626271"/>
                  </a:lnTo>
                  <a:lnTo>
                    <a:pt x="24923" y="626869"/>
                  </a:lnTo>
                  <a:lnTo>
                    <a:pt x="24686" y="627467"/>
                  </a:lnTo>
                  <a:lnTo>
                    <a:pt x="24450" y="628065"/>
                  </a:lnTo>
                  <a:lnTo>
                    <a:pt x="24214" y="628663"/>
                  </a:lnTo>
                  <a:lnTo>
                    <a:pt x="23979" y="629262"/>
                  </a:lnTo>
                  <a:lnTo>
                    <a:pt x="23745" y="629861"/>
                  </a:lnTo>
                  <a:lnTo>
                    <a:pt x="23502" y="630485"/>
                  </a:lnTo>
                  <a:lnTo>
                    <a:pt x="23279" y="631060"/>
                  </a:lnTo>
                  <a:lnTo>
                    <a:pt x="23047" y="631659"/>
                  </a:lnTo>
                  <a:lnTo>
                    <a:pt x="22815" y="632259"/>
                  </a:lnTo>
                  <a:lnTo>
                    <a:pt x="22585" y="632860"/>
                  </a:lnTo>
                  <a:lnTo>
                    <a:pt x="22355" y="633460"/>
                  </a:lnTo>
                  <a:lnTo>
                    <a:pt x="22125" y="634061"/>
                  </a:lnTo>
                  <a:lnTo>
                    <a:pt x="21897" y="634662"/>
                  </a:lnTo>
                  <a:lnTo>
                    <a:pt x="21669" y="635264"/>
                  </a:lnTo>
                  <a:lnTo>
                    <a:pt x="21442" y="635866"/>
                  </a:lnTo>
                  <a:lnTo>
                    <a:pt x="21216" y="636468"/>
                  </a:lnTo>
                  <a:lnTo>
                    <a:pt x="20990" y="637070"/>
                  </a:lnTo>
                  <a:lnTo>
                    <a:pt x="16461" y="649195"/>
                  </a:lnTo>
                  <a:lnTo>
                    <a:pt x="13851" y="656181"/>
                  </a:lnTo>
                  <a:lnTo>
                    <a:pt x="15175" y="656721"/>
                  </a:lnTo>
                  <a:lnTo>
                    <a:pt x="16057" y="657080"/>
                  </a:lnTo>
                  <a:lnTo>
                    <a:pt x="30654" y="663044"/>
                  </a:lnTo>
                  <a:lnTo>
                    <a:pt x="32774" y="663903"/>
                  </a:lnTo>
                  <a:lnTo>
                    <a:pt x="34802" y="664724"/>
                  </a:lnTo>
                  <a:lnTo>
                    <a:pt x="36956" y="665596"/>
                  </a:lnTo>
                  <a:lnTo>
                    <a:pt x="39033" y="666439"/>
                  </a:lnTo>
                  <a:lnTo>
                    <a:pt x="41128" y="667286"/>
                  </a:lnTo>
                  <a:lnTo>
                    <a:pt x="43231" y="668138"/>
                  </a:lnTo>
                  <a:lnTo>
                    <a:pt x="45366" y="669003"/>
                  </a:lnTo>
                  <a:lnTo>
                    <a:pt x="47439" y="669843"/>
                  </a:lnTo>
                  <a:lnTo>
                    <a:pt x="49508" y="670681"/>
                  </a:lnTo>
                  <a:lnTo>
                    <a:pt x="50279" y="670995"/>
                  </a:lnTo>
                  <a:lnTo>
                    <a:pt x="51583" y="671522"/>
                  </a:lnTo>
                  <a:lnTo>
                    <a:pt x="53657" y="672362"/>
                  </a:lnTo>
                  <a:lnTo>
                    <a:pt x="55851" y="673252"/>
                  </a:lnTo>
                  <a:lnTo>
                    <a:pt x="57896" y="674079"/>
                  </a:lnTo>
                  <a:lnTo>
                    <a:pt x="59997" y="674930"/>
                  </a:lnTo>
                  <a:lnTo>
                    <a:pt x="62099" y="675782"/>
                  </a:lnTo>
                  <a:lnTo>
                    <a:pt x="64202" y="676634"/>
                  </a:lnTo>
                  <a:lnTo>
                    <a:pt x="66289" y="677480"/>
                  </a:lnTo>
                  <a:lnTo>
                    <a:pt x="68405" y="678337"/>
                  </a:lnTo>
                  <a:lnTo>
                    <a:pt x="70503" y="679187"/>
                  </a:lnTo>
                  <a:lnTo>
                    <a:pt x="72025" y="679804"/>
                  </a:lnTo>
                  <a:lnTo>
                    <a:pt x="73645" y="680478"/>
                  </a:lnTo>
                  <a:lnTo>
                    <a:pt x="73979" y="680617"/>
                  </a:lnTo>
                  <a:lnTo>
                    <a:pt x="74352" y="680772"/>
                  </a:lnTo>
                  <a:lnTo>
                    <a:pt x="75458" y="681232"/>
                  </a:lnTo>
                  <a:lnTo>
                    <a:pt x="79856" y="683060"/>
                  </a:lnTo>
                  <a:lnTo>
                    <a:pt x="80076" y="682838"/>
                  </a:lnTo>
                  <a:lnTo>
                    <a:pt x="86061" y="676816"/>
                  </a:lnTo>
                  <a:lnTo>
                    <a:pt x="90318" y="672534"/>
                  </a:lnTo>
                  <a:lnTo>
                    <a:pt x="95278" y="667545"/>
                  </a:lnTo>
                  <a:lnTo>
                    <a:pt x="100281" y="662512"/>
                  </a:lnTo>
                  <a:lnTo>
                    <a:pt x="104424" y="658344"/>
                  </a:lnTo>
                  <a:lnTo>
                    <a:pt x="105493" y="657320"/>
                  </a:lnTo>
                  <a:lnTo>
                    <a:pt x="109785" y="653223"/>
                  </a:lnTo>
                  <a:lnTo>
                    <a:pt x="111922" y="651180"/>
                  </a:lnTo>
                  <a:lnTo>
                    <a:pt x="118566" y="644832"/>
                  </a:lnTo>
                  <a:lnTo>
                    <a:pt x="120679" y="642889"/>
                  </a:lnTo>
                  <a:lnTo>
                    <a:pt x="129028" y="635059"/>
                  </a:lnTo>
                  <a:lnTo>
                    <a:pt x="130094" y="634058"/>
                  </a:lnTo>
                  <a:lnTo>
                    <a:pt x="134399" y="630142"/>
                  </a:lnTo>
                  <a:lnTo>
                    <a:pt x="145126" y="620421"/>
                  </a:lnTo>
                  <a:lnTo>
                    <a:pt x="156595" y="609871"/>
                  </a:lnTo>
                  <a:lnTo>
                    <a:pt x="172379" y="597510"/>
                  </a:lnTo>
                  <a:lnTo>
                    <a:pt x="173627" y="596534"/>
                  </a:lnTo>
                  <a:lnTo>
                    <a:pt x="173854" y="596576"/>
                  </a:lnTo>
                  <a:lnTo>
                    <a:pt x="174153" y="596630"/>
                  </a:lnTo>
                  <a:lnTo>
                    <a:pt x="174475" y="596689"/>
                  </a:lnTo>
                  <a:lnTo>
                    <a:pt x="178714" y="599085"/>
                  </a:lnTo>
                  <a:lnTo>
                    <a:pt x="179973" y="599763"/>
                  </a:lnTo>
                  <a:lnTo>
                    <a:pt x="181285" y="600330"/>
                  </a:lnTo>
                  <a:lnTo>
                    <a:pt x="187437" y="602990"/>
                  </a:lnTo>
                  <a:lnTo>
                    <a:pt x="190059" y="604252"/>
                  </a:lnTo>
                  <a:lnTo>
                    <a:pt x="190322" y="604378"/>
                  </a:lnTo>
                  <a:lnTo>
                    <a:pt x="193622" y="605679"/>
                  </a:lnTo>
                  <a:lnTo>
                    <a:pt x="197625" y="607131"/>
                  </a:lnTo>
                  <a:lnTo>
                    <a:pt x="200994" y="608246"/>
                  </a:lnTo>
                  <a:lnTo>
                    <a:pt x="205753" y="609661"/>
                  </a:lnTo>
                  <a:lnTo>
                    <a:pt x="210561" y="610906"/>
                  </a:lnTo>
                  <a:lnTo>
                    <a:pt x="218178" y="612511"/>
                  </a:lnTo>
                  <a:lnTo>
                    <a:pt x="222337" y="613333"/>
                  </a:lnTo>
                  <a:lnTo>
                    <a:pt x="226496" y="614160"/>
                  </a:lnTo>
                  <a:lnTo>
                    <a:pt x="234810" y="615822"/>
                  </a:lnTo>
                  <a:lnTo>
                    <a:pt x="239031" y="616951"/>
                  </a:lnTo>
                  <a:lnTo>
                    <a:pt x="240065" y="617308"/>
                  </a:lnTo>
                  <a:lnTo>
                    <a:pt x="260285" y="625052"/>
                  </a:lnTo>
                  <a:lnTo>
                    <a:pt x="264233" y="626464"/>
                  </a:lnTo>
                  <a:lnTo>
                    <a:pt x="268891" y="627956"/>
                  </a:lnTo>
                  <a:lnTo>
                    <a:pt x="272924" y="629100"/>
                  </a:lnTo>
                  <a:lnTo>
                    <a:pt x="276309" y="629957"/>
                  </a:lnTo>
                  <a:lnTo>
                    <a:pt x="285647" y="631878"/>
                  </a:lnTo>
                  <a:lnTo>
                    <a:pt x="304238" y="635702"/>
                  </a:lnTo>
                  <a:lnTo>
                    <a:pt x="304731" y="635837"/>
                  </a:lnTo>
                  <a:lnTo>
                    <a:pt x="304756" y="635642"/>
                  </a:lnTo>
                  <a:lnTo>
                    <a:pt x="304788" y="635379"/>
                  </a:lnTo>
                  <a:lnTo>
                    <a:pt x="306071" y="635635"/>
                  </a:lnTo>
                  <a:lnTo>
                    <a:pt x="313162" y="637054"/>
                  </a:lnTo>
                  <a:lnTo>
                    <a:pt x="315663" y="637555"/>
                  </a:lnTo>
                  <a:lnTo>
                    <a:pt x="320526" y="638592"/>
                  </a:lnTo>
                  <a:lnTo>
                    <a:pt x="320699" y="638626"/>
                  </a:lnTo>
                  <a:lnTo>
                    <a:pt x="330981" y="640744"/>
                  </a:lnTo>
                  <a:lnTo>
                    <a:pt x="331553" y="640874"/>
                  </a:lnTo>
                  <a:lnTo>
                    <a:pt x="332876" y="641176"/>
                  </a:lnTo>
                  <a:lnTo>
                    <a:pt x="348197" y="644672"/>
                  </a:lnTo>
                  <a:lnTo>
                    <a:pt x="349029" y="644861"/>
                  </a:lnTo>
                  <a:lnTo>
                    <a:pt x="349399" y="644946"/>
                  </a:lnTo>
                  <a:lnTo>
                    <a:pt x="349613" y="644995"/>
                  </a:lnTo>
                  <a:lnTo>
                    <a:pt x="348843" y="649058"/>
                  </a:lnTo>
                  <a:lnTo>
                    <a:pt x="348246" y="652209"/>
                  </a:lnTo>
                  <a:lnTo>
                    <a:pt x="348067" y="652994"/>
                  </a:lnTo>
                  <a:lnTo>
                    <a:pt x="347879" y="654718"/>
                  </a:lnTo>
                  <a:lnTo>
                    <a:pt x="347069" y="658046"/>
                  </a:lnTo>
                  <a:lnTo>
                    <a:pt x="348031" y="658516"/>
                  </a:lnTo>
                  <a:lnTo>
                    <a:pt x="348448" y="658581"/>
                  </a:lnTo>
                  <a:lnTo>
                    <a:pt x="348726" y="658625"/>
                  </a:lnTo>
                  <a:lnTo>
                    <a:pt x="350881" y="658964"/>
                  </a:lnTo>
                  <a:lnTo>
                    <a:pt x="351062" y="658899"/>
                  </a:lnTo>
                  <a:lnTo>
                    <a:pt x="352153" y="658501"/>
                  </a:lnTo>
                  <a:lnTo>
                    <a:pt x="358870" y="656054"/>
                  </a:lnTo>
                  <a:lnTo>
                    <a:pt x="364673" y="654670"/>
                  </a:lnTo>
                  <a:lnTo>
                    <a:pt x="367513" y="654188"/>
                  </a:lnTo>
                  <a:lnTo>
                    <a:pt x="369735" y="653811"/>
                  </a:lnTo>
                  <a:lnTo>
                    <a:pt x="370029" y="653741"/>
                  </a:lnTo>
                  <a:lnTo>
                    <a:pt x="373943" y="652815"/>
                  </a:lnTo>
                  <a:lnTo>
                    <a:pt x="374152" y="652766"/>
                  </a:lnTo>
                  <a:lnTo>
                    <a:pt x="375786" y="652379"/>
                  </a:lnTo>
                  <a:lnTo>
                    <a:pt x="376610" y="652142"/>
                  </a:lnTo>
                  <a:lnTo>
                    <a:pt x="377627" y="651847"/>
                  </a:lnTo>
                  <a:lnTo>
                    <a:pt x="378448" y="651596"/>
                  </a:lnTo>
                  <a:lnTo>
                    <a:pt x="380268" y="651036"/>
                  </a:lnTo>
                  <a:lnTo>
                    <a:pt x="381656" y="650643"/>
                  </a:lnTo>
                  <a:lnTo>
                    <a:pt x="384342" y="665438"/>
                  </a:lnTo>
                  <a:lnTo>
                    <a:pt x="386200" y="676006"/>
                  </a:lnTo>
                  <a:lnTo>
                    <a:pt x="388390" y="675602"/>
                  </a:lnTo>
                  <a:lnTo>
                    <a:pt x="389045" y="677181"/>
                  </a:lnTo>
                  <a:lnTo>
                    <a:pt x="389645" y="677097"/>
                  </a:lnTo>
                  <a:lnTo>
                    <a:pt x="391212" y="676779"/>
                  </a:lnTo>
                  <a:lnTo>
                    <a:pt x="406407" y="673703"/>
                  </a:lnTo>
                  <a:lnTo>
                    <a:pt x="406622" y="673659"/>
                  </a:lnTo>
                  <a:lnTo>
                    <a:pt x="408956" y="673230"/>
                  </a:lnTo>
                  <a:lnTo>
                    <a:pt x="409489" y="673136"/>
                  </a:lnTo>
                  <a:lnTo>
                    <a:pt x="415762" y="671984"/>
                  </a:lnTo>
                  <a:lnTo>
                    <a:pt x="416484" y="671852"/>
                  </a:lnTo>
                  <a:lnTo>
                    <a:pt x="419574" y="671284"/>
                  </a:lnTo>
                  <a:lnTo>
                    <a:pt x="419759" y="671251"/>
                  </a:lnTo>
                  <a:lnTo>
                    <a:pt x="420204" y="670524"/>
                  </a:lnTo>
                  <a:lnTo>
                    <a:pt x="420352" y="670281"/>
                  </a:lnTo>
                  <a:lnTo>
                    <a:pt x="420499" y="670037"/>
                  </a:lnTo>
                  <a:lnTo>
                    <a:pt x="420646" y="669792"/>
                  </a:lnTo>
                  <a:lnTo>
                    <a:pt x="420792" y="669547"/>
                  </a:lnTo>
                  <a:lnTo>
                    <a:pt x="420938" y="669302"/>
                  </a:lnTo>
                  <a:lnTo>
                    <a:pt x="421082" y="669057"/>
                  </a:lnTo>
                  <a:lnTo>
                    <a:pt x="421226" y="668810"/>
                  </a:lnTo>
                  <a:lnTo>
                    <a:pt x="421370" y="668564"/>
                  </a:lnTo>
                  <a:lnTo>
                    <a:pt x="421513" y="668317"/>
                  </a:lnTo>
                  <a:lnTo>
                    <a:pt x="421655" y="668070"/>
                  </a:lnTo>
                  <a:lnTo>
                    <a:pt x="421796" y="667823"/>
                  </a:lnTo>
                  <a:lnTo>
                    <a:pt x="421937" y="667575"/>
                  </a:lnTo>
                  <a:lnTo>
                    <a:pt x="422077" y="667326"/>
                  </a:lnTo>
                  <a:lnTo>
                    <a:pt x="422231" y="667052"/>
                  </a:lnTo>
                  <a:lnTo>
                    <a:pt x="422355" y="666829"/>
                  </a:lnTo>
                  <a:lnTo>
                    <a:pt x="422493" y="666579"/>
                  </a:lnTo>
                  <a:lnTo>
                    <a:pt x="422631" y="666329"/>
                  </a:lnTo>
                  <a:lnTo>
                    <a:pt x="422768" y="666079"/>
                  </a:lnTo>
                  <a:lnTo>
                    <a:pt x="422904" y="665829"/>
                  </a:lnTo>
                  <a:lnTo>
                    <a:pt x="423039" y="665578"/>
                  </a:lnTo>
                  <a:lnTo>
                    <a:pt x="423174" y="665327"/>
                  </a:lnTo>
                  <a:lnTo>
                    <a:pt x="423308" y="665075"/>
                  </a:lnTo>
                  <a:lnTo>
                    <a:pt x="423442" y="664823"/>
                  </a:lnTo>
                  <a:lnTo>
                    <a:pt x="423574" y="664571"/>
                  </a:lnTo>
                  <a:lnTo>
                    <a:pt x="423707" y="664318"/>
                  </a:lnTo>
                  <a:lnTo>
                    <a:pt x="423838" y="664065"/>
                  </a:lnTo>
                  <a:lnTo>
                    <a:pt x="424099" y="663558"/>
                  </a:lnTo>
                  <a:lnTo>
                    <a:pt x="424228" y="663304"/>
                  </a:lnTo>
                  <a:lnTo>
                    <a:pt x="424357" y="663049"/>
                  </a:lnTo>
                  <a:lnTo>
                    <a:pt x="424485" y="662795"/>
                  </a:lnTo>
                  <a:lnTo>
                    <a:pt x="424613" y="662540"/>
                  </a:lnTo>
                  <a:lnTo>
                    <a:pt x="424739" y="662284"/>
                  </a:lnTo>
                  <a:lnTo>
                    <a:pt x="424865" y="662028"/>
                  </a:lnTo>
                  <a:lnTo>
                    <a:pt x="426267" y="662055"/>
                  </a:lnTo>
                  <a:lnTo>
                    <a:pt x="439216" y="662869"/>
                  </a:lnTo>
                  <a:lnTo>
                    <a:pt x="449189" y="664481"/>
                  </a:lnTo>
                  <a:lnTo>
                    <a:pt x="451882" y="664983"/>
                  </a:lnTo>
                  <a:lnTo>
                    <a:pt x="459193" y="666531"/>
                  </a:lnTo>
                  <a:lnTo>
                    <a:pt x="473034" y="670992"/>
                  </a:lnTo>
                  <a:lnTo>
                    <a:pt x="473474" y="671135"/>
                  </a:lnTo>
                  <a:lnTo>
                    <a:pt x="475976" y="671852"/>
                  </a:lnTo>
                  <a:lnTo>
                    <a:pt x="481895" y="673595"/>
                  </a:lnTo>
                  <a:lnTo>
                    <a:pt x="484355" y="674369"/>
                  </a:lnTo>
                  <a:lnTo>
                    <a:pt x="491311" y="676310"/>
                  </a:lnTo>
                  <a:lnTo>
                    <a:pt x="499416" y="678558"/>
                  </a:lnTo>
                  <a:lnTo>
                    <a:pt x="510696" y="682710"/>
                  </a:lnTo>
                  <a:lnTo>
                    <a:pt x="513738" y="683950"/>
                  </a:lnTo>
                  <a:lnTo>
                    <a:pt x="518858" y="686036"/>
                  </a:lnTo>
                  <a:lnTo>
                    <a:pt x="528323" y="690310"/>
                  </a:lnTo>
                  <a:lnTo>
                    <a:pt x="536988" y="694690"/>
                  </a:lnTo>
                  <a:lnTo>
                    <a:pt x="544140" y="699181"/>
                  </a:lnTo>
                  <a:lnTo>
                    <a:pt x="544852" y="699628"/>
                  </a:lnTo>
                  <a:lnTo>
                    <a:pt x="547567" y="701882"/>
                  </a:lnTo>
                  <a:lnTo>
                    <a:pt x="548475" y="702636"/>
                  </a:lnTo>
                  <a:lnTo>
                    <a:pt x="548883" y="702974"/>
                  </a:lnTo>
                  <a:lnTo>
                    <a:pt x="549057" y="702723"/>
                  </a:lnTo>
                  <a:lnTo>
                    <a:pt x="549409" y="702213"/>
                  </a:lnTo>
                  <a:lnTo>
                    <a:pt x="549760" y="701703"/>
                  </a:lnTo>
                  <a:lnTo>
                    <a:pt x="550040" y="701295"/>
                  </a:lnTo>
                  <a:lnTo>
                    <a:pt x="550319" y="700886"/>
                  </a:lnTo>
                  <a:lnTo>
                    <a:pt x="550598" y="700477"/>
                  </a:lnTo>
                  <a:lnTo>
                    <a:pt x="550876" y="700068"/>
                  </a:lnTo>
                  <a:lnTo>
                    <a:pt x="551153" y="699658"/>
                  </a:lnTo>
                  <a:lnTo>
                    <a:pt x="551430" y="699247"/>
                  </a:lnTo>
                  <a:lnTo>
                    <a:pt x="551667" y="698904"/>
                  </a:lnTo>
                  <a:lnTo>
                    <a:pt x="551905" y="698562"/>
                  </a:lnTo>
                  <a:lnTo>
                    <a:pt x="552143" y="698220"/>
                  </a:lnTo>
                  <a:lnTo>
                    <a:pt x="552383" y="697878"/>
                  </a:lnTo>
                  <a:lnTo>
                    <a:pt x="552622" y="697537"/>
                  </a:lnTo>
                  <a:lnTo>
                    <a:pt x="552863" y="697196"/>
                  </a:lnTo>
                  <a:lnTo>
                    <a:pt x="553104" y="696856"/>
                  </a:lnTo>
                  <a:lnTo>
                    <a:pt x="553346" y="696517"/>
                  </a:lnTo>
                  <a:lnTo>
                    <a:pt x="553588" y="696177"/>
                  </a:lnTo>
                  <a:lnTo>
                    <a:pt x="553831" y="695839"/>
                  </a:lnTo>
                  <a:lnTo>
                    <a:pt x="554075" y="695500"/>
                  </a:lnTo>
                  <a:lnTo>
                    <a:pt x="554296" y="695195"/>
                  </a:lnTo>
                  <a:lnTo>
                    <a:pt x="554963" y="694280"/>
                  </a:lnTo>
                  <a:lnTo>
                    <a:pt x="555082" y="694119"/>
                  </a:lnTo>
                  <a:lnTo>
                    <a:pt x="555210" y="693943"/>
                  </a:lnTo>
                  <a:lnTo>
                    <a:pt x="555369" y="693727"/>
                  </a:lnTo>
                  <a:lnTo>
                    <a:pt x="555657" y="693335"/>
                  </a:lnTo>
                  <a:lnTo>
                    <a:pt x="555945" y="692945"/>
                  </a:lnTo>
                  <a:lnTo>
                    <a:pt x="556235" y="692554"/>
                  </a:lnTo>
                  <a:lnTo>
                    <a:pt x="556525" y="692164"/>
                  </a:lnTo>
                  <a:lnTo>
                    <a:pt x="556815" y="691775"/>
                  </a:lnTo>
                  <a:lnTo>
                    <a:pt x="557106" y="691385"/>
                  </a:lnTo>
                  <a:lnTo>
                    <a:pt x="557398" y="690997"/>
                  </a:lnTo>
                  <a:lnTo>
                    <a:pt x="557690" y="690609"/>
                  </a:lnTo>
                  <a:lnTo>
                    <a:pt x="557983" y="690221"/>
                  </a:lnTo>
                  <a:lnTo>
                    <a:pt x="558277" y="689834"/>
                  </a:lnTo>
                  <a:lnTo>
                    <a:pt x="558571" y="689448"/>
                  </a:lnTo>
                  <a:lnTo>
                    <a:pt x="558866" y="689061"/>
                  </a:lnTo>
                  <a:lnTo>
                    <a:pt x="559167" y="688669"/>
                  </a:lnTo>
                  <a:lnTo>
                    <a:pt x="559468" y="688278"/>
                  </a:lnTo>
                  <a:lnTo>
                    <a:pt x="559769" y="687887"/>
                  </a:lnTo>
                  <a:lnTo>
                    <a:pt x="560072" y="687497"/>
                  </a:lnTo>
                  <a:lnTo>
                    <a:pt x="560375" y="687107"/>
                  </a:lnTo>
                  <a:lnTo>
                    <a:pt x="560678" y="686718"/>
                  </a:lnTo>
                  <a:lnTo>
                    <a:pt x="560982" y="686329"/>
                  </a:lnTo>
                  <a:lnTo>
                    <a:pt x="561287" y="685941"/>
                  </a:lnTo>
                  <a:lnTo>
                    <a:pt x="561593" y="685553"/>
                  </a:lnTo>
                  <a:lnTo>
                    <a:pt x="561899" y="685166"/>
                  </a:lnTo>
                  <a:lnTo>
                    <a:pt x="562206" y="684779"/>
                  </a:lnTo>
                  <a:lnTo>
                    <a:pt x="562513" y="684393"/>
                  </a:lnTo>
                  <a:lnTo>
                    <a:pt x="562821" y="684007"/>
                  </a:lnTo>
                  <a:lnTo>
                    <a:pt x="563130" y="683622"/>
                  </a:lnTo>
                  <a:lnTo>
                    <a:pt x="563439" y="683237"/>
                  </a:lnTo>
                  <a:lnTo>
                    <a:pt x="567976" y="677757"/>
                  </a:lnTo>
                  <a:lnTo>
                    <a:pt x="570881" y="674329"/>
                  </a:lnTo>
                  <a:lnTo>
                    <a:pt x="572126" y="672860"/>
                  </a:lnTo>
                  <a:lnTo>
                    <a:pt x="574763" y="669739"/>
                  </a:lnTo>
                  <a:lnTo>
                    <a:pt x="578156" y="665716"/>
                  </a:lnTo>
                  <a:lnTo>
                    <a:pt x="580993" y="663194"/>
                  </a:lnTo>
                  <a:lnTo>
                    <a:pt x="584595" y="659393"/>
                  </a:lnTo>
                  <a:lnTo>
                    <a:pt x="587173" y="657276"/>
                  </a:lnTo>
                  <a:lnTo>
                    <a:pt x="594724" y="649023"/>
                  </a:lnTo>
                  <a:lnTo>
                    <a:pt x="595920" y="647717"/>
                  </a:lnTo>
                  <a:lnTo>
                    <a:pt x="596306" y="647294"/>
                  </a:lnTo>
                  <a:lnTo>
                    <a:pt x="596691" y="646871"/>
                  </a:lnTo>
                  <a:lnTo>
                    <a:pt x="597076" y="646447"/>
                  </a:lnTo>
                  <a:lnTo>
                    <a:pt x="597460" y="646023"/>
                  </a:lnTo>
                  <a:lnTo>
                    <a:pt x="597844" y="645598"/>
                  </a:lnTo>
                  <a:lnTo>
                    <a:pt x="598227" y="645172"/>
                  </a:lnTo>
                  <a:lnTo>
                    <a:pt x="598610" y="644746"/>
                  </a:lnTo>
                  <a:lnTo>
                    <a:pt x="598992" y="644320"/>
                  </a:lnTo>
                  <a:lnTo>
                    <a:pt x="599373" y="643893"/>
                  </a:lnTo>
                  <a:lnTo>
                    <a:pt x="602574" y="640285"/>
                  </a:lnTo>
                  <a:lnTo>
                    <a:pt x="608442" y="633466"/>
                  </a:lnTo>
                  <a:lnTo>
                    <a:pt x="612920" y="630044"/>
                  </a:lnTo>
                  <a:lnTo>
                    <a:pt x="614946" y="627522"/>
                  </a:lnTo>
                  <a:lnTo>
                    <a:pt x="615626" y="626677"/>
                  </a:lnTo>
                  <a:lnTo>
                    <a:pt x="617635" y="624178"/>
                  </a:lnTo>
                  <a:lnTo>
                    <a:pt x="618472" y="623136"/>
                  </a:lnTo>
                  <a:lnTo>
                    <a:pt x="620561" y="620537"/>
                  </a:lnTo>
                  <a:lnTo>
                    <a:pt x="620024" y="619229"/>
                  </a:lnTo>
                  <a:lnTo>
                    <a:pt x="619661" y="619665"/>
                  </a:lnTo>
                  <a:lnTo>
                    <a:pt x="619036" y="617973"/>
                  </a:lnTo>
                  <a:lnTo>
                    <a:pt x="618836" y="617434"/>
                  </a:lnTo>
                  <a:lnTo>
                    <a:pt x="618194" y="615696"/>
                  </a:lnTo>
                  <a:lnTo>
                    <a:pt x="614443" y="605543"/>
                  </a:lnTo>
                  <a:lnTo>
                    <a:pt x="612806" y="600916"/>
                  </a:lnTo>
                  <a:lnTo>
                    <a:pt x="607664" y="588927"/>
                  </a:lnTo>
                  <a:lnTo>
                    <a:pt x="603304" y="579864"/>
                  </a:lnTo>
                  <a:lnTo>
                    <a:pt x="598729" y="571859"/>
                  </a:lnTo>
                  <a:lnTo>
                    <a:pt x="598656" y="571732"/>
                  </a:lnTo>
                  <a:lnTo>
                    <a:pt x="598584" y="571605"/>
                  </a:lnTo>
                  <a:lnTo>
                    <a:pt x="598511" y="571477"/>
                  </a:lnTo>
                  <a:lnTo>
                    <a:pt x="598367" y="571226"/>
                  </a:lnTo>
                  <a:lnTo>
                    <a:pt x="598295" y="571099"/>
                  </a:lnTo>
                  <a:lnTo>
                    <a:pt x="598129" y="570808"/>
                  </a:lnTo>
                  <a:lnTo>
                    <a:pt x="598048" y="570667"/>
                  </a:lnTo>
                  <a:lnTo>
                    <a:pt x="590641" y="559253"/>
                  </a:lnTo>
                  <a:lnTo>
                    <a:pt x="590330" y="558824"/>
                  </a:lnTo>
                  <a:lnTo>
                    <a:pt x="586451" y="553478"/>
                  </a:lnTo>
                  <a:lnTo>
                    <a:pt x="582109" y="547972"/>
                  </a:lnTo>
                  <a:lnTo>
                    <a:pt x="580529" y="546213"/>
                  </a:lnTo>
                  <a:lnTo>
                    <a:pt x="573959" y="539043"/>
                  </a:lnTo>
                  <a:lnTo>
                    <a:pt x="571293" y="536366"/>
                  </a:lnTo>
                  <a:lnTo>
                    <a:pt x="568250" y="533529"/>
                  </a:lnTo>
                  <a:lnTo>
                    <a:pt x="569825" y="530322"/>
                  </a:lnTo>
                  <a:lnTo>
                    <a:pt x="571706" y="526615"/>
                  </a:lnTo>
                  <a:lnTo>
                    <a:pt x="573020" y="524041"/>
                  </a:lnTo>
                  <a:lnTo>
                    <a:pt x="574415" y="521303"/>
                  </a:lnTo>
                  <a:lnTo>
                    <a:pt x="575270" y="519597"/>
                  </a:lnTo>
                  <a:lnTo>
                    <a:pt x="576100" y="517951"/>
                  </a:lnTo>
                  <a:lnTo>
                    <a:pt x="576946" y="516280"/>
                  </a:lnTo>
                  <a:lnTo>
                    <a:pt x="578642" y="512888"/>
                  </a:lnTo>
                  <a:lnTo>
                    <a:pt x="579518" y="511144"/>
                  </a:lnTo>
                  <a:lnTo>
                    <a:pt x="580371" y="509467"/>
                  </a:lnTo>
                  <a:lnTo>
                    <a:pt x="581228" y="507723"/>
                  </a:lnTo>
                  <a:lnTo>
                    <a:pt x="582045" y="506100"/>
                  </a:lnTo>
                  <a:lnTo>
                    <a:pt x="582900" y="504406"/>
                  </a:lnTo>
                  <a:lnTo>
                    <a:pt x="583722" y="502710"/>
                  </a:lnTo>
                  <a:lnTo>
                    <a:pt x="584503" y="501092"/>
                  </a:lnTo>
                  <a:lnTo>
                    <a:pt x="586264" y="497649"/>
                  </a:lnTo>
                  <a:lnTo>
                    <a:pt x="587064" y="496018"/>
                  </a:lnTo>
                  <a:lnTo>
                    <a:pt x="587767" y="494603"/>
                  </a:lnTo>
                  <a:lnTo>
                    <a:pt x="588281" y="493578"/>
                  </a:lnTo>
                  <a:lnTo>
                    <a:pt x="588363" y="493431"/>
                  </a:lnTo>
                  <a:lnTo>
                    <a:pt x="588835" y="492593"/>
                  </a:lnTo>
                  <a:lnTo>
                    <a:pt x="589037" y="492232"/>
                  </a:lnTo>
                  <a:lnTo>
                    <a:pt x="590116" y="490308"/>
                  </a:lnTo>
                  <a:lnTo>
                    <a:pt x="590693" y="489102"/>
                  </a:lnTo>
                  <a:lnTo>
                    <a:pt x="591720" y="486841"/>
                  </a:lnTo>
                  <a:lnTo>
                    <a:pt x="592535" y="485096"/>
                  </a:lnTo>
                  <a:lnTo>
                    <a:pt x="593302" y="483484"/>
                  </a:lnTo>
                  <a:lnTo>
                    <a:pt x="594066" y="481849"/>
                  </a:lnTo>
                  <a:lnTo>
                    <a:pt x="595423" y="478899"/>
                  </a:lnTo>
                  <a:lnTo>
                    <a:pt x="595745" y="478187"/>
                  </a:lnTo>
                  <a:lnTo>
                    <a:pt x="596356" y="476925"/>
                  </a:lnTo>
                  <a:lnTo>
                    <a:pt x="596558" y="476375"/>
                  </a:lnTo>
                  <a:lnTo>
                    <a:pt x="597383" y="474686"/>
                  </a:lnTo>
                  <a:lnTo>
                    <a:pt x="598232" y="472956"/>
                  </a:lnTo>
                  <a:lnTo>
                    <a:pt x="599055" y="471317"/>
                  </a:lnTo>
                  <a:lnTo>
                    <a:pt x="599839" y="469732"/>
                  </a:lnTo>
                  <a:lnTo>
                    <a:pt x="600805" y="467782"/>
                  </a:lnTo>
                  <a:lnTo>
                    <a:pt x="601389" y="466530"/>
                  </a:lnTo>
                  <a:lnTo>
                    <a:pt x="602385" y="464535"/>
                  </a:lnTo>
                  <a:lnTo>
                    <a:pt x="602762" y="463835"/>
                  </a:lnTo>
                  <a:lnTo>
                    <a:pt x="603305" y="462681"/>
                  </a:lnTo>
                  <a:lnTo>
                    <a:pt x="604156" y="461027"/>
                  </a:lnTo>
                  <a:lnTo>
                    <a:pt x="604990" y="459292"/>
                  </a:lnTo>
                  <a:lnTo>
                    <a:pt x="605857" y="457562"/>
                  </a:lnTo>
                  <a:lnTo>
                    <a:pt x="606767" y="455749"/>
                  </a:lnTo>
                  <a:lnTo>
                    <a:pt x="607576" y="454105"/>
                  </a:lnTo>
                  <a:lnTo>
                    <a:pt x="608427" y="452375"/>
                  </a:lnTo>
                  <a:lnTo>
                    <a:pt x="609235" y="450680"/>
                  </a:lnTo>
                  <a:lnTo>
                    <a:pt x="610111" y="448956"/>
                  </a:lnTo>
                  <a:lnTo>
                    <a:pt x="611381" y="446378"/>
                  </a:lnTo>
                  <a:lnTo>
                    <a:pt x="612592" y="443895"/>
                  </a:lnTo>
                  <a:lnTo>
                    <a:pt x="613750" y="441556"/>
                  </a:lnTo>
                  <a:lnTo>
                    <a:pt x="616885" y="435153"/>
                  </a:lnTo>
                  <a:lnTo>
                    <a:pt x="617206" y="434550"/>
                  </a:lnTo>
                  <a:lnTo>
                    <a:pt x="617450" y="434090"/>
                  </a:lnTo>
                  <a:lnTo>
                    <a:pt x="617686" y="433646"/>
                  </a:lnTo>
                  <a:lnTo>
                    <a:pt x="617802" y="433411"/>
                  </a:lnTo>
                  <a:lnTo>
                    <a:pt x="617917" y="433181"/>
                  </a:lnTo>
                  <a:lnTo>
                    <a:pt x="619107" y="430774"/>
                  </a:lnTo>
                  <a:lnTo>
                    <a:pt x="622935" y="422881"/>
                  </a:lnTo>
                  <a:lnTo>
                    <a:pt x="623577" y="421497"/>
                  </a:lnTo>
                  <a:lnTo>
                    <a:pt x="624527" y="419283"/>
                  </a:lnTo>
                  <a:lnTo>
                    <a:pt x="626147" y="415590"/>
                  </a:lnTo>
                  <a:lnTo>
                    <a:pt x="638582" y="386430"/>
                  </a:lnTo>
                  <a:lnTo>
                    <a:pt x="643617" y="373426"/>
                  </a:lnTo>
                  <a:lnTo>
                    <a:pt x="643905" y="372755"/>
                  </a:lnTo>
                  <a:lnTo>
                    <a:pt x="644033" y="372455"/>
                  </a:lnTo>
                  <a:lnTo>
                    <a:pt x="644823" y="370596"/>
                  </a:lnTo>
                  <a:lnTo>
                    <a:pt x="644880" y="370461"/>
                  </a:lnTo>
                  <a:lnTo>
                    <a:pt x="672499" y="375771"/>
                  </a:lnTo>
                  <a:lnTo>
                    <a:pt x="689896" y="379096"/>
                  </a:lnTo>
                  <a:lnTo>
                    <a:pt x="706855" y="382337"/>
                  </a:lnTo>
                  <a:lnTo>
                    <a:pt x="719669" y="384787"/>
                  </a:lnTo>
                  <a:lnTo>
                    <a:pt x="720053" y="384861"/>
                  </a:lnTo>
                  <a:lnTo>
                    <a:pt x="720437" y="384936"/>
                  </a:lnTo>
                  <a:lnTo>
                    <a:pt x="720822" y="385012"/>
                  </a:lnTo>
                  <a:lnTo>
                    <a:pt x="721205" y="385088"/>
                  </a:lnTo>
                  <a:lnTo>
                    <a:pt x="721589" y="385165"/>
                  </a:lnTo>
                  <a:lnTo>
                    <a:pt x="721973" y="385243"/>
                  </a:lnTo>
                  <a:lnTo>
                    <a:pt x="722151" y="385280"/>
                  </a:lnTo>
                  <a:lnTo>
                    <a:pt x="722356" y="385322"/>
                  </a:lnTo>
                  <a:lnTo>
                    <a:pt x="722740" y="385401"/>
                  </a:lnTo>
                  <a:lnTo>
                    <a:pt x="723123" y="385481"/>
                  </a:lnTo>
                  <a:lnTo>
                    <a:pt x="723506" y="385562"/>
                  </a:lnTo>
                  <a:lnTo>
                    <a:pt x="723889" y="385643"/>
                  </a:lnTo>
                  <a:lnTo>
                    <a:pt x="724272" y="385726"/>
                  </a:lnTo>
                  <a:lnTo>
                    <a:pt x="724655" y="385809"/>
                  </a:lnTo>
                  <a:lnTo>
                    <a:pt x="725037" y="385893"/>
                  </a:lnTo>
                  <a:lnTo>
                    <a:pt x="725419" y="385977"/>
                  </a:lnTo>
                  <a:lnTo>
                    <a:pt x="725801" y="386063"/>
                  </a:lnTo>
                  <a:lnTo>
                    <a:pt x="726183" y="386149"/>
                  </a:lnTo>
                  <a:lnTo>
                    <a:pt x="726565" y="386235"/>
                  </a:lnTo>
                  <a:lnTo>
                    <a:pt x="726947" y="386323"/>
                  </a:lnTo>
                  <a:lnTo>
                    <a:pt x="727328" y="386411"/>
                  </a:lnTo>
                  <a:lnTo>
                    <a:pt x="727711" y="386501"/>
                  </a:lnTo>
                  <a:lnTo>
                    <a:pt x="728093" y="386591"/>
                  </a:lnTo>
                  <a:lnTo>
                    <a:pt x="728475" y="386682"/>
                  </a:lnTo>
                  <a:lnTo>
                    <a:pt x="728857" y="386773"/>
                  </a:lnTo>
                  <a:lnTo>
                    <a:pt x="729239" y="386866"/>
                  </a:lnTo>
                  <a:lnTo>
                    <a:pt x="729714" y="386982"/>
                  </a:lnTo>
                  <a:lnTo>
                    <a:pt x="730002" y="387053"/>
                  </a:lnTo>
                  <a:lnTo>
                    <a:pt x="730383" y="387147"/>
                  </a:lnTo>
                  <a:lnTo>
                    <a:pt x="730765" y="387242"/>
                  </a:lnTo>
                  <a:lnTo>
                    <a:pt x="731146" y="387339"/>
                  </a:lnTo>
                  <a:lnTo>
                    <a:pt x="731323" y="387384"/>
                  </a:lnTo>
                  <a:lnTo>
                    <a:pt x="731526" y="387435"/>
                  </a:lnTo>
                  <a:lnTo>
                    <a:pt x="731907" y="387533"/>
                  </a:lnTo>
                  <a:lnTo>
                    <a:pt x="732392" y="387659"/>
                  </a:lnTo>
                  <a:lnTo>
                    <a:pt x="732667" y="387730"/>
                  </a:lnTo>
                  <a:lnTo>
                    <a:pt x="733047" y="387830"/>
                  </a:lnTo>
                  <a:lnTo>
                    <a:pt x="733427" y="387931"/>
                  </a:lnTo>
                  <a:lnTo>
                    <a:pt x="733807" y="388032"/>
                  </a:lnTo>
                  <a:lnTo>
                    <a:pt x="734186" y="388134"/>
                  </a:lnTo>
                  <a:lnTo>
                    <a:pt x="734565" y="388237"/>
                  </a:lnTo>
                  <a:lnTo>
                    <a:pt x="734944" y="388340"/>
                  </a:lnTo>
                  <a:lnTo>
                    <a:pt x="735323" y="388445"/>
                  </a:lnTo>
                  <a:lnTo>
                    <a:pt x="735702" y="388550"/>
                  </a:lnTo>
                  <a:lnTo>
                    <a:pt x="736080" y="388656"/>
                  </a:lnTo>
                  <a:lnTo>
                    <a:pt x="736278" y="388711"/>
                  </a:lnTo>
                  <a:lnTo>
                    <a:pt x="736458" y="388762"/>
                  </a:lnTo>
                  <a:lnTo>
                    <a:pt x="736836" y="388869"/>
                  </a:lnTo>
                  <a:lnTo>
                    <a:pt x="737214" y="388977"/>
                  </a:lnTo>
                  <a:lnTo>
                    <a:pt x="737591" y="389086"/>
                  </a:lnTo>
                  <a:lnTo>
                    <a:pt x="737969" y="389196"/>
                  </a:lnTo>
                  <a:lnTo>
                    <a:pt x="738346" y="389306"/>
                  </a:lnTo>
                  <a:lnTo>
                    <a:pt x="738723" y="389417"/>
                  </a:lnTo>
                  <a:lnTo>
                    <a:pt x="739099" y="389528"/>
                  </a:lnTo>
                  <a:lnTo>
                    <a:pt x="739600" y="389678"/>
                  </a:lnTo>
                  <a:lnTo>
                    <a:pt x="739852" y="389754"/>
                  </a:lnTo>
                  <a:lnTo>
                    <a:pt x="740228" y="389868"/>
                  </a:lnTo>
                  <a:lnTo>
                    <a:pt x="740603" y="389983"/>
                  </a:lnTo>
                  <a:lnTo>
                    <a:pt x="740752" y="390028"/>
                  </a:lnTo>
                  <a:lnTo>
                    <a:pt x="740979" y="390098"/>
                  </a:lnTo>
                  <a:lnTo>
                    <a:pt x="741354" y="390214"/>
                  </a:lnTo>
                  <a:lnTo>
                    <a:pt x="741730" y="390331"/>
                  </a:lnTo>
                  <a:lnTo>
                    <a:pt x="742104" y="390449"/>
                  </a:lnTo>
                  <a:lnTo>
                    <a:pt x="742479" y="390567"/>
                  </a:lnTo>
                  <a:lnTo>
                    <a:pt x="742854" y="390686"/>
                  </a:lnTo>
                  <a:lnTo>
                    <a:pt x="743228" y="390806"/>
                  </a:lnTo>
                  <a:lnTo>
                    <a:pt x="743602" y="390927"/>
                  </a:lnTo>
                  <a:lnTo>
                    <a:pt x="743975" y="391048"/>
                  </a:lnTo>
                  <a:lnTo>
                    <a:pt x="744349" y="391170"/>
                  </a:lnTo>
                  <a:lnTo>
                    <a:pt x="744722" y="391293"/>
                  </a:lnTo>
                  <a:lnTo>
                    <a:pt x="745095" y="391416"/>
                  </a:lnTo>
                  <a:lnTo>
                    <a:pt x="745468" y="391540"/>
                  </a:lnTo>
                  <a:lnTo>
                    <a:pt x="745840" y="391665"/>
                  </a:lnTo>
                  <a:lnTo>
                    <a:pt x="746213" y="391791"/>
                  </a:lnTo>
                  <a:lnTo>
                    <a:pt x="746585" y="391917"/>
                  </a:lnTo>
                  <a:lnTo>
                    <a:pt x="746956" y="392045"/>
                  </a:lnTo>
                  <a:lnTo>
                    <a:pt x="747328" y="392173"/>
                  </a:lnTo>
                  <a:lnTo>
                    <a:pt x="747699" y="392301"/>
                  </a:lnTo>
                  <a:lnTo>
                    <a:pt x="748070" y="392430"/>
                  </a:lnTo>
                  <a:lnTo>
                    <a:pt x="748441" y="392561"/>
                  </a:lnTo>
                  <a:lnTo>
                    <a:pt x="748811" y="392691"/>
                  </a:lnTo>
                  <a:lnTo>
                    <a:pt x="749182" y="392823"/>
                  </a:lnTo>
                  <a:lnTo>
                    <a:pt x="749552" y="392955"/>
                  </a:lnTo>
                  <a:lnTo>
                    <a:pt x="749922" y="393088"/>
                  </a:lnTo>
                  <a:lnTo>
                    <a:pt x="750291" y="393222"/>
                  </a:lnTo>
                  <a:lnTo>
                    <a:pt x="750660" y="393356"/>
                  </a:lnTo>
                  <a:lnTo>
                    <a:pt x="751029" y="393491"/>
                  </a:lnTo>
                  <a:lnTo>
                    <a:pt x="751256" y="393575"/>
                  </a:lnTo>
                  <a:lnTo>
                    <a:pt x="751398" y="393627"/>
                  </a:lnTo>
                  <a:lnTo>
                    <a:pt x="751766" y="393764"/>
                  </a:lnTo>
                  <a:lnTo>
                    <a:pt x="752134" y="393901"/>
                  </a:lnTo>
                  <a:lnTo>
                    <a:pt x="752268" y="393951"/>
                  </a:lnTo>
                  <a:lnTo>
                    <a:pt x="752502" y="394039"/>
                  </a:lnTo>
                  <a:lnTo>
                    <a:pt x="752870" y="394178"/>
                  </a:lnTo>
                  <a:lnTo>
                    <a:pt x="753237" y="394318"/>
                  </a:lnTo>
                  <a:lnTo>
                    <a:pt x="753394" y="394377"/>
                  </a:lnTo>
                  <a:lnTo>
                    <a:pt x="753604" y="394458"/>
                  </a:lnTo>
                  <a:lnTo>
                    <a:pt x="753971" y="394599"/>
                  </a:lnTo>
                  <a:lnTo>
                    <a:pt x="754338" y="394740"/>
                  </a:lnTo>
                  <a:lnTo>
                    <a:pt x="754704" y="394883"/>
                  </a:lnTo>
                  <a:lnTo>
                    <a:pt x="754883" y="394464"/>
                  </a:lnTo>
                  <a:lnTo>
                    <a:pt x="755007" y="394172"/>
                  </a:lnTo>
                  <a:lnTo>
                    <a:pt x="756017" y="391791"/>
                  </a:lnTo>
                  <a:lnTo>
                    <a:pt x="757011" y="389445"/>
                  </a:lnTo>
                  <a:lnTo>
                    <a:pt x="757094" y="389241"/>
                  </a:lnTo>
                  <a:lnTo>
                    <a:pt x="757177" y="389036"/>
                  </a:lnTo>
                  <a:lnTo>
                    <a:pt x="757259" y="388831"/>
                  </a:lnTo>
                  <a:lnTo>
                    <a:pt x="757341" y="388625"/>
                  </a:lnTo>
                  <a:lnTo>
                    <a:pt x="757421" y="388420"/>
                  </a:lnTo>
                  <a:lnTo>
                    <a:pt x="757501" y="388214"/>
                  </a:lnTo>
                  <a:lnTo>
                    <a:pt x="757581" y="388008"/>
                  </a:lnTo>
                  <a:lnTo>
                    <a:pt x="757659" y="387801"/>
                  </a:lnTo>
                  <a:lnTo>
                    <a:pt x="757737" y="387594"/>
                  </a:lnTo>
                  <a:lnTo>
                    <a:pt x="757814" y="387387"/>
                  </a:lnTo>
                  <a:lnTo>
                    <a:pt x="757890" y="387180"/>
                  </a:lnTo>
                  <a:lnTo>
                    <a:pt x="757966" y="386972"/>
                  </a:lnTo>
                  <a:lnTo>
                    <a:pt x="758041" y="386765"/>
                  </a:lnTo>
                  <a:lnTo>
                    <a:pt x="758115" y="386556"/>
                  </a:lnTo>
                  <a:lnTo>
                    <a:pt x="758188" y="386348"/>
                  </a:lnTo>
                  <a:lnTo>
                    <a:pt x="758261" y="386140"/>
                  </a:lnTo>
                  <a:lnTo>
                    <a:pt x="758333" y="385931"/>
                  </a:lnTo>
                  <a:lnTo>
                    <a:pt x="758405" y="385722"/>
                  </a:lnTo>
                  <a:lnTo>
                    <a:pt x="758475" y="385512"/>
                  </a:lnTo>
                  <a:lnTo>
                    <a:pt x="758545" y="385303"/>
                  </a:lnTo>
                  <a:lnTo>
                    <a:pt x="758614" y="385093"/>
                  </a:lnTo>
                  <a:lnTo>
                    <a:pt x="758683" y="384883"/>
                  </a:lnTo>
                  <a:lnTo>
                    <a:pt x="758750" y="384672"/>
                  </a:lnTo>
                  <a:lnTo>
                    <a:pt x="758817" y="384462"/>
                  </a:lnTo>
                  <a:lnTo>
                    <a:pt x="758883" y="384251"/>
                  </a:lnTo>
                  <a:lnTo>
                    <a:pt x="758949" y="384040"/>
                  </a:lnTo>
                  <a:lnTo>
                    <a:pt x="759014" y="383829"/>
                  </a:lnTo>
                  <a:lnTo>
                    <a:pt x="759078" y="383617"/>
                  </a:lnTo>
                  <a:lnTo>
                    <a:pt x="759141" y="383405"/>
                  </a:lnTo>
                  <a:lnTo>
                    <a:pt x="759204" y="383194"/>
                  </a:lnTo>
                  <a:lnTo>
                    <a:pt x="759265" y="382982"/>
                  </a:lnTo>
                  <a:lnTo>
                    <a:pt x="759327" y="382769"/>
                  </a:lnTo>
                  <a:lnTo>
                    <a:pt x="759387" y="382557"/>
                  </a:lnTo>
                  <a:lnTo>
                    <a:pt x="759446" y="382344"/>
                  </a:lnTo>
                  <a:lnTo>
                    <a:pt x="759505" y="382131"/>
                  </a:lnTo>
                  <a:lnTo>
                    <a:pt x="759563" y="381918"/>
                  </a:lnTo>
                  <a:lnTo>
                    <a:pt x="759621" y="381704"/>
                  </a:lnTo>
                  <a:lnTo>
                    <a:pt x="759734" y="381277"/>
                  </a:lnTo>
                  <a:lnTo>
                    <a:pt x="759789" y="381063"/>
                  </a:lnTo>
                  <a:lnTo>
                    <a:pt x="759843" y="380849"/>
                  </a:lnTo>
                  <a:lnTo>
                    <a:pt x="759897" y="380634"/>
                  </a:lnTo>
                  <a:lnTo>
                    <a:pt x="759950" y="380420"/>
                  </a:lnTo>
                  <a:lnTo>
                    <a:pt x="760002" y="380205"/>
                  </a:lnTo>
                  <a:lnTo>
                    <a:pt x="760054" y="379990"/>
                  </a:lnTo>
                  <a:lnTo>
                    <a:pt x="760104" y="379775"/>
                  </a:lnTo>
                  <a:lnTo>
                    <a:pt x="760154" y="379560"/>
                  </a:lnTo>
                  <a:lnTo>
                    <a:pt x="760203" y="379345"/>
                  </a:lnTo>
                  <a:lnTo>
                    <a:pt x="760252" y="379129"/>
                  </a:lnTo>
                  <a:lnTo>
                    <a:pt x="760300" y="378913"/>
                  </a:lnTo>
                  <a:lnTo>
                    <a:pt x="760347" y="378697"/>
                  </a:lnTo>
                  <a:lnTo>
                    <a:pt x="760393" y="378481"/>
                  </a:lnTo>
                  <a:lnTo>
                    <a:pt x="760438" y="378265"/>
                  </a:lnTo>
                  <a:lnTo>
                    <a:pt x="760483" y="378048"/>
                  </a:lnTo>
                  <a:lnTo>
                    <a:pt x="760527" y="377832"/>
                  </a:lnTo>
                  <a:lnTo>
                    <a:pt x="760570" y="377615"/>
                  </a:lnTo>
                  <a:lnTo>
                    <a:pt x="760613" y="377398"/>
                  </a:lnTo>
                  <a:lnTo>
                    <a:pt x="760655" y="377181"/>
                  </a:lnTo>
                  <a:lnTo>
                    <a:pt x="760696" y="376964"/>
                  </a:lnTo>
                  <a:lnTo>
                    <a:pt x="760736" y="376747"/>
                  </a:lnTo>
                  <a:lnTo>
                    <a:pt x="760775" y="376529"/>
                  </a:lnTo>
                  <a:lnTo>
                    <a:pt x="760814" y="376312"/>
                  </a:lnTo>
                  <a:lnTo>
                    <a:pt x="760852" y="376094"/>
                  </a:lnTo>
                  <a:lnTo>
                    <a:pt x="760889" y="375876"/>
                  </a:lnTo>
                  <a:lnTo>
                    <a:pt x="760926" y="375658"/>
                  </a:lnTo>
                  <a:lnTo>
                    <a:pt x="760961" y="375440"/>
                  </a:lnTo>
                  <a:lnTo>
                    <a:pt x="760996" y="375222"/>
                  </a:lnTo>
                  <a:lnTo>
                    <a:pt x="761031" y="375004"/>
                  </a:lnTo>
                  <a:lnTo>
                    <a:pt x="761064" y="374785"/>
                  </a:lnTo>
                  <a:lnTo>
                    <a:pt x="761097" y="374567"/>
                  </a:lnTo>
                  <a:lnTo>
                    <a:pt x="761129" y="374348"/>
                  </a:lnTo>
                  <a:lnTo>
                    <a:pt x="761160" y="374129"/>
                  </a:lnTo>
                  <a:lnTo>
                    <a:pt x="761190" y="373910"/>
                  </a:lnTo>
                  <a:lnTo>
                    <a:pt x="761220" y="373691"/>
                  </a:lnTo>
                  <a:lnTo>
                    <a:pt x="761249" y="373472"/>
                  </a:lnTo>
                  <a:lnTo>
                    <a:pt x="761277" y="373253"/>
                  </a:lnTo>
                  <a:lnTo>
                    <a:pt x="761304" y="373033"/>
                  </a:lnTo>
                  <a:lnTo>
                    <a:pt x="761331" y="372814"/>
                  </a:lnTo>
                  <a:lnTo>
                    <a:pt x="761357" y="372595"/>
                  </a:lnTo>
                  <a:lnTo>
                    <a:pt x="761382" y="372375"/>
                  </a:lnTo>
                  <a:lnTo>
                    <a:pt x="761406" y="372155"/>
                  </a:lnTo>
                  <a:lnTo>
                    <a:pt x="761430" y="371936"/>
                  </a:lnTo>
                  <a:lnTo>
                    <a:pt x="761453" y="371716"/>
                  </a:lnTo>
                  <a:lnTo>
                    <a:pt x="761475" y="371496"/>
                  </a:lnTo>
                  <a:lnTo>
                    <a:pt x="761496" y="371276"/>
                  </a:lnTo>
                  <a:lnTo>
                    <a:pt x="761516" y="371056"/>
                  </a:lnTo>
                  <a:lnTo>
                    <a:pt x="761536" y="370836"/>
                  </a:lnTo>
                  <a:lnTo>
                    <a:pt x="761555" y="370616"/>
                  </a:lnTo>
                  <a:lnTo>
                    <a:pt x="761574" y="370395"/>
                  </a:lnTo>
                  <a:lnTo>
                    <a:pt x="761591" y="370175"/>
                  </a:lnTo>
                  <a:lnTo>
                    <a:pt x="761608" y="369955"/>
                  </a:lnTo>
                  <a:lnTo>
                    <a:pt x="761624" y="369734"/>
                  </a:lnTo>
                  <a:lnTo>
                    <a:pt x="761639" y="369513"/>
                  </a:lnTo>
                  <a:lnTo>
                    <a:pt x="761653" y="369293"/>
                  </a:lnTo>
                  <a:lnTo>
                    <a:pt x="761667" y="369072"/>
                  </a:lnTo>
                  <a:lnTo>
                    <a:pt x="761680" y="368852"/>
                  </a:lnTo>
                  <a:lnTo>
                    <a:pt x="761692" y="368631"/>
                  </a:lnTo>
                  <a:lnTo>
                    <a:pt x="761703" y="368410"/>
                  </a:lnTo>
                  <a:lnTo>
                    <a:pt x="761714" y="368190"/>
                  </a:lnTo>
                  <a:lnTo>
                    <a:pt x="761724" y="367969"/>
                  </a:lnTo>
                  <a:lnTo>
                    <a:pt x="761733" y="367748"/>
                  </a:lnTo>
                  <a:lnTo>
                    <a:pt x="761741" y="367527"/>
                  </a:lnTo>
                  <a:lnTo>
                    <a:pt x="761749" y="367306"/>
                  </a:lnTo>
                  <a:lnTo>
                    <a:pt x="761755" y="367085"/>
                  </a:lnTo>
                  <a:lnTo>
                    <a:pt x="761761" y="366864"/>
                  </a:lnTo>
                  <a:lnTo>
                    <a:pt x="761767" y="366643"/>
                  </a:lnTo>
                  <a:lnTo>
                    <a:pt x="761771" y="366422"/>
                  </a:lnTo>
                  <a:lnTo>
                    <a:pt x="761775" y="366201"/>
                  </a:lnTo>
                  <a:lnTo>
                    <a:pt x="761778" y="365980"/>
                  </a:lnTo>
                  <a:lnTo>
                    <a:pt x="761780" y="365759"/>
                  </a:lnTo>
                  <a:lnTo>
                    <a:pt x="761781" y="365538"/>
                  </a:lnTo>
                  <a:lnTo>
                    <a:pt x="761782" y="365317"/>
                  </a:lnTo>
                  <a:lnTo>
                    <a:pt x="761782" y="365096"/>
                  </a:lnTo>
                  <a:lnTo>
                    <a:pt x="761781" y="364875"/>
                  </a:lnTo>
                  <a:lnTo>
                    <a:pt x="761779" y="364654"/>
                  </a:lnTo>
                  <a:lnTo>
                    <a:pt x="761777" y="364433"/>
                  </a:lnTo>
                  <a:lnTo>
                    <a:pt x="761774" y="364212"/>
                  </a:lnTo>
                  <a:lnTo>
                    <a:pt x="761770" y="363991"/>
                  </a:lnTo>
                  <a:lnTo>
                    <a:pt x="761765" y="363770"/>
                  </a:lnTo>
                  <a:lnTo>
                    <a:pt x="761760" y="363549"/>
                  </a:lnTo>
                  <a:lnTo>
                    <a:pt x="761753" y="363328"/>
                  </a:lnTo>
                  <a:lnTo>
                    <a:pt x="761746" y="363107"/>
                  </a:lnTo>
                  <a:lnTo>
                    <a:pt x="761739" y="362887"/>
                  </a:lnTo>
                  <a:lnTo>
                    <a:pt x="761730" y="362666"/>
                  </a:lnTo>
                  <a:lnTo>
                    <a:pt x="761721" y="362445"/>
                  </a:lnTo>
                  <a:lnTo>
                    <a:pt x="761711" y="362224"/>
                  </a:lnTo>
                  <a:lnTo>
                    <a:pt x="761699" y="362015"/>
                  </a:lnTo>
                  <a:lnTo>
                    <a:pt x="761686" y="361806"/>
                  </a:lnTo>
                  <a:lnTo>
                    <a:pt x="761673" y="361597"/>
                  </a:lnTo>
                  <a:lnTo>
                    <a:pt x="761659" y="361388"/>
                  </a:lnTo>
                  <a:lnTo>
                    <a:pt x="761644" y="361179"/>
                  </a:lnTo>
                  <a:lnTo>
                    <a:pt x="761628" y="360971"/>
                  </a:lnTo>
                  <a:lnTo>
                    <a:pt x="761612" y="360762"/>
                  </a:lnTo>
                  <a:lnTo>
                    <a:pt x="761595" y="360553"/>
                  </a:lnTo>
                  <a:lnTo>
                    <a:pt x="761577" y="360345"/>
                  </a:lnTo>
                  <a:lnTo>
                    <a:pt x="761559" y="360136"/>
                  </a:lnTo>
                  <a:lnTo>
                    <a:pt x="761540" y="359928"/>
                  </a:lnTo>
                  <a:lnTo>
                    <a:pt x="761520" y="359719"/>
                  </a:lnTo>
                  <a:lnTo>
                    <a:pt x="761500" y="359511"/>
                  </a:lnTo>
                  <a:lnTo>
                    <a:pt x="761451" y="358851"/>
                  </a:lnTo>
                  <a:lnTo>
                    <a:pt x="761256" y="356396"/>
                  </a:lnTo>
                  <a:lnTo>
                    <a:pt x="767316" y="355925"/>
                  </a:lnTo>
                  <a:lnTo>
                    <a:pt x="773868" y="355321"/>
                  </a:lnTo>
                  <a:lnTo>
                    <a:pt x="774280" y="355265"/>
                  </a:lnTo>
                  <a:lnTo>
                    <a:pt x="774692" y="355209"/>
                  </a:lnTo>
                  <a:lnTo>
                    <a:pt x="775105" y="355151"/>
                  </a:lnTo>
                  <a:lnTo>
                    <a:pt x="775517" y="355093"/>
                  </a:lnTo>
                  <a:lnTo>
                    <a:pt x="775928" y="355034"/>
                  </a:lnTo>
                  <a:lnTo>
                    <a:pt x="776340" y="354975"/>
                  </a:lnTo>
                  <a:lnTo>
                    <a:pt x="776752" y="354914"/>
                  </a:lnTo>
                  <a:lnTo>
                    <a:pt x="777163" y="354853"/>
                  </a:lnTo>
                  <a:lnTo>
                    <a:pt x="777575" y="354791"/>
                  </a:lnTo>
                  <a:lnTo>
                    <a:pt x="777725" y="354769"/>
                  </a:lnTo>
                  <a:lnTo>
                    <a:pt x="777986" y="354729"/>
                  </a:lnTo>
                  <a:lnTo>
                    <a:pt x="778397" y="354666"/>
                  </a:lnTo>
                  <a:lnTo>
                    <a:pt x="778808" y="354602"/>
                  </a:lnTo>
                  <a:lnTo>
                    <a:pt x="779219" y="354537"/>
                  </a:lnTo>
                  <a:lnTo>
                    <a:pt x="779630" y="354471"/>
                  </a:lnTo>
                  <a:lnTo>
                    <a:pt x="780041" y="354405"/>
                  </a:lnTo>
                  <a:lnTo>
                    <a:pt x="780451" y="354338"/>
                  </a:lnTo>
                  <a:lnTo>
                    <a:pt x="780862" y="354270"/>
                  </a:lnTo>
                  <a:lnTo>
                    <a:pt x="781272" y="354202"/>
                  </a:lnTo>
                  <a:lnTo>
                    <a:pt x="781803" y="354112"/>
                  </a:lnTo>
                  <a:lnTo>
                    <a:pt x="782092" y="354062"/>
                  </a:lnTo>
                  <a:lnTo>
                    <a:pt x="782502" y="353992"/>
                  </a:lnTo>
                  <a:lnTo>
                    <a:pt x="782912" y="353920"/>
                  </a:lnTo>
                  <a:lnTo>
                    <a:pt x="783322" y="353848"/>
                  </a:lnTo>
                  <a:lnTo>
                    <a:pt x="783731" y="353775"/>
                  </a:lnTo>
                  <a:lnTo>
                    <a:pt x="784141" y="353701"/>
                  </a:lnTo>
                  <a:lnTo>
                    <a:pt x="784550" y="353627"/>
                  </a:lnTo>
                  <a:lnTo>
                    <a:pt x="784959" y="353552"/>
                  </a:lnTo>
                  <a:lnTo>
                    <a:pt x="785368" y="353476"/>
                  </a:lnTo>
                  <a:lnTo>
                    <a:pt x="785777" y="353399"/>
                  </a:lnTo>
                  <a:lnTo>
                    <a:pt x="786282" y="353308"/>
                  </a:lnTo>
                  <a:lnTo>
                    <a:pt x="787132" y="353128"/>
                  </a:lnTo>
                  <a:lnTo>
                    <a:pt x="789162" y="352683"/>
                  </a:lnTo>
                  <a:lnTo>
                    <a:pt x="789007" y="351798"/>
                  </a:lnTo>
                  <a:lnTo>
                    <a:pt x="788749" y="350325"/>
                  </a:lnTo>
                  <a:lnTo>
                    <a:pt x="788671" y="350000"/>
                  </a:lnTo>
                  <a:lnTo>
                    <a:pt x="788592" y="349674"/>
                  </a:lnTo>
                  <a:lnTo>
                    <a:pt x="788512" y="349349"/>
                  </a:lnTo>
                  <a:lnTo>
                    <a:pt x="788432" y="349024"/>
                  </a:lnTo>
                  <a:lnTo>
                    <a:pt x="788351" y="348699"/>
                  </a:lnTo>
                  <a:lnTo>
                    <a:pt x="788269" y="348375"/>
                  </a:lnTo>
                  <a:lnTo>
                    <a:pt x="788186" y="348050"/>
                  </a:lnTo>
                  <a:lnTo>
                    <a:pt x="788103" y="347726"/>
                  </a:lnTo>
                  <a:lnTo>
                    <a:pt x="788018" y="347402"/>
                  </a:lnTo>
                  <a:lnTo>
                    <a:pt x="787933" y="347078"/>
                  </a:lnTo>
                  <a:lnTo>
                    <a:pt x="787848" y="346755"/>
                  </a:lnTo>
                  <a:lnTo>
                    <a:pt x="787761" y="346431"/>
                  </a:lnTo>
                  <a:lnTo>
                    <a:pt x="787674" y="346108"/>
                  </a:lnTo>
                  <a:lnTo>
                    <a:pt x="787586" y="345785"/>
                  </a:lnTo>
                  <a:lnTo>
                    <a:pt x="787548" y="345646"/>
                  </a:lnTo>
                  <a:lnTo>
                    <a:pt x="787497" y="345462"/>
                  </a:lnTo>
                  <a:lnTo>
                    <a:pt x="787408" y="345140"/>
                  </a:lnTo>
                  <a:lnTo>
                    <a:pt x="787318" y="344817"/>
                  </a:lnTo>
                  <a:lnTo>
                    <a:pt x="787227" y="344495"/>
                  </a:lnTo>
                  <a:lnTo>
                    <a:pt x="787135" y="344173"/>
                  </a:lnTo>
                  <a:lnTo>
                    <a:pt x="787043" y="343851"/>
                  </a:lnTo>
                  <a:lnTo>
                    <a:pt x="786856" y="343208"/>
                  </a:lnTo>
                  <a:lnTo>
                    <a:pt x="786761" y="342887"/>
                  </a:lnTo>
                  <a:lnTo>
                    <a:pt x="786666" y="342566"/>
                  </a:lnTo>
                  <a:lnTo>
                    <a:pt x="786569" y="342246"/>
                  </a:lnTo>
                  <a:lnTo>
                    <a:pt x="786473" y="341925"/>
                  </a:lnTo>
                  <a:lnTo>
                    <a:pt x="786375" y="341605"/>
                  </a:lnTo>
                  <a:lnTo>
                    <a:pt x="786276" y="341285"/>
                  </a:lnTo>
                  <a:lnTo>
                    <a:pt x="786177" y="340965"/>
                  </a:lnTo>
                  <a:lnTo>
                    <a:pt x="786083" y="340661"/>
                  </a:lnTo>
                  <a:lnTo>
                    <a:pt x="786032" y="340495"/>
                  </a:lnTo>
                  <a:lnTo>
                    <a:pt x="785989" y="340357"/>
                  </a:lnTo>
                  <a:lnTo>
                    <a:pt x="785893" y="340053"/>
                  </a:lnTo>
                  <a:lnTo>
                    <a:pt x="785797" y="339750"/>
                  </a:lnTo>
                  <a:lnTo>
                    <a:pt x="785701" y="339446"/>
                  </a:lnTo>
                  <a:lnTo>
                    <a:pt x="785603" y="339143"/>
                  </a:lnTo>
                  <a:lnTo>
                    <a:pt x="785505" y="338840"/>
                  </a:lnTo>
                  <a:lnTo>
                    <a:pt x="785407" y="338537"/>
                  </a:lnTo>
                  <a:lnTo>
                    <a:pt x="785307" y="338235"/>
                  </a:lnTo>
                  <a:lnTo>
                    <a:pt x="785208" y="337936"/>
                  </a:lnTo>
                  <a:lnTo>
                    <a:pt x="785109" y="337637"/>
                  </a:lnTo>
                  <a:lnTo>
                    <a:pt x="785008" y="337338"/>
                  </a:lnTo>
                  <a:lnTo>
                    <a:pt x="784907" y="337040"/>
                  </a:lnTo>
                  <a:lnTo>
                    <a:pt x="784806" y="336741"/>
                  </a:lnTo>
                  <a:lnTo>
                    <a:pt x="784704" y="336443"/>
                  </a:lnTo>
                  <a:lnTo>
                    <a:pt x="784595" y="336128"/>
                  </a:lnTo>
                  <a:lnTo>
                    <a:pt x="784485" y="335814"/>
                  </a:lnTo>
                  <a:lnTo>
                    <a:pt x="784375" y="335500"/>
                  </a:lnTo>
                  <a:lnTo>
                    <a:pt x="784264" y="335186"/>
                  </a:lnTo>
                  <a:lnTo>
                    <a:pt x="784152" y="334872"/>
                  </a:lnTo>
                  <a:lnTo>
                    <a:pt x="784039" y="334559"/>
                  </a:lnTo>
                  <a:lnTo>
                    <a:pt x="783926" y="334245"/>
                  </a:lnTo>
                  <a:lnTo>
                    <a:pt x="783812" y="333933"/>
                  </a:lnTo>
                  <a:lnTo>
                    <a:pt x="783697" y="333620"/>
                  </a:lnTo>
                  <a:lnTo>
                    <a:pt x="783582" y="333307"/>
                  </a:lnTo>
                  <a:lnTo>
                    <a:pt x="783466" y="332995"/>
                  </a:lnTo>
                  <a:lnTo>
                    <a:pt x="783349" y="332684"/>
                  </a:lnTo>
                  <a:lnTo>
                    <a:pt x="783231" y="332372"/>
                  </a:lnTo>
                  <a:lnTo>
                    <a:pt x="783113" y="332061"/>
                  </a:lnTo>
                  <a:lnTo>
                    <a:pt x="782994" y="331750"/>
                  </a:lnTo>
                  <a:lnTo>
                    <a:pt x="782874" y="331439"/>
                  </a:lnTo>
                  <a:lnTo>
                    <a:pt x="782753" y="331128"/>
                  </a:lnTo>
                  <a:lnTo>
                    <a:pt x="782632" y="330818"/>
                  </a:lnTo>
                  <a:lnTo>
                    <a:pt x="782510" y="330508"/>
                  </a:lnTo>
                  <a:lnTo>
                    <a:pt x="782388" y="330199"/>
                  </a:lnTo>
                  <a:lnTo>
                    <a:pt x="782264" y="329889"/>
                  </a:lnTo>
                  <a:lnTo>
                    <a:pt x="782140" y="329580"/>
                  </a:lnTo>
                  <a:lnTo>
                    <a:pt x="782015" y="329272"/>
                  </a:lnTo>
                  <a:lnTo>
                    <a:pt x="781890" y="328963"/>
                  </a:lnTo>
                  <a:lnTo>
                    <a:pt x="781764" y="328655"/>
                  </a:lnTo>
                  <a:lnTo>
                    <a:pt x="781637" y="328347"/>
                  </a:lnTo>
                  <a:lnTo>
                    <a:pt x="781509" y="328040"/>
                  </a:lnTo>
                  <a:lnTo>
                    <a:pt x="781381" y="327732"/>
                  </a:lnTo>
                  <a:lnTo>
                    <a:pt x="781252" y="327425"/>
                  </a:lnTo>
                  <a:lnTo>
                    <a:pt x="781122" y="327119"/>
                  </a:lnTo>
                  <a:lnTo>
                    <a:pt x="780991" y="326812"/>
                  </a:lnTo>
                  <a:lnTo>
                    <a:pt x="780860" y="326506"/>
                  </a:lnTo>
                  <a:lnTo>
                    <a:pt x="780728" y="326200"/>
                  </a:lnTo>
                  <a:lnTo>
                    <a:pt x="780596" y="325895"/>
                  </a:lnTo>
                  <a:lnTo>
                    <a:pt x="780463" y="325590"/>
                  </a:lnTo>
                  <a:lnTo>
                    <a:pt x="780328" y="325285"/>
                  </a:lnTo>
                  <a:lnTo>
                    <a:pt x="780194" y="324980"/>
                  </a:lnTo>
                  <a:lnTo>
                    <a:pt x="780058" y="324676"/>
                  </a:lnTo>
                  <a:lnTo>
                    <a:pt x="779922" y="324372"/>
                  </a:lnTo>
                  <a:lnTo>
                    <a:pt x="779785" y="324069"/>
                  </a:lnTo>
                  <a:lnTo>
                    <a:pt x="779648" y="323766"/>
                  </a:lnTo>
                  <a:lnTo>
                    <a:pt x="779510" y="323463"/>
                  </a:lnTo>
                  <a:lnTo>
                    <a:pt x="779371" y="323160"/>
                  </a:lnTo>
                  <a:lnTo>
                    <a:pt x="779231" y="322858"/>
                  </a:lnTo>
                  <a:lnTo>
                    <a:pt x="779091" y="322556"/>
                  </a:lnTo>
                  <a:lnTo>
                    <a:pt x="778950" y="322254"/>
                  </a:lnTo>
                  <a:lnTo>
                    <a:pt x="778808" y="321953"/>
                  </a:lnTo>
                  <a:lnTo>
                    <a:pt x="778666" y="321652"/>
                  </a:lnTo>
                  <a:lnTo>
                    <a:pt x="778523" y="321351"/>
                  </a:lnTo>
                  <a:lnTo>
                    <a:pt x="778379" y="321051"/>
                  </a:lnTo>
                  <a:lnTo>
                    <a:pt x="778235" y="320751"/>
                  </a:lnTo>
                  <a:lnTo>
                    <a:pt x="778090" y="320451"/>
                  </a:lnTo>
                  <a:lnTo>
                    <a:pt x="777944" y="320152"/>
                  </a:lnTo>
                  <a:lnTo>
                    <a:pt x="777797" y="319853"/>
                  </a:lnTo>
                  <a:lnTo>
                    <a:pt x="777650" y="319554"/>
                  </a:lnTo>
                  <a:lnTo>
                    <a:pt x="777502" y="319256"/>
                  </a:lnTo>
                  <a:lnTo>
                    <a:pt x="777353" y="318958"/>
                  </a:lnTo>
                  <a:lnTo>
                    <a:pt x="777204" y="318660"/>
                  </a:lnTo>
                  <a:lnTo>
                    <a:pt x="777054" y="318363"/>
                  </a:lnTo>
                  <a:lnTo>
                    <a:pt x="776904" y="318066"/>
                  </a:lnTo>
                  <a:lnTo>
                    <a:pt x="776752" y="317770"/>
                  </a:lnTo>
                  <a:lnTo>
                    <a:pt x="776600" y="317474"/>
                  </a:lnTo>
                  <a:lnTo>
                    <a:pt x="776447" y="317178"/>
                  </a:lnTo>
                  <a:lnTo>
                    <a:pt x="776294" y="316882"/>
                  </a:lnTo>
                  <a:lnTo>
                    <a:pt x="776140" y="316587"/>
                  </a:lnTo>
                  <a:lnTo>
                    <a:pt x="775985" y="316292"/>
                  </a:lnTo>
                  <a:lnTo>
                    <a:pt x="775830" y="315998"/>
                  </a:lnTo>
                  <a:lnTo>
                    <a:pt x="775674" y="315704"/>
                  </a:lnTo>
                  <a:lnTo>
                    <a:pt x="775517" y="315410"/>
                  </a:lnTo>
                  <a:lnTo>
                    <a:pt x="775359" y="315117"/>
                  </a:lnTo>
                  <a:lnTo>
                    <a:pt x="775201" y="314824"/>
                  </a:lnTo>
                  <a:lnTo>
                    <a:pt x="775042" y="314532"/>
                  </a:lnTo>
                  <a:lnTo>
                    <a:pt x="774883" y="314239"/>
                  </a:lnTo>
                  <a:lnTo>
                    <a:pt x="774723" y="313948"/>
                  </a:lnTo>
                  <a:lnTo>
                    <a:pt x="774562" y="313656"/>
                  </a:lnTo>
                  <a:lnTo>
                    <a:pt x="774400" y="313365"/>
                  </a:lnTo>
                  <a:lnTo>
                    <a:pt x="774238" y="313074"/>
                  </a:lnTo>
                  <a:lnTo>
                    <a:pt x="774075" y="312784"/>
                  </a:lnTo>
                  <a:lnTo>
                    <a:pt x="773912" y="312494"/>
                  </a:lnTo>
                  <a:lnTo>
                    <a:pt x="773747" y="312205"/>
                  </a:lnTo>
                  <a:lnTo>
                    <a:pt x="773583" y="311915"/>
                  </a:lnTo>
                  <a:lnTo>
                    <a:pt x="773417" y="311627"/>
                  </a:lnTo>
                  <a:lnTo>
                    <a:pt x="773251" y="311338"/>
                  </a:lnTo>
                  <a:lnTo>
                    <a:pt x="773084" y="311050"/>
                  </a:lnTo>
                  <a:lnTo>
                    <a:pt x="772916" y="310762"/>
                  </a:lnTo>
                  <a:lnTo>
                    <a:pt x="772748" y="310475"/>
                  </a:lnTo>
                  <a:lnTo>
                    <a:pt x="772579" y="310188"/>
                  </a:lnTo>
                  <a:lnTo>
                    <a:pt x="772410" y="309902"/>
                  </a:lnTo>
                  <a:lnTo>
                    <a:pt x="772240" y="309616"/>
                  </a:lnTo>
                  <a:lnTo>
                    <a:pt x="772069" y="309330"/>
                  </a:lnTo>
                  <a:lnTo>
                    <a:pt x="771897" y="309045"/>
                  </a:lnTo>
                  <a:lnTo>
                    <a:pt x="771725" y="308760"/>
                  </a:lnTo>
                  <a:lnTo>
                    <a:pt x="771552" y="308476"/>
                  </a:lnTo>
                  <a:lnTo>
                    <a:pt x="771379" y="308191"/>
                  </a:lnTo>
                  <a:lnTo>
                    <a:pt x="771205" y="307908"/>
                  </a:lnTo>
                  <a:lnTo>
                    <a:pt x="771030" y="307625"/>
                  </a:lnTo>
                  <a:lnTo>
                    <a:pt x="770855" y="307342"/>
                  </a:lnTo>
                  <a:lnTo>
                    <a:pt x="770678" y="307059"/>
                  </a:lnTo>
                  <a:lnTo>
                    <a:pt x="770502" y="306777"/>
                  </a:lnTo>
                  <a:lnTo>
                    <a:pt x="770324" y="306496"/>
                  </a:lnTo>
                  <a:lnTo>
                    <a:pt x="770146" y="306214"/>
                  </a:lnTo>
                  <a:lnTo>
                    <a:pt x="769968" y="305934"/>
                  </a:lnTo>
                  <a:lnTo>
                    <a:pt x="769788" y="305653"/>
                  </a:lnTo>
                  <a:lnTo>
                    <a:pt x="769608" y="305373"/>
                  </a:lnTo>
                  <a:lnTo>
                    <a:pt x="769428" y="305094"/>
                  </a:lnTo>
                  <a:lnTo>
                    <a:pt x="769239" y="304806"/>
                  </a:lnTo>
                  <a:lnTo>
                    <a:pt x="769042" y="304491"/>
                  </a:lnTo>
                  <a:lnTo>
                    <a:pt x="768912" y="304285"/>
                  </a:lnTo>
                  <a:lnTo>
                    <a:pt x="768748" y="304026"/>
                  </a:lnTo>
                  <a:lnTo>
                    <a:pt x="768584" y="303766"/>
                  </a:lnTo>
                  <a:lnTo>
                    <a:pt x="768419" y="303507"/>
                  </a:lnTo>
                  <a:lnTo>
                    <a:pt x="768253" y="303248"/>
                  </a:lnTo>
                  <a:lnTo>
                    <a:pt x="767878" y="303433"/>
                  </a:lnTo>
                  <a:lnTo>
                    <a:pt x="767504" y="303618"/>
                  </a:lnTo>
                  <a:lnTo>
                    <a:pt x="767130" y="303804"/>
                  </a:lnTo>
                  <a:lnTo>
                    <a:pt x="766687" y="304026"/>
                  </a:lnTo>
                  <a:lnTo>
                    <a:pt x="766383" y="304179"/>
                  </a:lnTo>
                  <a:lnTo>
                    <a:pt x="766009" y="304367"/>
                  </a:lnTo>
                  <a:lnTo>
                    <a:pt x="765637" y="304556"/>
                  </a:lnTo>
                  <a:lnTo>
                    <a:pt x="765265" y="304745"/>
                  </a:lnTo>
                  <a:lnTo>
                    <a:pt x="764893" y="304935"/>
                  </a:lnTo>
                  <a:lnTo>
                    <a:pt x="764521" y="305126"/>
                  </a:lnTo>
                  <a:lnTo>
                    <a:pt x="764149" y="305318"/>
                  </a:lnTo>
                  <a:lnTo>
                    <a:pt x="763779" y="305510"/>
                  </a:lnTo>
                  <a:lnTo>
                    <a:pt x="763408" y="305703"/>
                  </a:lnTo>
                  <a:lnTo>
                    <a:pt x="763038" y="305897"/>
                  </a:lnTo>
                  <a:lnTo>
                    <a:pt x="762803" y="306020"/>
                  </a:lnTo>
                  <a:lnTo>
                    <a:pt x="762668" y="306091"/>
                  </a:lnTo>
                  <a:lnTo>
                    <a:pt x="762298" y="306286"/>
                  </a:lnTo>
                  <a:lnTo>
                    <a:pt x="761929" y="306481"/>
                  </a:lnTo>
                  <a:lnTo>
                    <a:pt x="761560" y="306678"/>
                  </a:lnTo>
                  <a:lnTo>
                    <a:pt x="761192" y="306875"/>
                  </a:lnTo>
                  <a:lnTo>
                    <a:pt x="760824" y="307072"/>
                  </a:lnTo>
                  <a:lnTo>
                    <a:pt x="760586" y="307201"/>
                  </a:lnTo>
                  <a:lnTo>
                    <a:pt x="760456" y="307271"/>
                  </a:lnTo>
                  <a:lnTo>
                    <a:pt x="760088" y="307470"/>
                  </a:lnTo>
                  <a:lnTo>
                    <a:pt x="759721" y="307669"/>
                  </a:lnTo>
                  <a:lnTo>
                    <a:pt x="758777" y="305925"/>
                  </a:lnTo>
                  <a:lnTo>
                    <a:pt x="758049" y="304581"/>
                  </a:lnTo>
                  <a:lnTo>
                    <a:pt x="757806" y="301357"/>
                  </a:lnTo>
                  <a:lnTo>
                    <a:pt x="744512" y="302373"/>
                  </a:lnTo>
                  <a:lnTo>
                    <a:pt x="743317" y="286612"/>
                  </a:lnTo>
                  <a:lnTo>
                    <a:pt x="733268" y="287592"/>
                  </a:lnTo>
                  <a:lnTo>
                    <a:pt x="730445" y="278462"/>
                  </a:lnTo>
                  <a:lnTo>
                    <a:pt x="715196" y="279950"/>
                  </a:lnTo>
                  <a:lnTo>
                    <a:pt x="714089" y="280059"/>
                  </a:lnTo>
                  <a:lnTo>
                    <a:pt x="712181" y="280244"/>
                  </a:lnTo>
                  <a:lnTo>
                    <a:pt x="708408" y="268012"/>
                  </a:lnTo>
                  <a:lnTo>
                    <a:pt x="708002" y="266616"/>
                  </a:lnTo>
                  <a:lnTo>
                    <a:pt x="704950" y="256125"/>
                  </a:lnTo>
                  <a:lnTo>
                    <a:pt x="706437" y="255586"/>
                  </a:lnTo>
                  <a:lnTo>
                    <a:pt x="706846" y="255479"/>
                  </a:lnTo>
                  <a:lnTo>
                    <a:pt x="715611" y="252103"/>
                  </a:lnTo>
                  <a:lnTo>
                    <a:pt x="717547" y="251510"/>
                  </a:lnTo>
                  <a:lnTo>
                    <a:pt x="717741" y="252063"/>
                  </a:lnTo>
                  <a:lnTo>
                    <a:pt x="722646" y="249752"/>
                  </a:lnTo>
                  <a:lnTo>
                    <a:pt x="724975" y="248558"/>
                  </a:lnTo>
                  <a:lnTo>
                    <a:pt x="728808" y="246593"/>
                  </a:lnTo>
                  <a:lnTo>
                    <a:pt x="731472" y="245378"/>
                  </a:lnTo>
                  <a:lnTo>
                    <a:pt x="731659" y="245345"/>
                  </a:lnTo>
                  <a:lnTo>
                    <a:pt x="732244" y="245240"/>
                  </a:lnTo>
                  <a:lnTo>
                    <a:pt x="737269" y="242359"/>
                  </a:lnTo>
                  <a:lnTo>
                    <a:pt x="737185" y="242216"/>
                  </a:lnTo>
                  <a:lnTo>
                    <a:pt x="748538" y="233727"/>
                  </a:lnTo>
                  <a:lnTo>
                    <a:pt x="753003" y="230251"/>
                  </a:lnTo>
                  <a:lnTo>
                    <a:pt x="757183" y="226998"/>
                  </a:lnTo>
                  <a:lnTo>
                    <a:pt x="759295" y="225695"/>
                  </a:lnTo>
                  <a:lnTo>
                    <a:pt x="761333" y="224438"/>
                  </a:lnTo>
                  <a:lnTo>
                    <a:pt x="762865" y="223494"/>
                  </a:lnTo>
                  <a:lnTo>
                    <a:pt x="767557" y="221319"/>
                  </a:lnTo>
                  <a:lnTo>
                    <a:pt x="771864" y="218627"/>
                  </a:lnTo>
                  <a:lnTo>
                    <a:pt x="773748" y="216985"/>
                  </a:lnTo>
                  <a:lnTo>
                    <a:pt x="778116" y="213938"/>
                  </a:lnTo>
                  <a:lnTo>
                    <a:pt x="783309" y="209927"/>
                  </a:lnTo>
                  <a:lnTo>
                    <a:pt x="782928" y="209401"/>
                  </a:lnTo>
                  <a:lnTo>
                    <a:pt x="784296" y="208457"/>
                  </a:lnTo>
                  <a:lnTo>
                    <a:pt x="788273" y="206803"/>
                  </a:lnTo>
                  <a:lnTo>
                    <a:pt x="792885" y="205120"/>
                  </a:lnTo>
                  <a:lnTo>
                    <a:pt x="803748" y="201922"/>
                  </a:lnTo>
                  <a:lnTo>
                    <a:pt x="805653" y="201362"/>
                  </a:lnTo>
                  <a:lnTo>
                    <a:pt x="820155" y="196592"/>
                  </a:lnTo>
                  <a:lnTo>
                    <a:pt x="819791" y="195654"/>
                  </a:lnTo>
                  <a:lnTo>
                    <a:pt x="817796" y="190493"/>
                  </a:lnTo>
                  <a:lnTo>
                    <a:pt x="816467" y="187475"/>
                  </a:lnTo>
                  <a:lnTo>
                    <a:pt x="815584" y="185939"/>
                  </a:lnTo>
                  <a:lnTo>
                    <a:pt x="813453" y="182232"/>
                  </a:lnTo>
                  <a:lnTo>
                    <a:pt x="812990" y="181429"/>
                  </a:lnTo>
                  <a:lnTo>
                    <a:pt x="812733" y="180981"/>
                  </a:lnTo>
                  <a:lnTo>
                    <a:pt x="811975" y="179664"/>
                  </a:lnTo>
                  <a:lnTo>
                    <a:pt x="810581" y="177239"/>
                  </a:lnTo>
                  <a:lnTo>
                    <a:pt x="809760" y="175809"/>
                  </a:lnTo>
                  <a:lnTo>
                    <a:pt x="808960" y="174415"/>
                  </a:lnTo>
                  <a:lnTo>
                    <a:pt x="808115" y="172942"/>
                  </a:lnTo>
                  <a:lnTo>
                    <a:pt x="807015" y="171026"/>
                  </a:lnTo>
                  <a:lnTo>
                    <a:pt x="805725" y="168779"/>
                  </a:lnTo>
                  <a:lnTo>
                    <a:pt x="795061" y="149980"/>
                  </a:lnTo>
                  <a:lnTo>
                    <a:pt x="793924" y="147976"/>
                  </a:lnTo>
                  <a:lnTo>
                    <a:pt x="792372" y="145292"/>
                  </a:lnTo>
                  <a:lnTo>
                    <a:pt x="782918" y="129072"/>
                  </a:lnTo>
                  <a:lnTo>
                    <a:pt x="779009" y="122113"/>
                  </a:lnTo>
                  <a:lnTo>
                    <a:pt x="776857" y="118283"/>
                  </a:lnTo>
                  <a:lnTo>
                    <a:pt x="775898" y="116713"/>
                  </a:lnTo>
                  <a:lnTo>
                    <a:pt x="774496" y="114417"/>
                  </a:lnTo>
                  <a:lnTo>
                    <a:pt x="774156" y="113861"/>
                  </a:lnTo>
                  <a:lnTo>
                    <a:pt x="772689" y="111310"/>
                  </a:lnTo>
                  <a:lnTo>
                    <a:pt x="772381" y="110775"/>
                  </a:lnTo>
                  <a:lnTo>
                    <a:pt x="769640" y="106023"/>
                  </a:lnTo>
                  <a:lnTo>
                    <a:pt x="764339" y="96869"/>
                  </a:lnTo>
                  <a:lnTo>
                    <a:pt x="763940" y="96190"/>
                  </a:lnTo>
                  <a:lnTo>
                    <a:pt x="762500" y="93716"/>
                  </a:lnTo>
                  <a:lnTo>
                    <a:pt x="762124" y="93054"/>
                  </a:lnTo>
                  <a:lnTo>
                    <a:pt x="761999" y="92834"/>
                  </a:lnTo>
                  <a:lnTo>
                    <a:pt x="761856" y="92574"/>
                  </a:lnTo>
                  <a:lnTo>
                    <a:pt x="751916" y="75416"/>
                  </a:lnTo>
                  <a:lnTo>
                    <a:pt x="747871" y="68410"/>
                  </a:lnTo>
                  <a:lnTo>
                    <a:pt x="743993" y="61875"/>
                  </a:lnTo>
                  <a:lnTo>
                    <a:pt x="743667" y="61322"/>
                  </a:lnTo>
                  <a:lnTo>
                    <a:pt x="743408" y="60911"/>
                  </a:lnTo>
                  <a:lnTo>
                    <a:pt x="742446" y="59259"/>
                  </a:lnTo>
                  <a:lnTo>
                    <a:pt x="741828" y="58203"/>
                  </a:lnTo>
                  <a:lnTo>
                    <a:pt x="741499" y="57647"/>
                  </a:lnTo>
                  <a:lnTo>
                    <a:pt x="735014" y="46594"/>
                  </a:lnTo>
                  <a:lnTo>
                    <a:pt x="733519" y="44042"/>
                  </a:lnTo>
                  <a:lnTo>
                    <a:pt x="724147" y="28150"/>
                  </a:lnTo>
                  <a:lnTo>
                    <a:pt x="722257" y="24939"/>
                  </a:lnTo>
                  <a:lnTo>
                    <a:pt x="722160" y="24775"/>
                  </a:lnTo>
                  <a:lnTo>
                    <a:pt x="718838" y="19272"/>
                  </a:lnTo>
                  <a:lnTo>
                    <a:pt x="718654" y="18909"/>
                  </a:lnTo>
                  <a:lnTo>
                    <a:pt x="716495" y="15105"/>
                  </a:lnTo>
                  <a:lnTo>
                    <a:pt x="710598" y="5605"/>
                  </a:lnTo>
                  <a:lnTo>
                    <a:pt x="710418" y="5329"/>
                  </a:lnTo>
                  <a:lnTo>
                    <a:pt x="708763" y="2796"/>
                  </a:lnTo>
                  <a:lnTo>
                    <a:pt x="708285" y="2065"/>
                  </a:lnTo>
                  <a:lnTo>
                    <a:pt x="706937" y="0"/>
                  </a:lnTo>
                  <a:close/>
                </a:path>
              </a:pathLst>
            </a:custGeom>
            <a:solidFill>
              <a:srgbClr val="F9A9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g26"/>
            <p:cNvSpPr/>
            <p:nvPr/>
          </p:nvSpPr>
          <p:spPr>
            <a:xfrm>
              <a:off x="1769487" y="3285823"/>
              <a:ext cx="1959215" cy="1224391"/>
            </a:xfrm>
            <a:custGeom>
              <a:avLst/>
              <a:gdLst/>
              <a:ahLst/>
              <a:cxnLst/>
              <a:rect l="0" t="0" r="0" b="0"/>
              <a:pathLst>
                <a:path w="1959215" h="1224391">
                  <a:moveTo>
                    <a:pt x="458560" y="10763"/>
                  </a:moveTo>
                  <a:lnTo>
                    <a:pt x="458035" y="10210"/>
                  </a:lnTo>
                  <a:lnTo>
                    <a:pt x="457829" y="9992"/>
                  </a:lnTo>
                  <a:lnTo>
                    <a:pt x="448368" y="0"/>
                  </a:lnTo>
                  <a:lnTo>
                    <a:pt x="447698" y="693"/>
                  </a:lnTo>
                  <a:lnTo>
                    <a:pt x="442234" y="6350"/>
                  </a:lnTo>
                  <a:lnTo>
                    <a:pt x="437013" y="11826"/>
                  </a:lnTo>
                  <a:lnTo>
                    <a:pt x="428739" y="20519"/>
                  </a:lnTo>
                  <a:lnTo>
                    <a:pt x="409896" y="40314"/>
                  </a:lnTo>
                  <a:lnTo>
                    <a:pt x="400663" y="49958"/>
                  </a:lnTo>
                  <a:lnTo>
                    <a:pt x="395218" y="48385"/>
                  </a:lnTo>
                  <a:lnTo>
                    <a:pt x="395084" y="48338"/>
                  </a:lnTo>
                  <a:lnTo>
                    <a:pt x="388480" y="48313"/>
                  </a:lnTo>
                  <a:lnTo>
                    <a:pt x="383711" y="61801"/>
                  </a:lnTo>
                  <a:lnTo>
                    <a:pt x="367968" y="84660"/>
                  </a:lnTo>
                  <a:lnTo>
                    <a:pt x="366074" y="89683"/>
                  </a:lnTo>
                  <a:lnTo>
                    <a:pt x="362102" y="100193"/>
                  </a:lnTo>
                  <a:lnTo>
                    <a:pt x="359476" y="107141"/>
                  </a:lnTo>
                  <a:lnTo>
                    <a:pt x="350440" y="131074"/>
                  </a:lnTo>
                  <a:lnTo>
                    <a:pt x="342654" y="151683"/>
                  </a:lnTo>
                  <a:lnTo>
                    <a:pt x="341205" y="155520"/>
                  </a:lnTo>
                  <a:lnTo>
                    <a:pt x="339382" y="164054"/>
                  </a:lnTo>
                  <a:lnTo>
                    <a:pt x="339282" y="164555"/>
                  </a:lnTo>
                  <a:lnTo>
                    <a:pt x="339195" y="164960"/>
                  </a:lnTo>
                  <a:lnTo>
                    <a:pt x="334837" y="185337"/>
                  </a:lnTo>
                  <a:lnTo>
                    <a:pt x="332126" y="198011"/>
                  </a:lnTo>
                  <a:lnTo>
                    <a:pt x="323660" y="211342"/>
                  </a:lnTo>
                  <a:lnTo>
                    <a:pt x="313517" y="226926"/>
                  </a:lnTo>
                  <a:lnTo>
                    <a:pt x="313427" y="241461"/>
                  </a:lnTo>
                  <a:lnTo>
                    <a:pt x="313410" y="244137"/>
                  </a:lnTo>
                  <a:lnTo>
                    <a:pt x="313262" y="268053"/>
                  </a:lnTo>
                  <a:lnTo>
                    <a:pt x="313251" y="277380"/>
                  </a:lnTo>
                  <a:lnTo>
                    <a:pt x="313189" y="280202"/>
                  </a:lnTo>
                  <a:lnTo>
                    <a:pt x="313033" y="280976"/>
                  </a:lnTo>
                  <a:lnTo>
                    <a:pt x="312106" y="285575"/>
                  </a:lnTo>
                  <a:lnTo>
                    <a:pt x="311859" y="286801"/>
                  </a:lnTo>
                  <a:lnTo>
                    <a:pt x="311193" y="290101"/>
                  </a:lnTo>
                  <a:lnTo>
                    <a:pt x="310920" y="291454"/>
                  </a:lnTo>
                  <a:lnTo>
                    <a:pt x="310407" y="293999"/>
                  </a:lnTo>
                  <a:lnTo>
                    <a:pt x="310223" y="294916"/>
                  </a:lnTo>
                  <a:lnTo>
                    <a:pt x="309936" y="296337"/>
                  </a:lnTo>
                  <a:lnTo>
                    <a:pt x="308993" y="301016"/>
                  </a:lnTo>
                  <a:lnTo>
                    <a:pt x="307168" y="310069"/>
                  </a:lnTo>
                  <a:lnTo>
                    <a:pt x="305979" y="315298"/>
                  </a:lnTo>
                  <a:lnTo>
                    <a:pt x="304940" y="320458"/>
                  </a:lnTo>
                  <a:lnTo>
                    <a:pt x="301821" y="335947"/>
                  </a:lnTo>
                  <a:lnTo>
                    <a:pt x="301703" y="336533"/>
                  </a:lnTo>
                  <a:lnTo>
                    <a:pt x="300530" y="342358"/>
                  </a:lnTo>
                  <a:lnTo>
                    <a:pt x="291321" y="362912"/>
                  </a:lnTo>
                  <a:lnTo>
                    <a:pt x="289708" y="366511"/>
                  </a:lnTo>
                  <a:lnTo>
                    <a:pt x="289297" y="367428"/>
                  </a:lnTo>
                  <a:lnTo>
                    <a:pt x="286762" y="373086"/>
                  </a:lnTo>
                  <a:lnTo>
                    <a:pt x="285176" y="376627"/>
                  </a:lnTo>
                  <a:lnTo>
                    <a:pt x="276882" y="395138"/>
                  </a:lnTo>
                  <a:lnTo>
                    <a:pt x="276388" y="396240"/>
                  </a:lnTo>
                  <a:lnTo>
                    <a:pt x="274141" y="401255"/>
                  </a:lnTo>
                  <a:lnTo>
                    <a:pt x="273327" y="403052"/>
                  </a:lnTo>
                  <a:lnTo>
                    <a:pt x="272630" y="404591"/>
                  </a:lnTo>
                  <a:lnTo>
                    <a:pt x="272079" y="405807"/>
                  </a:lnTo>
                  <a:lnTo>
                    <a:pt x="266343" y="418474"/>
                  </a:lnTo>
                  <a:lnTo>
                    <a:pt x="266106" y="418996"/>
                  </a:lnTo>
                  <a:lnTo>
                    <a:pt x="254745" y="444086"/>
                  </a:lnTo>
                  <a:lnTo>
                    <a:pt x="249131" y="449163"/>
                  </a:lnTo>
                  <a:lnTo>
                    <a:pt x="224131" y="471778"/>
                  </a:lnTo>
                  <a:lnTo>
                    <a:pt x="223510" y="472339"/>
                  </a:lnTo>
                  <a:lnTo>
                    <a:pt x="199478" y="494078"/>
                  </a:lnTo>
                  <a:lnTo>
                    <a:pt x="161746" y="561670"/>
                  </a:lnTo>
                  <a:lnTo>
                    <a:pt x="154093" y="568068"/>
                  </a:lnTo>
                  <a:lnTo>
                    <a:pt x="117326" y="598813"/>
                  </a:lnTo>
                  <a:lnTo>
                    <a:pt x="105333" y="611555"/>
                  </a:lnTo>
                  <a:lnTo>
                    <a:pt x="102902" y="614139"/>
                  </a:lnTo>
                  <a:lnTo>
                    <a:pt x="84450" y="636698"/>
                  </a:lnTo>
                  <a:lnTo>
                    <a:pt x="83130" y="663806"/>
                  </a:lnTo>
                  <a:lnTo>
                    <a:pt x="81099" y="705517"/>
                  </a:lnTo>
                  <a:lnTo>
                    <a:pt x="76666" y="711050"/>
                  </a:lnTo>
                  <a:lnTo>
                    <a:pt x="67278" y="717526"/>
                  </a:lnTo>
                  <a:lnTo>
                    <a:pt x="64431" y="719489"/>
                  </a:lnTo>
                  <a:lnTo>
                    <a:pt x="63549" y="720098"/>
                  </a:lnTo>
                  <a:lnTo>
                    <a:pt x="31202" y="742413"/>
                  </a:lnTo>
                  <a:lnTo>
                    <a:pt x="6348" y="759560"/>
                  </a:lnTo>
                  <a:lnTo>
                    <a:pt x="0" y="763939"/>
                  </a:lnTo>
                  <a:lnTo>
                    <a:pt x="994" y="765861"/>
                  </a:lnTo>
                  <a:lnTo>
                    <a:pt x="15465" y="793002"/>
                  </a:lnTo>
                  <a:lnTo>
                    <a:pt x="27854" y="800381"/>
                  </a:lnTo>
                  <a:lnTo>
                    <a:pt x="34282" y="804125"/>
                  </a:lnTo>
                  <a:lnTo>
                    <a:pt x="38862" y="810240"/>
                  </a:lnTo>
                  <a:lnTo>
                    <a:pt x="84846" y="828705"/>
                  </a:lnTo>
                  <a:lnTo>
                    <a:pt x="90257" y="831067"/>
                  </a:lnTo>
                  <a:lnTo>
                    <a:pt x="100263" y="835436"/>
                  </a:lnTo>
                  <a:lnTo>
                    <a:pt x="105764" y="837837"/>
                  </a:lnTo>
                  <a:lnTo>
                    <a:pt x="144826" y="854893"/>
                  </a:lnTo>
                  <a:lnTo>
                    <a:pt x="165081" y="863737"/>
                  </a:lnTo>
                  <a:lnTo>
                    <a:pt x="168588" y="865269"/>
                  </a:lnTo>
                  <a:lnTo>
                    <a:pt x="170085" y="867341"/>
                  </a:lnTo>
                  <a:lnTo>
                    <a:pt x="171085" y="868869"/>
                  </a:lnTo>
                  <a:lnTo>
                    <a:pt x="171416" y="869371"/>
                  </a:lnTo>
                  <a:lnTo>
                    <a:pt x="171783" y="869852"/>
                  </a:lnTo>
                  <a:lnTo>
                    <a:pt x="183842" y="887545"/>
                  </a:lnTo>
                  <a:lnTo>
                    <a:pt x="187618" y="893085"/>
                  </a:lnTo>
                  <a:lnTo>
                    <a:pt x="187927" y="893539"/>
                  </a:lnTo>
                  <a:lnTo>
                    <a:pt x="188351" y="894159"/>
                  </a:lnTo>
                  <a:lnTo>
                    <a:pt x="203541" y="916361"/>
                  </a:lnTo>
                  <a:lnTo>
                    <a:pt x="208975" y="936818"/>
                  </a:lnTo>
                  <a:lnTo>
                    <a:pt x="212650" y="950369"/>
                  </a:lnTo>
                  <a:lnTo>
                    <a:pt x="213325" y="952856"/>
                  </a:lnTo>
                  <a:lnTo>
                    <a:pt x="221233" y="980889"/>
                  </a:lnTo>
                  <a:lnTo>
                    <a:pt x="218578" y="1003576"/>
                  </a:lnTo>
                  <a:lnTo>
                    <a:pt x="215913" y="1026346"/>
                  </a:lnTo>
                  <a:lnTo>
                    <a:pt x="213734" y="1045332"/>
                  </a:lnTo>
                  <a:lnTo>
                    <a:pt x="213667" y="1045970"/>
                  </a:lnTo>
                  <a:lnTo>
                    <a:pt x="211626" y="1065576"/>
                  </a:lnTo>
                  <a:lnTo>
                    <a:pt x="210627" y="1073587"/>
                  </a:lnTo>
                  <a:lnTo>
                    <a:pt x="218038" y="1091210"/>
                  </a:lnTo>
                  <a:lnTo>
                    <a:pt x="225272" y="1108221"/>
                  </a:lnTo>
                  <a:lnTo>
                    <a:pt x="228711" y="1116310"/>
                  </a:lnTo>
                  <a:lnTo>
                    <a:pt x="232272" y="1124994"/>
                  </a:lnTo>
                  <a:lnTo>
                    <a:pt x="256177" y="1117726"/>
                  </a:lnTo>
                  <a:lnTo>
                    <a:pt x="277895" y="1111123"/>
                  </a:lnTo>
                  <a:lnTo>
                    <a:pt x="289610" y="1104886"/>
                  </a:lnTo>
                  <a:lnTo>
                    <a:pt x="303022" y="1097706"/>
                  </a:lnTo>
                  <a:lnTo>
                    <a:pt x="306405" y="1095895"/>
                  </a:lnTo>
                  <a:lnTo>
                    <a:pt x="325307" y="1099402"/>
                  </a:lnTo>
                  <a:lnTo>
                    <a:pt x="331935" y="1100560"/>
                  </a:lnTo>
                  <a:lnTo>
                    <a:pt x="344257" y="1102713"/>
                  </a:lnTo>
                  <a:lnTo>
                    <a:pt x="375130" y="1108107"/>
                  </a:lnTo>
                  <a:lnTo>
                    <a:pt x="397057" y="1111960"/>
                  </a:lnTo>
                  <a:lnTo>
                    <a:pt x="409073" y="1114071"/>
                  </a:lnTo>
                  <a:lnTo>
                    <a:pt x="420778" y="1116127"/>
                  </a:lnTo>
                  <a:lnTo>
                    <a:pt x="436279" y="1118851"/>
                  </a:lnTo>
                  <a:lnTo>
                    <a:pt x="463284" y="1123597"/>
                  </a:lnTo>
                  <a:lnTo>
                    <a:pt x="488933" y="1128106"/>
                  </a:lnTo>
                  <a:lnTo>
                    <a:pt x="491183" y="1128501"/>
                  </a:lnTo>
                  <a:lnTo>
                    <a:pt x="492337" y="1128704"/>
                  </a:lnTo>
                  <a:lnTo>
                    <a:pt x="519647" y="1133490"/>
                  </a:lnTo>
                  <a:lnTo>
                    <a:pt x="553654" y="1139450"/>
                  </a:lnTo>
                  <a:lnTo>
                    <a:pt x="554965" y="1139679"/>
                  </a:lnTo>
                  <a:lnTo>
                    <a:pt x="555207" y="1139722"/>
                  </a:lnTo>
                  <a:lnTo>
                    <a:pt x="562467" y="1140995"/>
                  </a:lnTo>
                  <a:lnTo>
                    <a:pt x="566988" y="1141787"/>
                  </a:lnTo>
                  <a:lnTo>
                    <a:pt x="572439" y="1142844"/>
                  </a:lnTo>
                  <a:lnTo>
                    <a:pt x="573865" y="1143108"/>
                  </a:lnTo>
                  <a:lnTo>
                    <a:pt x="574753" y="1143271"/>
                  </a:lnTo>
                  <a:lnTo>
                    <a:pt x="574918" y="1143339"/>
                  </a:lnTo>
                  <a:lnTo>
                    <a:pt x="575459" y="1143425"/>
                  </a:lnTo>
                  <a:lnTo>
                    <a:pt x="575688" y="1143462"/>
                  </a:lnTo>
                  <a:lnTo>
                    <a:pt x="576486" y="1143597"/>
                  </a:lnTo>
                  <a:lnTo>
                    <a:pt x="576954" y="1143659"/>
                  </a:lnTo>
                  <a:lnTo>
                    <a:pt x="582307" y="1144619"/>
                  </a:lnTo>
                  <a:lnTo>
                    <a:pt x="585906" y="1145264"/>
                  </a:lnTo>
                  <a:lnTo>
                    <a:pt x="586087" y="1145292"/>
                  </a:lnTo>
                  <a:lnTo>
                    <a:pt x="587477" y="1145518"/>
                  </a:lnTo>
                  <a:lnTo>
                    <a:pt x="591545" y="1146286"/>
                  </a:lnTo>
                  <a:lnTo>
                    <a:pt x="602108" y="1148091"/>
                  </a:lnTo>
                  <a:lnTo>
                    <a:pt x="607895" y="1149125"/>
                  </a:lnTo>
                  <a:lnTo>
                    <a:pt x="623391" y="1165418"/>
                  </a:lnTo>
                  <a:lnTo>
                    <a:pt x="630188" y="1172563"/>
                  </a:lnTo>
                  <a:lnTo>
                    <a:pt x="638989" y="1181759"/>
                  </a:lnTo>
                  <a:lnTo>
                    <a:pt x="650299" y="1193691"/>
                  </a:lnTo>
                  <a:lnTo>
                    <a:pt x="683250" y="1224391"/>
                  </a:lnTo>
                  <a:lnTo>
                    <a:pt x="690125" y="1218027"/>
                  </a:lnTo>
                  <a:lnTo>
                    <a:pt x="714534" y="1195619"/>
                  </a:lnTo>
                  <a:lnTo>
                    <a:pt x="798588" y="1146623"/>
                  </a:lnTo>
                  <a:lnTo>
                    <a:pt x="878115" y="1100383"/>
                  </a:lnTo>
                  <a:lnTo>
                    <a:pt x="918799" y="1076866"/>
                  </a:lnTo>
                  <a:lnTo>
                    <a:pt x="919423" y="1076536"/>
                  </a:lnTo>
                  <a:lnTo>
                    <a:pt x="920078" y="1076274"/>
                  </a:lnTo>
                  <a:lnTo>
                    <a:pt x="936986" y="1070757"/>
                  </a:lnTo>
                  <a:lnTo>
                    <a:pt x="1000184" y="1050548"/>
                  </a:lnTo>
                  <a:lnTo>
                    <a:pt x="1001038" y="1050167"/>
                  </a:lnTo>
                  <a:lnTo>
                    <a:pt x="1001738" y="1049571"/>
                  </a:lnTo>
                  <a:lnTo>
                    <a:pt x="1056913" y="999939"/>
                  </a:lnTo>
                  <a:lnTo>
                    <a:pt x="1058118" y="999670"/>
                  </a:lnTo>
                  <a:lnTo>
                    <a:pt x="1075015" y="995907"/>
                  </a:lnTo>
                  <a:lnTo>
                    <a:pt x="1076562" y="995530"/>
                  </a:lnTo>
                  <a:lnTo>
                    <a:pt x="1076799" y="996595"/>
                  </a:lnTo>
                  <a:lnTo>
                    <a:pt x="1090917" y="993418"/>
                  </a:lnTo>
                  <a:lnTo>
                    <a:pt x="1149600" y="1001749"/>
                  </a:lnTo>
                  <a:lnTo>
                    <a:pt x="1203200" y="1031571"/>
                  </a:lnTo>
                  <a:lnTo>
                    <a:pt x="1290231" y="1087092"/>
                  </a:lnTo>
                  <a:lnTo>
                    <a:pt x="1292121" y="1088297"/>
                  </a:lnTo>
                  <a:lnTo>
                    <a:pt x="1292271" y="1088066"/>
                  </a:lnTo>
                  <a:lnTo>
                    <a:pt x="1292421" y="1087834"/>
                  </a:lnTo>
                  <a:lnTo>
                    <a:pt x="1292570" y="1087602"/>
                  </a:lnTo>
                  <a:lnTo>
                    <a:pt x="1292719" y="1087369"/>
                  </a:lnTo>
                  <a:lnTo>
                    <a:pt x="1292867" y="1087136"/>
                  </a:lnTo>
                  <a:lnTo>
                    <a:pt x="1293014" y="1086903"/>
                  </a:lnTo>
                  <a:lnTo>
                    <a:pt x="1293160" y="1086669"/>
                  </a:lnTo>
                  <a:lnTo>
                    <a:pt x="1293306" y="1086434"/>
                  </a:lnTo>
                  <a:lnTo>
                    <a:pt x="1293451" y="1086200"/>
                  </a:lnTo>
                  <a:lnTo>
                    <a:pt x="1293595" y="1085964"/>
                  </a:lnTo>
                  <a:lnTo>
                    <a:pt x="1293739" y="1085729"/>
                  </a:lnTo>
                  <a:lnTo>
                    <a:pt x="1293882" y="1085493"/>
                  </a:lnTo>
                  <a:lnTo>
                    <a:pt x="1294025" y="1085256"/>
                  </a:lnTo>
                  <a:lnTo>
                    <a:pt x="1294166" y="1085020"/>
                  </a:lnTo>
                  <a:lnTo>
                    <a:pt x="1294307" y="1084782"/>
                  </a:lnTo>
                  <a:lnTo>
                    <a:pt x="1294448" y="1084545"/>
                  </a:lnTo>
                  <a:lnTo>
                    <a:pt x="1294587" y="1084307"/>
                  </a:lnTo>
                  <a:lnTo>
                    <a:pt x="1347238" y="995930"/>
                  </a:lnTo>
                  <a:lnTo>
                    <a:pt x="1378883" y="943265"/>
                  </a:lnTo>
                  <a:lnTo>
                    <a:pt x="1379855" y="944249"/>
                  </a:lnTo>
                  <a:lnTo>
                    <a:pt x="1386481" y="950954"/>
                  </a:lnTo>
                  <a:lnTo>
                    <a:pt x="1389053" y="953558"/>
                  </a:lnTo>
                  <a:lnTo>
                    <a:pt x="1391588" y="956124"/>
                  </a:lnTo>
                  <a:lnTo>
                    <a:pt x="1394120" y="958688"/>
                  </a:lnTo>
                  <a:lnTo>
                    <a:pt x="1395214" y="959792"/>
                  </a:lnTo>
                  <a:lnTo>
                    <a:pt x="1395871" y="960551"/>
                  </a:lnTo>
                  <a:lnTo>
                    <a:pt x="1396674" y="961287"/>
                  </a:lnTo>
                  <a:lnTo>
                    <a:pt x="1399183" y="963937"/>
                  </a:lnTo>
                  <a:lnTo>
                    <a:pt x="1403686" y="968536"/>
                  </a:lnTo>
                  <a:lnTo>
                    <a:pt x="1403964" y="968822"/>
                  </a:lnTo>
                  <a:lnTo>
                    <a:pt x="1404509" y="969384"/>
                  </a:lnTo>
                  <a:lnTo>
                    <a:pt x="1404072" y="970107"/>
                  </a:lnTo>
                  <a:lnTo>
                    <a:pt x="1398872" y="978702"/>
                  </a:lnTo>
                  <a:lnTo>
                    <a:pt x="1389899" y="993529"/>
                  </a:lnTo>
                  <a:lnTo>
                    <a:pt x="1388823" y="995304"/>
                  </a:lnTo>
                  <a:lnTo>
                    <a:pt x="1381168" y="1007929"/>
                  </a:lnTo>
                  <a:lnTo>
                    <a:pt x="1386503" y="1012625"/>
                  </a:lnTo>
                  <a:lnTo>
                    <a:pt x="1387061" y="1013049"/>
                  </a:lnTo>
                  <a:lnTo>
                    <a:pt x="1398441" y="1020471"/>
                  </a:lnTo>
                  <a:lnTo>
                    <a:pt x="1407734" y="1026533"/>
                  </a:lnTo>
                  <a:lnTo>
                    <a:pt x="1420910" y="1024141"/>
                  </a:lnTo>
                  <a:lnTo>
                    <a:pt x="1427092" y="1023007"/>
                  </a:lnTo>
                  <a:lnTo>
                    <a:pt x="1434583" y="1021633"/>
                  </a:lnTo>
                  <a:lnTo>
                    <a:pt x="1447565" y="1019215"/>
                  </a:lnTo>
                  <a:lnTo>
                    <a:pt x="1456273" y="1017652"/>
                  </a:lnTo>
                  <a:lnTo>
                    <a:pt x="1459618" y="1016732"/>
                  </a:lnTo>
                  <a:lnTo>
                    <a:pt x="1461488" y="1016186"/>
                  </a:lnTo>
                  <a:lnTo>
                    <a:pt x="1462394" y="1015922"/>
                  </a:lnTo>
                  <a:lnTo>
                    <a:pt x="1462748" y="1016635"/>
                  </a:lnTo>
                  <a:lnTo>
                    <a:pt x="1463353" y="1017850"/>
                  </a:lnTo>
                  <a:lnTo>
                    <a:pt x="1463736" y="1018620"/>
                  </a:lnTo>
                  <a:lnTo>
                    <a:pt x="1466704" y="1024578"/>
                  </a:lnTo>
                  <a:lnTo>
                    <a:pt x="1468058" y="1027348"/>
                  </a:lnTo>
                  <a:lnTo>
                    <a:pt x="1469408" y="1030131"/>
                  </a:lnTo>
                  <a:lnTo>
                    <a:pt x="1469710" y="1031091"/>
                  </a:lnTo>
                  <a:lnTo>
                    <a:pt x="1470324" y="1033054"/>
                  </a:lnTo>
                  <a:lnTo>
                    <a:pt x="1470828" y="1034654"/>
                  </a:lnTo>
                  <a:lnTo>
                    <a:pt x="1471244" y="1035973"/>
                  </a:lnTo>
                  <a:lnTo>
                    <a:pt x="1471411" y="1036501"/>
                  </a:lnTo>
                  <a:lnTo>
                    <a:pt x="1472022" y="1038416"/>
                  </a:lnTo>
                  <a:lnTo>
                    <a:pt x="1472167" y="1038873"/>
                  </a:lnTo>
                  <a:lnTo>
                    <a:pt x="1472680" y="1040312"/>
                  </a:lnTo>
                  <a:lnTo>
                    <a:pt x="1473197" y="1041761"/>
                  </a:lnTo>
                  <a:lnTo>
                    <a:pt x="1473306" y="1042064"/>
                  </a:lnTo>
                  <a:lnTo>
                    <a:pt x="1474151" y="1044411"/>
                  </a:lnTo>
                  <a:lnTo>
                    <a:pt x="1474229" y="1044629"/>
                  </a:lnTo>
                  <a:lnTo>
                    <a:pt x="1474418" y="1045147"/>
                  </a:lnTo>
                  <a:lnTo>
                    <a:pt x="1475282" y="1047504"/>
                  </a:lnTo>
                  <a:lnTo>
                    <a:pt x="1476192" y="1050000"/>
                  </a:lnTo>
                  <a:lnTo>
                    <a:pt x="1476339" y="1050404"/>
                  </a:lnTo>
                  <a:lnTo>
                    <a:pt x="1477395" y="1053254"/>
                  </a:lnTo>
                  <a:lnTo>
                    <a:pt x="1478130" y="1055336"/>
                  </a:lnTo>
                  <a:lnTo>
                    <a:pt x="1478416" y="1056142"/>
                  </a:lnTo>
                  <a:lnTo>
                    <a:pt x="1479084" y="1058064"/>
                  </a:lnTo>
                  <a:lnTo>
                    <a:pt x="1479293" y="1058664"/>
                  </a:lnTo>
                  <a:lnTo>
                    <a:pt x="1479419" y="1059037"/>
                  </a:lnTo>
                  <a:lnTo>
                    <a:pt x="1479584" y="1059528"/>
                  </a:lnTo>
                  <a:lnTo>
                    <a:pt x="1479696" y="1059859"/>
                  </a:lnTo>
                  <a:lnTo>
                    <a:pt x="1480093" y="1061067"/>
                  </a:lnTo>
                  <a:lnTo>
                    <a:pt x="1480996" y="1063187"/>
                  </a:lnTo>
                  <a:lnTo>
                    <a:pt x="1482539" y="1066750"/>
                  </a:lnTo>
                  <a:lnTo>
                    <a:pt x="1483475" y="1068655"/>
                  </a:lnTo>
                  <a:lnTo>
                    <a:pt x="1485478" y="1071207"/>
                  </a:lnTo>
                  <a:lnTo>
                    <a:pt x="1486335" y="1072300"/>
                  </a:lnTo>
                  <a:lnTo>
                    <a:pt x="1487516" y="1073247"/>
                  </a:lnTo>
                  <a:lnTo>
                    <a:pt x="1490445" y="1077351"/>
                  </a:lnTo>
                  <a:lnTo>
                    <a:pt x="1493670" y="1075697"/>
                  </a:lnTo>
                  <a:lnTo>
                    <a:pt x="1495187" y="1074917"/>
                  </a:lnTo>
                  <a:lnTo>
                    <a:pt x="1492218" y="1069032"/>
                  </a:lnTo>
                  <a:lnTo>
                    <a:pt x="1518012" y="1055744"/>
                  </a:lnTo>
                  <a:lnTo>
                    <a:pt x="1520512" y="1054457"/>
                  </a:lnTo>
                  <a:lnTo>
                    <a:pt x="1524467" y="1052419"/>
                  </a:lnTo>
                  <a:lnTo>
                    <a:pt x="1525588" y="1051840"/>
                  </a:lnTo>
                  <a:lnTo>
                    <a:pt x="1533196" y="1047905"/>
                  </a:lnTo>
                  <a:lnTo>
                    <a:pt x="1547583" y="1040581"/>
                  </a:lnTo>
                  <a:lnTo>
                    <a:pt x="1549027" y="1039850"/>
                  </a:lnTo>
                  <a:lnTo>
                    <a:pt x="1549190" y="1030659"/>
                  </a:lnTo>
                  <a:lnTo>
                    <a:pt x="1549516" y="1015171"/>
                  </a:lnTo>
                  <a:lnTo>
                    <a:pt x="1549713" y="1007479"/>
                  </a:lnTo>
                  <a:lnTo>
                    <a:pt x="1550326" y="997606"/>
                  </a:lnTo>
                  <a:lnTo>
                    <a:pt x="1550830" y="990076"/>
                  </a:lnTo>
                  <a:lnTo>
                    <a:pt x="1551256" y="978877"/>
                  </a:lnTo>
                  <a:lnTo>
                    <a:pt x="1551550" y="971479"/>
                  </a:lnTo>
                  <a:lnTo>
                    <a:pt x="1551550" y="971263"/>
                  </a:lnTo>
                  <a:lnTo>
                    <a:pt x="1551549" y="971046"/>
                  </a:lnTo>
                  <a:lnTo>
                    <a:pt x="1551550" y="970829"/>
                  </a:lnTo>
                  <a:lnTo>
                    <a:pt x="1551551" y="970613"/>
                  </a:lnTo>
                  <a:lnTo>
                    <a:pt x="1551554" y="970396"/>
                  </a:lnTo>
                  <a:lnTo>
                    <a:pt x="1551565" y="969746"/>
                  </a:lnTo>
                  <a:lnTo>
                    <a:pt x="1551570" y="969530"/>
                  </a:lnTo>
                  <a:lnTo>
                    <a:pt x="1551576" y="969313"/>
                  </a:lnTo>
                  <a:lnTo>
                    <a:pt x="1551593" y="968802"/>
                  </a:lnTo>
                  <a:lnTo>
                    <a:pt x="1551598" y="968663"/>
                  </a:lnTo>
                  <a:lnTo>
                    <a:pt x="1551607" y="968447"/>
                  </a:lnTo>
                  <a:lnTo>
                    <a:pt x="1551616" y="968230"/>
                  </a:lnTo>
                  <a:lnTo>
                    <a:pt x="1551627" y="968014"/>
                  </a:lnTo>
                  <a:lnTo>
                    <a:pt x="1551638" y="967797"/>
                  </a:lnTo>
                  <a:lnTo>
                    <a:pt x="1551650" y="967581"/>
                  </a:lnTo>
                  <a:lnTo>
                    <a:pt x="1551663" y="967365"/>
                  </a:lnTo>
                  <a:lnTo>
                    <a:pt x="1551676" y="967148"/>
                  </a:lnTo>
                  <a:lnTo>
                    <a:pt x="1551690" y="966932"/>
                  </a:lnTo>
                  <a:lnTo>
                    <a:pt x="1551705" y="966716"/>
                  </a:lnTo>
                  <a:lnTo>
                    <a:pt x="1551721" y="966500"/>
                  </a:lnTo>
                  <a:lnTo>
                    <a:pt x="1551737" y="966284"/>
                  </a:lnTo>
                  <a:lnTo>
                    <a:pt x="1551754" y="966068"/>
                  </a:lnTo>
                  <a:lnTo>
                    <a:pt x="1551772" y="965852"/>
                  </a:lnTo>
                  <a:lnTo>
                    <a:pt x="1551791" y="965636"/>
                  </a:lnTo>
                  <a:lnTo>
                    <a:pt x="1551810" y="965419"/>
                  </a:lnTo>
                  <a:lnTo>
                    <a:pt x="1551831" y="965201"/>
                  </a:lnTo>
                  <a:lnTo>
                    <a:pt x="1551851" y="964984"/>
                  </a:lnTo>
                  <a:lnTo>
                    <a:pt x="1551873" y="964767"/>
                  </a:lnTo>
                  <a:lnTo>
                    <a:pt x="1551895" y="964550"/>
                  </a:lnTo>
                  <a:lnTo>
                    <a:pt x="1551919" y="964332"/>
                  </a:lnTo>
                  <a:lnTo>
                    <a:pt x="1551943" y="964116"/>
                  </a:lnTo>
                  <a:lnTo>
                    <a:pt x="1551967" y="963899"/>
                  </a:lnTo>
                  <a:lnTo>
                    <a:pt x="1551992" y="963682"/>
                  </a:lnTo>
                  <a:lnTo>
                    <a:pt x="1552019" y="963465"/>
                  </a:lnTo>
                  <a:lnTo>
                    <a:pt x="1552046" y="963248"/>
                  </a:lnTo>
                  <a:lnTo>
                    <a:pt x="1552073" y="963032"/>
                  </a:lnTo>
                  <a:lnTo>
                    <a:pt x="1552156" y="962420"/>
                  </a:lnTo>
                  <a:lnTo>
                    <a:pt x="1552187" y="962206"/>
                  </a:lnTo>
                  <a:lnTo>
                    <a:pt x="1552218" y="961992"/>
                  </a:lnTo>
                  <a:lnTo>
                    <a:pt x="1552249" y="961779"/>
                  </a:lnTo>
                  <a:lnTo>
                    <a:pt x="1552281" y="961565"/>
                  </a:lnTo>
                  <a:lnTo>
                    <a:pt x="1552314" y="961352"/>
                  </a:lnTo>
                  <a:lnTo>
                    <a:pt x="1552348" y="961138"/>
                  </a:lnTo>
                  <a:lnTo>
                    <a:pt x="1552383" y="960925"/>
                  </a:lnTo>
                  <a:lnTo>
                    <a:pt x="1552418" y="960712"/>
                  </a:lnTo>
                  <a:lnTo>
                    <a:pt x="1552454" y="960499"/>
                  </a:lnTo>
                  <a:lnTo>
                    <a:pt x="1552491" y="960287"/>
                  </a:lnTo>
                  <a:lnTo>
                    <a:pt x="1552528" y="960074"/>
                  </a:lnTo>
                  <a:lnTo>
                    <a:pt x="1552566" y="959861"/>
                  </a:lnTo>
                  <a:lnTo>
                    <a:pt x="1552605" y="959649"/>
                  </a:lnTo>
                  <a:lnTo>
                    <a:pt x="1552696" y="959171"/>
                  </a:lnTo>
                  <a:lnTo>
                    <a:pt x="1552727" y="959013"/>
                  </a:lnTo>
                  <a:lnTo>
                    <a:pt x="1552768" y="958801"/>
                  </a:lnTo>
                  <a:lnTo>
                    <a:pt x="1552811" y="958589"/>
                  </a:lnTo>
                  <a:lnTo>
                    <a:pt x="1552854" y="958378"/>
                  </a:lnTo>
                  <a:lnTo>
                    <a:pt x="1552907" y="958128"/>
                  </a:lnTo>
                  <a:lnTo>
                    <a:pt x="1552943" y="957955"/>
                  </a:lnTo>
                  <a:lnTo>
                    <a:pt x="1552989" y="957744"/>
                  </a:lnTo>
                  <a:lnTo>
                    <a:pt x="1553035" y="957533"/>
                  </a:lnTo>
                  <a:lnTo>
                    <a:pt x="1553082" y="957323"/>
                  </a:lnTo>
                  <a:lnTo>
                    <a:pt x="1553130" y="957112"/>
                  </a:lnTo>
                  <a:lnTo>
                    <a:pt x="1553178" y="956901"/>
                  </a:lnTo>
                  <a:lnTo>
                    <a:pt x="1553227" y="956691"/>
                  </a:lnTo>
                  <a:lnTo>
                    <a:pt x="1553277" y="956481"/>
                  </a:lnTo>
                  <a:lnTo>
                    <a:pt x="1553328" y="956271"/>
                  </a:lnTo>
                  <a:lnTo>
                    <a:pt x="1553379" y="956062"/>
                  </a:lnTo>
                  <a:lnTo>
                    <a:pt x="1553431" y="955854"/>
                  </a:lnTo>
                  <a:lnTo>
                    <a:pt x="1553483" y="955646"/>
                  </a:lnTo>
                  <a:lnTo>
                    <a:pt x="1553536" y="955439"/>
                  </a:lnTo>
                  <a:lnTo>
                    <a:pt x="1553589" y="955231"/>
                  </a:lnTo>
                  <a:lnTo>
                    <a:pt x="1553644" y="955024"/>
                  </a:lnTo>
                  <a:lnTo>
                    <a:pt x="1553698" y="954817"/>
                  </a:lnTo>
                  <a:lnTo>
                    <a:pt x="1553754" y="954610"/>
                  </a:lnTo>
                  <a:lnTo>
                    <a:pt x="1553810" y="954404"/>
                  </a:lnTo>
                  <a:lnTo>
                    <a:pt x="1553951" y="953906"/>
                  </a:lnTo>
                  <a:lnTo>
                    <a:pt x="1554025" y="953642"/>
                  </a:lnTo>
                  <a:lnTo>
                    <a:pt x="1554087" y="953429"/>
                  </a:lnTo>
                  <a:lnTo>
                    <a:pt x="1554149" y="953216"/>
                  </a:lnTo>
                  <a:lnTo>
                    <a:pt x="1554213" y="953004"/>
                  </a:lnTo>
                  <a:lnTo>
                    <a:pt x="1554277" y="952791"/>
                  </a:lnTo>
                  <a:lnTo>
                    <a:pt x="1554342" y="952579"/>
                  </a:lnTo>
                  <a:lnTo>
                    <a:pt x="1554407" y="952367"/>
                  </a:lnTo>
                  <a:lnTo>
                    <a:pt x="1554474" y="952155"/>
                  </a:lnTo>
                  <a:lnTo>
                    <a:pt x="1554541" y="951943"/>
                  </a:lnTo>
                  <a:lnTo>
                    <a:pt x="1554609" y="951732"/>
                  </a:lnTo>
                  <a:lnTo>
                    <a:pt x="1554677" y="951521"/>
                  </a:lnTo>
                  <a:lnTo>
                    <a:pt x="1554747" y="951310"/>
                  </a:lnTo>
                  <a:lnTo>
                    <a:pt x="1554817" y="951100"/>
                  </a:lnTo>
                  <a:lnTo>
                    <a:pt x="1554888" y="950890"/>
                  </a:lnTo>
                  <a:lnTo>
                    <a:pt x="1554960" y="950680"/>
                  </a:lnTo>
                  <a:lnTo>
                    <a:pt x="1555032" y="950470"/>
                  </a:lnTo>
                  <a:lnTo>
                    <a:pt x="1557541" y="951262"/>
                  </a:lnTo>
                  <a:lnTo>
                    <a:pt x="1558291" y="951500"/>
                  </a:lnTo>
                  <a:lnTo>
                    <a:pt x="1559017" y="949384"/>
                  </a:lnTo>
                  <a:lnTo>
                    <a:pt x="1559305" y="948646"/>
                  </a:lnTo>
                  <a:lnTo>
                    <a:pt x="1560213" y="946325"/>
                  </a:lnTo>
                  <a:lnTo>
                    <a:pt x="1561753" y="941672"/>
                  </a:lnTo>
                  <a:lnTo>
                    <a:pt x="1563534" y="936671"/>
                  </a:lnTo>
                  <a:lnTo>
                    <a:pt x="1565872" y="931647"/>
                  </a:lnTo>
                  <a:lnTo>
                    <a:pt x="1570391" y="922704"/>
                  </a:lnTo>
                  <a:lnTo>
                    <a:pt x="1573465" y="915528"/>
                  </a:lnTo>
                  <a:lnTo>
                    <a:pt x="1584615" y="886246"/>
                  </a:lnTo>
                  <a:lnTo>
                    <a:pt x="1595865" y="857258"/>
                  </a:lnTo>
                  <a:lnTo>
                    <a:pt x="1597438" y="853132"/>
                  </a:lnTo>
                  <a:lnTo>
                    <a:pt x="1602986" y="838583"/>
                  </a:lnTo>
                  <a:lnTo>
                    <a:pt x="1613161" y="811998"/>
                  </a:lnTo>
                  <a:lnTo>
                    <a:pt x="1612321" y="811738"/>
                  </a:lnTo>
                  <a:lnTo>
                    <a:pt x="1617679" y="794391"/>
                  </a:lnTo>
                  <a:lnTo>
                    <a:pt x="1619470" y="788641"/>
                  </a:lnTo>
                  <a:lnTo>
                    <a:pt x="1619806" y="787558"/>
                  </a:lnTo>
                  <a:lnTo>
                    <a:pt x="1622546" y="778897"/>
                  </a:lnTo>
                  <a:lnTo>
                    <a:pt x="1622862" y="777748"/>
                  </a:lnTo>
                  <a:lnTo>
                    <a:pt x="1623325" y="776558"/>
                  </a:lnTo>
                  <a:lnTo>
                    <a:pt x="1636898" y="778169"/>
                  </a:lnTo>
                  <a:lnTo>
                    <a:pt x="1637814" y="778279"/>
                  </a:lnTo>
                  <a:lnTo>
                    <a:pt x="1653039" y="780214"/>
                  </a:lnTo>
                  <a:lnTo>
                    <a:pt x="1654441" y="780392"/>
                  </a:lnTo>
                  <a:lnTo>
                    <a:pt x="1654673" y="779399"/>
                  </a:lnTo>
                  <a:lnTo>
                    <a:pt x="1654806" y="778830"/>
                  </a:lnTo>
                  <a:lnTo>
                    <a:pt x="1655133" y="777431"/>
                  </a:lnTo>
                  <a:lnTo>
                    <a:pt x="1655569" y="775955"/>
                  </a:lnTo>
                  <a:lnTo>
                    <a:pt x="1655675" y="775598"/>
                  </a:lnTo>
                  <a:lnTo>
                    <a:pt x="1656763" y="771916"/>
                  </a:lnTo>
                  <a:lnTo>
                    <a:pt x="1657069" y="770882"/>
                  </a:lnTo>
                  <a:lnTo>
                    <a:pt x="1657148" y="770614"/>
                  </a:lnTo>
                  <a:lnTo>
                    <a:pt x="1657466" y="769536"/>
                  </a:lnTo>
                  <a:lnTo>
                    <a:pt x="1657564" y="769203"/>
                  </a:lnTo>
                  <a:lnTo>
                    <a:pt x="1657687" y="768790"/>
                  </a:lnTo>
                  <a:lnTo>
                    <a:pt x="1658063" y="767596"/>
                  </a:lnTo>
                  <a:lnTo>
                    <a:pt x="1658759" y="766118"/>
                  </a:lnTo>
                  <a:lnTo>
                    <a:pt x="1659705" y="764464"/>
                  </a:lnTo>
                  <a:lnTo>
                    <a:pt x="1660600" y="763062"/>
                  </a:lnTo>
                  <a:lnTo>
                    <a:pt x="1661140" y="762289"/>
                  </a:lnTo>
                  <a:lnTo>
                    <a:pt x="1661724" y="761461"/>
                  </a:lnTo>
                  <a:lnTo>
                    <a:pt x="1662642" y="760309"/>
                  </a:lnTo>
                  <a:lnTo>
                    <a:pt x="1663978" y="758672"/>
                  </a:lnTo>
                  <a:lnTo>
                    <a:pt x="1664935" y="757496"/>
                  </a:lnTo>
                  <a:lnTo>
                    <a:pt x="1667747" y="754047"/>
                  </a:lnTo>
                  <a:lnTo>
                    <a:pt x="1672798" y="748182"/>
                  </a:lnTo>
                  <a:lnTo>
                    <a:pt x="1678389" y="742289"/>
                  </a:lnTo>
                  <a:lnTo>
                    <a:pt x="1680584" y="740033"/>
                  </a:lnTo>
                  <a:lnTo>
                    <a:pt x="1686953" y="733658"/>
                  </a:lnTo>
                  <a:lnTo>
                    <a:pt x="1688494" y="732115"/>
                  </a:lnTo>
                  <a:lnTo>
                    <a:pt x="1689796" y="730853"/>
                  </a:lnTo>
                  <a:lnTo>
                    <a:pt x="1702185" y="746769"/>
                  </a:lnTo>
                  <a:lnTo>
                    <a:pt x="1702393" y="747035"/>
                  </a:lnTo>
                  <a:lnTo>
                    <a:pt x="1703387" y="748311"/>
                  </a:lnTo>
                  <a:lnTo>
                    <a:pt x="1704801" y="748816"/>
                  </a:lnTo>
                  <a:lnTo>
                    <a:pt x="1729132" y="757467"/>
                  </a:lnTo>
                  <a:lnTo>
                    <a:pt x="1772066" y="772734"/>
                  </a:lnTo>
                  <a:lnTo>
                    <a:pt x="1786020" y="777697"/>
                  </a:lnTo>
                  <a:lnTo>
                    <a:pt x="1787276" y="778144"/>
                  </a:lnTo>
                  <a:lnTo>
                    <a:pt x="1787858" y="777434"/>
                  </a:lnTo>
                  <a:lnTo>
                    <a:pt x="1790327" y="774422"/>
                  </a:lnTo>
                  <a:lnTo>
                    <a:pt x="1792562" y="771696"/>
                  </a:lnTo>
                  <a:lnTo>
                    <a:pt x="1797325" y="765886"/>
                  </a:lnTo>
                  <a:lnTo>
                    <a:pt x="1804250" y="757438"/>
                  </a:lnTo>
                  <a:lnTo>
                    <a:pt x="1843465" y="709606"/>
                  </a:lnTo>
                  <a:lnTo>
                    <a:pt x="1858498" y="691271"/>
                  </a:lnTo>
                  <a:lnTo>
                    <a:pt x="1858930" y="690873"/>
                  </a:lnTo>
                  <a:lnTo>
                    <a:pt x="1860755" y="688910"/>
                  </a:lnTo>
                  <a:lnTo>
                    <a:pt x="1861407" y="688209"/>
                  </a:lnTo>
                  <a:lnTo>
                    <a:pt x="1863134" y="686558"/>
                  </a:lnTo>
                  <a:lnTo>
                    <a:pt x="1866491" y="683630"/>
                  </a:lnTo>
                  <a:lnTo>
                    <a:pt x="1868213" y="682340"/>
                  </a:lnTo>
                  <a:lnTo>
                    <a:pt x="1870056" y="680958"/>
                  </a:lnTo>
                  <a:lnTo>
                    <a:pt x="1870540" y="679917"/>
                  </a:lnTo>
                  <a:lnTo>
                    <a:pt x="1879104" y="661812"/>
                  </a:lnTo>
                  <a:lnTo>
                    <a:pt x="1891060" y="636540"/>
                  </a:lnTo>
                  <a:lnTo>
                    <a:pt x="1911476" y="593386"/>
                  </a:lnTo>
                  <a:lnTo>
                    <a:pt x="1924340" y="566198"/>
                  </a:lnTo>
                  <a:lnTo>
                    <a:pt x="1933121" y="547640"/>
                  </a:lnTo>
                  <a:lnTo>
                    <a:pt x="1943400" y="525916"/>
                  </a:lnTo>
                  <a:lnTo>
                    <a:pt x="1946902" y="493216"/>
                  </a:lnTo>
                  <a:lnTo>
                    <a:pt x="1947594" y="486757"/>
                  </a:lnTo>
                  <a:lnTo>
                    <a:pt x="1952921" y="470589"/>
                  </a:lnTo>
                  <a:lnTo>
                    <a:pt x="1958166" y="454674"/>
                  </a:lnTo>
                  <a:lnTo>
                    <a:pt x="1959215" y="451500"/>
                  </a:lnTo>
                  <a:lnTo>
                    <a:pt x="1941808" y="444517"/>
                  </a:lnTo>
                  <a:lnTo>
                    <a:pt x="1939457" y="443558"/>
                  </a:lnTo>
                  <a:lnTo>
                    <a:pt x="1938634" y="443216"/>
                  </a:lnTo>
                  <a:lnTo>
                    <a:pt x="1936895" y="442512"/>
                  </a:lnTo>
                  <a:lnTo>
                    <a:pt x="1935456" y="441924"/>
                  </a:lnTo>
                  <a:lnTo>
                    <a:pt x="1928535" y="439092"/>
                  </a:lnTo>
                  <a:lnTo>
                    <a:pt x="1927576" y="438698"/>
                  </a:lnTo>
                  <a:lnTo>
                    <a:pt x="1924829" y="437582"/>
                  </a:lnTo>
                  <a:lnTo>
                    <a:pt x="1912936" y="432826"/>
                  </a:lnTo>
                  <a:lnTo>
                    <a:pt x="1912447" y="432648"/>
                  </a:lnTo>
                  <a:lnTo>
                    <a:pt x="1910448" y="431980"/>
                  </a:lnTo>
                  <a:lnTo>
                    <a:pt x="1909128" y="431598"/>
                  </a:lnTo>
                  <a:lnTo>
                    <a:pt x="1895763" y="427901"/>
                  </a:lnTo>
                  <a:lnTo>
                    <a:pt x="1893787" y="427355"/>
                  </a:lnTo>
                  <a:lnTo>
                    <a:pt x="1888429" y="425900"/>
                  </a:lnTo>
                  <a:lnTo>
                    <a:pt x="1877890" y="423258"/>
                  </a:lnTo>
                  <a:lnTo>
                    <a:pt x="1875184" y="422523"/>
                  </a:lnTo>
                  <a:lnTo>
                    <a:pt x="1874453" y="422307"/>
                  </a:lnTo>
                  <a:lnTo>
                    <a:pt x="1873689" y="422085"/>
                  </a:lnTo>
                  <a:lnTo>
                    <a:pt x="1873308" y="421976"/>
                  </a:lnTo>
                  <a:lnTo>
                    <a:pt x="1863730" y="419335"/>
                  </a:lnTo>
                  <a:lnTo>
                    <a:pt x="1862951" y="419165"/>
                  </a:lnTo>
                  <a:lnTo>
                    <a:pt x="1862173" y="418999"/>
                  </a:lnTo>
                  <a:lnTo>
                    <a:pt x="1861394" y="418835"/>
                  </a:lnTo>
                  <a:lnTo>
                    <a:pt x="1860613" y="418676"/>
                  </a:lnTo>
                  <a:lnTo>
                    <a:pt x="1859832" y="418522"/>
                  </a:lnTo>
                  <a:lnTo>
                    <a:pt x="1846793" y="417252"/>
                  </a:lnTo>
                  <a:lnTo>
                    <a:pt x="1844322" y="417136"/>
                  </a:lnTo>
                  <a:lnTo>
                    <a:pt x="1843373" y="417089"/>
                  </a:lnTo>
                  <a:lnTo>
                    <a:pt x="1840277" y="416887"/>
                  </a:lnTo>
                  <a:lnTo>
                    <a:pt x="1839755" y="416859"/>
                  </a:lnTo>
                  <a:lnTo>
                    <a:pt x="1825503" y="416062"/>
                  </a:lnTo>
                  <a:lnTo>
                    <a:pt x="1823916" y="415965"/>
                  </a:lnTo>
                  <a:lnTo>
                    <a:pt x="1821508" y="415842"/>
                  </a:lnTo>
                  <a:lnTo>
                    <a:pt x="1806255" y="415067"/>
                  </a:lnTo>
                  <a:lnTo>
                    <a:pt x="1802260" y="414865"/>
                  </a:lnTo>
                  <a:lnTo>
                    <a:pt x="1788608" y="414297"/>
                  </a:lnTo>
                  <a:lnTo>
                    <a:pt x="1788398" y="414289"/>
                  </a:lnTo>
                  <a:lnTo>
                    <a:pt x="1784609" y="414183"/>
                  </a:lnTo>
                  <a:lnTo>
                    <a:pt x="1770644" y="413825"/>
                  </a:lnTo>
                  <a:lnTo>
                    <a:pt x="1768494" y="413780"/>
                  </a:lnTo>
                  <a:lnTo>
                    <a:pt x="1766644" y="413726"/>
                  </a:lnTo>
                  <a:lnTo>
                    <a:pt x="1752115" y="413119"/>
                  </a:lnTo>
                  <a:lnTo>
                    <a:pt x="1748116" y="412953"/>
                  </a:lnTo>
                  <a:lnTo>
                    <a:pt x="1747693" y="412936"/>
                  </a:lnTo>
                  <a:lnTo>
                    <a:pt x="1747190" y="412909"/>
                  </a:lnTo>
                  <a:lnTo>
                    <a:pt x="1746691" y="412877"/>
                  </a:lnTo>
                  <a:lnTo>
                    <a:pt x="1746190" y="412841"/>
                  </a:lnTo>
                  <a:lnTo>
                    <a:pt x="1745689" y="412801"/>
                  </a:lnTo>
                  <a:lnTo>
                    <a:pt x="1745190" y="412757"/>
                  </a:lnTo>
                  <a:lnTo>
                    <a:pt x="1743690" y="412517"/>
                  </a:lnTo>
                  <a:lnTo>
                    <a:pt x="1741446" y="412128"/>
                  </a:lnTo>
                  <a:lnTo>
                    <a:pt x="1739207" y="411706"/>
                  </a:lnTo>
                  <a:lnTo>
                    <a:pt x="1736976" y="411250"/>
                  </a:lnTo>
                  <a:lnTo>
                    <a:pt x="1734751" y="410759"/>
                  </a:lnTo>
                  <a:lnTo>
                    <a:pt x="1732533" y="410238"/>
                  </a:lnTo>
                  <a:lnTo>
                    <a:pt x="1730323" y="409683"/>
                  </a:lnTo>
                  <a:lnTo>
                    <a:pt x="1727391" y="408891"/>
                  </a:lnTo>
                  <a:lnTo>
                    <a:pt x="1723748" y="407818"/>
                  </a:lnTo>
                  <a:lnTo>
                    <a:pt x="1720133" y="406657"/>
                  </a:lnTo>
                  <a:lnTo>
                    <a:pt x="1716317" y="405454"/>
                  </a:lnTo>
                  <a:lnTo>
                    <a:pt x="1702070" y="400965"/>
                  </a:lnTo>
                  <a:lnTo>
                    <a:pt x="1701921" y="400917"/>
                  </a:lnTo>
                  <a:lnTo>
                    <a:pt x="1698261" y="399737"/>
                  </a:lnTo>
                  <a:lnTo>
                    <a:pt x="1684527" y="395384"/>
                  </a:lnTo>
                  <a:lnTo>
                    <a:pt x="1682507" y="394740"/>
                  </a:lnTo>
                  <a:lnTo>
                    <a:pt x="1680718" y="394156"/>
                  </a:lnTo>
                  <a:lnTo>
                    <a:pt x="1671111" y="391017"/>
                  </a:lnTo>
                  <a:lnTo>
                    <a:pt x="1669150" y="390377"/>
                  </a:lnTo>
                  <a:lnTo>
                    <a:pt x="1668739" y="390247"/>
                  </a:lnTo>
                  <a:lnTo>
                    <a:pt x="1667986" y="390007"/>
                  </a:lnTo>
                  <a:lnTo>
                    <a:pt x="1659308" y="387254"/>
                  </a:lnTo>
                  <a:lnTo>
                    <a:pt x="1655095" y="385910"/>
                  </a:lnTo>
                  <a:lnTo>
                    <a:pt x="1652847" y="385201"/>
                  </a:lnTo>
                  <a:lnTo>
                    <a:pt x="1642173" y="381833"/>
                  </a:lnTo>
                  <a:lnTo>
                    <a:pt x="1628916" y="377715"/>
                  </a:lnTo>
                  <a:lnTo>
                    <a:pt x="1624805" y="376439"/>
                  </a:lnTo>
                  <a:lnTo>
                    <a:pt x="1620523" y="375109"/>
                  </a:lnTo>
                  <a:lnTo>
                    <a:pt x="1615795" y="373642"/>
                  </a:lnTo>
                  <a:lnTo>
                    <a:pt x="1609583" y="371704"/>
                  </a:lnTo>
                  <a:lnTo>
                    <a:pt x="1595040" y="367123"/>
                  </a:lnTo>
                  <a:lnTo>
                    <a:pt x="1592521" y="366346"/>
                  </a:lnTo>
                  <a:lnTo>
                    <a:pt x="1591218" y="365940"/>
                  </a:lnTo>
                  <a:lnTo>
                    <a:pt x="1577214" y="361563"/>
                  </a:lnTo>
                  <a:lnTo>
                    <a:pt x="1575450" y="360996"/>
                  </a:lnTo>
                  <a:lnTo>
                    <a:pt x="1573390" y="360384"/>
                  </a:lnTo>
                  <a:lnTo>
                    <a:pt x="1559045" y="356390"/>
                  </a:lnTo>
                  <a:lnTo>
                    <a:pt x="1557572" y="355995"/>
                  </a:lnTo>
                  <a:lnTo>
                    <a:pt x="1555184" y="355333"/>
                  </a:lnTo>
                  <a:lnTo>
                    <a:pt x="1548708" y="353536"/>
                  </a:lnTo>
                  <a:lnTo>
                    <a:pt x="1544851" y="352465"/>
                  </a:lnTo>
                  <a:lnTo>
                    <a:pt x="1540070" y="351361"/>
                  </a:lnTo>
                  <a:lnTo>
                    <a:pt x="1537997" y="350796"/>
                  </a:lnTo>
                  <a:lnTo>
                    <a:pt x="1535322" y="350108"/>
                  </a:lnTo>
                  <a:lnTo>
                    <a:pt x="1533753" y="349705"/>
                  </a:lnTo>
                  <a:lnTo>
                    <a:pt x="1532715" y="349438"/>
                  </a:lnTo>
                  <a:lnTo>
                    <a:pt x="1529651" y="348696"/>
                  </a:lnTo>
                  <a:lnTo>
                    <a:pt x="1525434" y="347750"/>
                  </a:lnTo>
                  <a:lnTo>
                    <a:pt x="1514563" y="345363"/>
                  </a:lnTo>
                  <a:lnTo>
                    <a:pt x="1505007" y="343239"/>
                  </a:lnTo>
                  <a:lnTo>
                    <a:pt x="1493803" y="340795"/>
                  </a:lnTo>
                  <a:lnTo>
                    <a:pt x="1490691" y="340114"/>
                  </a:lnTo>
                  <a:lnTo>
                    <a:pt x="1488852" y="339712"/>
                  </a:lnTo>
                  <a:lnTo>
                    <a:pt x="1480517" y="337834"/>
                  </a:lnTo>
                  <a:lnTo>
                    <a:pt x="1471821" y="335974"/>
                  </a:lnTo>
                  <a:lnTo>
                    <a:pt x="1464968" y="334468"/>
                  </a:lnTo>
                  <a:lnTo>
                    <a:pt x="1461426" y="333687"/>
                  </a:lnTo>
                  <a:lnTo>
                    <a:pt x="1459983" y="333369"/>
                  </a:lnTo>
                  <a:lnTo>
                    <a:pt x="1456687" y="332643"/>
                  </a:lnTo>
                  <a:lnTo>
                    <a:pt x="1446370" y="330386"/>
                  </a:lnTo>
                  <a:lnTo>
                    <a:pt x="1440438" y="329096"/>
                  </a:lnTo>
                  <a:lnTo>
                    <a:pt x="1436578" y="328374"/>
                  </a:lnTo>
                  <a:lnTo>
                    <a:pt x="1428868" y="326987"/>
                  </a:lnTo>
                  <a:lnTo>
                    <a:pt x="1421757" y="325763"/>
                  </a:lnTo>
                  <a:lnTo>
                    <a:pt x="1417290" y="324997"/>
                  </a:lnTo>
                  <a:lnTo>
                    <a:pt x="1414659" y="324546"/>
                  </a:lnTo>
                  <a:lnTo>
                    <a:pt x="1412458" y="324169"/>
                  </a:lnTo>
                  <a:lnTo>
                    <a:pt x="1405995" y="323116"/>
                  </a:lnTo>
                  <a:lnTo>
                    <a:pt x="1401547" y="322403"/>
                  </a:lnTo>
                  <a:lnTo>
                    <a:pt x="1395579" y="321472"/>
                  </a:lnTo>
                  <a:lnTo>
                    <a:pt x="1390097" y="320640"/>
                  </a:lnTo>
                  <a:lnTo>
                    <a:pt x="1387088" y="320184"/>
                  </a:lnTo>
                  <a:lnTo>
                    <a:pt x="1378096" y="318921"/>
                  </a:lnTo>
                  <a:lnTo>
                    <a:pt x="1369263" y="317671"/>
                  </a:lnTo>
                  <a:lnTo>
                    <a:pt x="1361867" y="316650"/>
                  </a:lnTo>
                  <a:lnTo>
                    <a:pt x="1352593" y="315338"/>
                  </a:lnTo>
                  <a:lnTo>
                    <a:pt x="1344825" y="314244"/>
                  </a:lnTo>
                  <a:lnTo>
                    <a:pt x="1335793" y="312984"/>
                  </a:lnTo>
                  <a:lnTo>
                    <a:pt x="1326503" y="311677"/>
                  </a:lnTo>
                  <a:lnTo>
                    <a:pt x="1318447" y="310554"/>
                  </a:lnTo>
                  <a:lnTo>
                    <a:pt x="1307210" y="308970"/>
                  </a:lnTo>
                  <a:lnTo>
                    <a:pt x="1304228" y="308542"/>
                  </a:lnTo>
                  <a:lnTo>
                    <a:pt x="1293525" y="307037"/>
                  </a:lnTo>
                  <a:lnTo>
                    <a:pt x="1285735" y="305940"/>
                  </a:lnTo>
                  <a:lnTo>
                    <a:pt x="1277061" y="304735"/>
                  </a:lnTo>
                  <a:lnTo>
                    <a:pt x="1268305" y="303503"/>
                  </a:lnTo>
                  <a:lnTo>
                    <a:pt x="1260315" y="302394"/>
                  </a:lnTo>
                  <a:lnTo>
                    <a:pt x="1256813" y="301930"/>
                  </a:lnTo>
                  <a:lnTo>
                    <a:pt x="1252676" y="301410"/>
                  </a:lnTo>
                  <a:lnTo>
                    <a:pt x="1251721" y="301290"/>
                  </a:lnTo>
                  <a:lnTo>
                    <a:pt x="1246355" y="300566"/>
                  </a:lnTo>
                  <a:lnTo>
                    <a:pt x="1241652" y="299800"/>
                  </a:lnTo>
                  <a:lnTo>
                    <a:pt x="1232675" y="297880"/>
                  </a:lnTo>
                  <a:lnTo>
                    <a:pt x="1230123" y="297255"/>
                  </a:lnTo>
                  <a:lnTo>
                    <a:pt x="1224309" y="295706"/>
                  </a:lnTo>
                  <a:lnTo>
                    <a:pt x="1217066" y="293431"/>
                  </a:lnTo>
                  <a:lnTo>
                    <a:pt x="1214450" y="292537"/>
                  </a:lnTo>
                  <a:lnTo>
                    <a:pt x="1212864" y="291986"/>
                  </a:lnTo>
                  <a:lnTo>
                    <a:pt x="1205715" y="289317"/>
                  </a:lnTo>
                  <a:lnTo>
                    <a:pt x="1197363" y="286151"/>
                  </a:lnTo>
                  <a:lnTo>
                    <a:pt x="1196884" y="285968"/>
                  </a:lnTo>
                  <a:lnTo>
                    <a:pt x="1190281" y="283096"/>
                  </a:lnTo>
                  <a:lnTo>
                    <a:pt x="1190030" y="282997"/>
                  </a:lnTo>
                  <a:lnTo>
                    <a:pt x="1189780" y="282896"/>
                  </a:lnTo>
                  <a:lnTo>
                    <a:pt x="1189532" y="282791"/>
                  </a:lnTo>
                  <a:lnTo>
                    <a:pt x="1189285" y="282682"/>
                  </a:lnTo>
                  <a:lnTo>
                    <a:pt x="1189039" y="282570"/>
                  </a:lnTo>
                  <a:lnTo>
                    <a:pt x="1188795" y="282455"/>
                  </a:lnTo>
                  <a:lnTo>
                    <a:pt x="1188553" y="282337"/>
                  </a:lnTo>
                  <a:lnTo>
                    <a:pt x="1188213" y="282178"/>
                  </a:lnTo>
                  <a:lnTo>
                    <a:pt x="1187874" y="282016"/>
                  </a:lnTo>
                  <a:lnTo>
                    <a:pt x="1187537" y="281850"/>
                  </a:lnTo>
                  <a:lnTo>
                    <a:pt x="1187203" y="281682"/>
                  </a:lnTo>
                  <a:lnTo>
                    <a:pt x="1186869" y="281510"/>
                  </a:lnTo>
                  <a:lnTo>
                    <a:pt x="1186536" y="281335"/>
                  </a:lnTo>
                  <a:lnTo>
                    <a:pt x="1186206" y="281157"/>
                  </a:lnTo>
                  <a:lnTo>
                    <a:pt x="1185878" y="280976"/>
                  </a:lnTo>
                  <a:lnTo>
                    <a:pt x="1185550" y="280793"/>
                  </a:lnTo>
                  <a:lnTo>
                    <a:pt x="1185226" y="280604"/>
                  </a:lnTo>
                  <a:lnTo>
                    <a:pt x="1184902" y="280413"/>
                  </a:lnTo>
                  <a:lnTo>
                    <a:pt x="1184582" y="280220"/>
                  </a:lnTo>
                  <a:lnTo>
                    <a:pt x="1184262" y="280023"/>
                  </a:lnTo>
                  <a:lnTo>
                    <a:pt x="1183945" y="279823"/>
                  </a:lnTo>
                  <a:lnTo>
                    <a:pt x="1182742" y="279139"/>
                  </a:lnTo>
                  <a:lnTo>
                    <a:pt x="1182182" y="278685"/>
                  </a:lnTo>
                  <a:lnTo>
                    <a:pt x="1181917" y="278507"/>
                  </a:lnTo>
                  <a:lnTo>
                    <a:pt x="1181654" y="278328"/>
                  </a:lnTo>
                  <a:lnTo>
                    <a:pt x="1181392" y="278144"/>
                  </a:lnTo>
                  <a:lnTo>
                    <a:pt x="1181133" y="277957"/>
                  </a:lnTo>
                  <a:lnTo>
                    <a:pt x="1180876" y="277768"/>
                  </a:lnTo>
                  <a:lnTo>
                    <a:pt x="1180622" y="277575"/>
                  </a:lnTo>
                  <a:lnTo>
                    <a:pt x="1180368" y="277381"/>
                  </a:lnTo>
                  <a:lnTo>
                    <a:pt x="1180119" y="277182"/>
                  </a:lnTo>
                  <a:lnTo>
                    <a:pt x="1179871" y="276981"/>
                  </a:lnTo>
                  <a:lnTo>
                    <a:pt x="1179625" y="276777"/>
                  </a:lnTo>
                  <a:lnTo>
                    <a:pt x="1179381" y="276571"/>
                  </a:lnTo>
                  <a:lnTo>
                    <a:pt x="1179140" y="276361"/>
                  </a:lnTo>
                  <a:lnTo>
                    <a:pt x="1178902" y="276149"/>
                  </a:lnTo>
                  <a:lnTo>
                    <a:pt x="1178666" y="275933"/>
                  </a:lnTo>
                  <a:lnTo>
                    <a:pt x="1178433" y="275715"/>
                  </a:lnTo>
                  <a:lnTo>
                    <a:pt x="1178200" y="275495"/>
                  </a:lnTo>
                  <a:lnTo>
                    <a:pt x="1177971" y="275272"/>
                  </a:lnTo>
                  <a:lnTo>
                    <a:pt x="1177430" y="274833"/>
                  </a:lnTo>
                  <a:lnTo>
                    <a:pt x="1176453" y="273820"/>
                  </a:lnTo>
                  <a:lnTo>
                    <a:pt x="1176310" y="273673"/>
                  </a:lnTo>
                  <a:lnTo>
                    <a:pt x="1176009" y="273352"/>
                  </a:lnTo>
                  <a:lnTo>
                    <a:pt x="1175458" y="272748"/>
                  </a:lnTo>
                  <a:lnTo>
                    <a:pt x="1172999" y="269217"/>
                  </a:lnTo>
                  <a:lnTo>
                    <a:pt x="1170094" y="268371"/>
                  </a:lnTo>
                  <a:lnTo>
                    <a:pt x="1167953" y="266989"/>
                  </a:lnTo>
                  <a:lnTo>
                    <a:pt x="1164005" y="263298"/>
                  </a:lnTo>
                  <a:lnTo>
                    <a:pt x="1163024" y="262628"/>
                  </a:lnTo>
                  <a:lnTo>
                    <a:pt x="1147777" y="250343"/>
                  </a:lnTo>
                  <a:lnTo>
                    <a:pt x="1145201" y="248515"/>
                  </a:lnTo>
                  <a:lnTo>
                    <a:pt x="1141301" y="245737"/>
                  </a:lnTo>
                  <a:lnTo>
                    <a:pt x="1131087" y="238561"/>
                  </a:lnTo>
                  <a:lnTo>
                    <a:pt x="1128380" y="236893"/>
                  </a:lnTo>
                  <a:lnTo>
                    <a:pt x="1125034" y="235273"/>
                  </a:lnTo>
                  <a:lnTo>
                    <a:pt x="1124533" y="235010"/>
                  </a:lnTo>
                  <a:lnTo>
                    <a:pt x="1121410" y="233301"/>
                  </a:lnTo>
                  <a:lnTo>
                    <a:pt x="1120085" y="232628"/>
                  </a:lnTo>
                  <a:lnTo>
                    <a:pt x="1116677" y="230811"/>
                  </a:lnTo>
                  <a:lnTo>
                    <a:pt x="1115685" y="229861"/>
                  </a:lnTo>
                  <a:lnTo>
                    <a:pt x="1114970" y="229176"/>
                  </a:lnTo>
                  <a:lnTo>
                    <a:pt x="1114539" y="228926"/>
                  </a:lnTo>
                  <a:lnTo>
                    <a:pt x="1113807" y="228399"/>
                  </a:lnTo>
                  <a:lnTo>
                    <a:pt x="1106063" y="222976"/>
                  </a:lnTo>
                  <a:lnTo>
                    <a:pt x="1097904" y="217269"/>
                  </a:lnTo>
                  <a:lnTo>
                    <a:pt x="1089461" y="211320"/>
                  </a:lnTo>
                  <a:lnTo>
                    <a:pt x="1086057" y="208815"/>
                  </a:lnTo>
                  <a:lnTo>
                    <a:pt x="1085256" y="208181"/>
                  </a:lnTo>
                  <a:lnTo>
                    <a:pt x="1083130" y="206709"/>
                  </a:lnTo>
                  <a:lnTo>
                    <a:pt x="1082386" y="206187"/>
                  </a:lnTo>
                  <a:lnTo>
                    <a:pt x="1080344" y="204756"/>
                  </a:lnTo>
                  <a:lnTo>
                    <a:pt x="1077536" y="202756"/>
                  </a:lnTo>
                  <a:lnTo>
                    <a:pt x="1072560" y="199213"/>
                  </a:lnTo>
                  <a:lnTo>
                    <a:pt x="1065091" y="193890"/>
                  </a:lnTo>
                  <a:lnTo>
                    <a:pt x="1058856" y="189453"/>
                  </a:lnTo>
                  <a:lnTo>
                    <a:pt x="1057280" y="188329"/>
                  </a:lnTo>
                  <a:lnTo>
                    <a:pt x="1051706" y="184351"/>
                  </a:lnTo>
                  <a:lnTo>
                    <a:pt x="1050764" y="183679"/>
                  </a:lnTo>
                  <a:lnTo>
                    <a:pt x="1043911" y="178807"/>
                  </a:lnTo>
                  <a:lnTo>
                    <a:pt x="1043297" y="178366"/>
                  </a:lnTo>
                  <a:lnTo>
                    <a:pt x="1041566" y="177362"/>
                  </a:lnTo>
                  <a:lnTo>
                    <a:pt x="1039985" y="176446"/>
                  </a:lnTo>
                  <a:lnTo>
                    <a:pt x="1035614" y="173355"/>
                  </a:lnTo>
                  <a:lnTo>
                    <a:pt x="1034558" y="172609"/>
                  </a:lnTo>
                  <a:lnTo>
                    <a:pt x="1032735" y="171321"/>
                  </a:lnTo>
                  <a:lnTo>
                    <a:pt x="1030534" y="169670"/>
                  </a:lnTo>
                  <a:lnTo>
                    <a:pt x="1029073" y="168572"/>
                  </a:lnTo>
                  <a:lnTo>
                    <a:pt x="1028604" y="168221"/>
                  </a:lnTo>
                  <a:lnTo>
                    <a:pt x="1021310" y="162909"/>
                  </a:lnTo>
                  <a:lnTo>
                    <a:pt x="1020806" y="162542"/>
                  </a:lnTo>
                  <a:lnTo>
                    <a:pt x="1015926" y="158986"/>
                  </a:lnTo>
                  <a:lnTo>
                    <a:pt x="1007905" y="153113"/>
                  </a:lnTo>
                  <a:lnTo>
                    <a:pt x="1000643" y="147668"/>
                  </a:lnTo>
                  <a:lnTo>
                    <a:pt x="988115" y="138399"/>
                  </a:lnTo>
                  <a:lnTo>
                    <a:pt x="987400" y="137871"/>
                  </a:lnTo>
                  <a:lnTo>
                    <a:pt x="986995" y="137572"/>
                  </a:lnTo>
                  <a:lnTo>
                    <a:pt x="985817" y="136801"/>
                  </a:lnTo>
                  <a:lnTo>
                    <a:pt x="984741" y="136135"/>
                  </a:lnTo>
                  <a:lnTo>
                    <a:pt x="984028" y="135680"/>
                  </a:lnTo>
                  <a:lnTo>
                    <a:pt x="982411" y="134650"/>
                  </a:lnTo>
                  <a:lnTo>
                    <a:pt x="980418" y="133478"/>
                  </a:lnTo>
                  <a:lnTo>
                    <a:pt x="979150" y="132753"/>
                  </a:lnTo>
                  <a:lnTo>
                    <a:pt x="977221" y="131698"/>
                  </a:lnTo>
                  <a:lnTo>
                    <a:pt x="975078" y="130591"/>
                  </a:lnTo>
                  <a:lnTo>
                    <a:pt x="974459" y="130307"/>
                  </a:lnTo>
                  <a:lnTo>
                    <a:pt x="972824" y="129555"/>
                  </a:lnTo>
                  <a:lnTo>
                    <a:pt x="971807" y="129108"/>
                  </a:lnTo>
                  <a:lnTo>
                    <a:pt x="970830" y="128678"/>
                  </a:lnTo>
                  <a:lnTo>
                    <a:pt x="969570" y="128186"/>
                  </a:lnTo>
                  <a:lnTo>
                    <a:pt x="966485" y="126937"/>
                  </a:lnTo>
                  <a:lnTo>
                    <a:pt x="963858" y="125929"/>
                  </a:lnTo>
                  <a:lnTo>
                    <a:pt x="961202" y="125023"/>
                  </a:lnTo>
                  <a:lnTo>
                    <a:pt x="958835" y="124238"/>
                  </a:lnTo>
                  <a:lnTo>
                    <a:pt x="957363" y="123764"/>
                  </a:lnTo>
                  <a:lnTo>
                    <a:pt x="956690" y="123547"/>
                  </a:lnTo>
                  <a:lnTo>
                    <a:pt x="954275" y="122896"/>
                  </a:lnTo>
                  <a:lnTo>
                    <a:pt x="952312" y="122439"/>
                  </a:lnTo>
                  <a:lnTo>
                    <a:pt x="951589" y="122325"/>
                  </a:lnTo>
                  <a:lnTo>
                    <a:pt x="949779" y="122027"/>
                  </a:lnTo>
                  <a:lnTo>
                    <a:pt x="947777" y="121689"/>
                  </a:lnTo>
                  <a:lnTo>
                    <a:pt x="945485" y="121368"/>
                  </a:lnTo>
                  <a:lnTo>
                    <a:pt x="943704" y="121098"/>
                  </a:lnTo>
                  <a:lnTo>
                    <a:pt x="943561" y="121076"/>
                  </a:lnTo>
                  <a:lnTo>
                    <a:pt x="943394" y="121055"/>
                  </a:lnTo>
                  <a:lnTo>
                    <a:pt x="937302" y="120221"/>
                  </a:lnTo>
                  <a:lnTo>
                    <a:pt x="936780" y="120170"/>
                  </a:lnTo>
                  <a:lnTo>
                    <a:pt x="936117" y="120109"/>
                  </a:lnTo>
                  <a:lnTo>
                    <a:pt x="935214" y="120030"/>
                  </a:lnTo>
                  <a:lnTo>
                    <a:pt x="933920" y="120311"/>
                  </a:lnTo>
                  <a:lnTo>
                    <a:pt x="932390" y="120701"/>
                  </a:lnTo>
                  <a:lnTo>
                    <a:pt x="931392" y="121012"/>
                  </a:lnTo>
                  <a:lnTo>
                    <a:pt x="930402" y="121353"/>
                  </a:lnTo>
                  <a:lnTo>
                    <a:pt x="929419" y="121712"/>
                  </a:lnTo>
                  <a:lnTo>
                    <a:pt x="927977" y="122272"/>
                  </a:lnTo>
                  <a:lnTo>
                    <a:pt x="926550" y="122872"/>
                  </a:lnTo>
                  <a:lnTo>
                    <a:pt x="925143" y="123510"/>
                  </a:lnTo>
                  <a:lnTo>
                    <a:pt x="917692" y="126825"/>
                  </a:lnTo>
                  <a:lnTo>
                    <a:pt x="917451" y="126259"/>
                  </a:lnTo>
                  <a:lnTo>
                    <a:pt x="917218" y="125651"/>
                  </a:lnTo>
                  <a:lnTo>
                    <a:pt x="917011" y="125042"/>
                  </a:lnTo>
                  <a:lnTo>
                    <a:pt x="916946" y="124805"/>
                  </a:lnTo>
                  <a:lnTo>
                    <a:pt x="916535" y="123201"/>
                  </a:lnTo>
                  <a:lnTo>
                    <a:pt x="916435" y="122700"/>
                  </a:lnTo>
                  <a:lnTo>
                    <a:pt x="916318" y="121970"/>
                  </a:lnTo>
                  <a:lnTo>
                    <a:pt x="916237" y="121243"/>
                  </a:lnTo>
                  <a:lnTo>
                    <a:pt x="916196" y="120559"/>
                  </a:lnTo>
                  <a:lnTo>
                    <a:pt x="916182" y="119852"/>
                  </a:lnTo>
                  <a:lnTo>
                    <a:pt x="916169" y="117236"/>
                  </a:lnTo>
                  <a:lnTo>
                    <a:pt x="905084" y="116624"/>
                  </a:lnTo>
                  <a:lnTo>
                    <a:pt x="901089" y="116403"/>
                  </a:lnTo>
                  <a:lnTo>
                    <a:pt x="892555" y="115904"/>
                  </a:lnTo>
                  <a:lnTo>
                    <a:pt x="890463" y="115782"/>
                  </a:lnTo>
                  <a:lnTo>
                    <a:pt x="889317" y="115690"/>
                  </a:lnTo>
                  <a:lnTo>
                    <a:pt x="886278" y="115503"/>
                  </a:lnTo>
                  <a:lnTo>
                    <a:pt x="885111" y="115403"/>
                  </a:lnTo>
                  <a:lnTo>
                    <a:pt x="883945" y="115299"/>
                  </a:lnTo>
                  <a:lnTo>
                    <a:pt x="882778" y="115191"/>
                  </a:lnTo>
                  <a:lnTo>
                    <a:pt x="881614" y="115080"/>
                  </a:lnTo>
                  <a:lnTo>
                    <a:pt x="880449" y="114967"/>
                  </a:lnTo>
                  <a:lnTo>
                    <a:pt x="879285" y="114848"/>
                  </a:lnTo>
                  <a:lnTo>
                    <a:pt x="878121" y="114725"/>
                  </a:lnTo>
                  <a:lnTo>
                    <a:pt x="876956" y="114600"/>
                  </a:lnTo>
                  <a:lnTo>
                    <a:pt x="875793" y="114469"/>
                  </a:lnTo>
                  <a:lnTo>
                    <a:pt x="874631" y="114337"/>
                  </a:lnTo>
                  <a:lnTo>
                    <a:pt x="873466" y="114201"/>
                  </a:lnTo>
                  <a:lnTo>
                    <a:pt x="872306" y="114061"/>
                  </a:lnTo>
                  <a:lnTo>
                    <a:pt x="871143" y="113915"/>
                  </a:lnTo>
                  <a:lnTo>
                    <a:pt x="869982" y="113769"/>
                  </a:lnTo>
                  <a:lnTo>
                    <a:pt x="868822" y="113617"/>
                  </a:lnTo>
                  <a:lnTo>
                    <a:pt x="867661" y="113462"/>
                  </a:lnTo>
                  <a:lnTo>
                    <a:pt x="866500" y="113303"/>
                  </a:lnTo>
                  <a:lnTo>
                    <a:pt x="865341" y="113140"/>
                  </a:lnTo>
                  <a:lnTo>
                    <a:pt x="864182" y="112975"/>
                  </a:lnTo>
                  <a:lnTo>
                    <a:pt x="863026" y="112806"/>
                  </a:lnTo>
                  <a:lnTo>
                    <a:pt x="861867" y="112632"/>
                  </a:lnTo>
                  <a:lnTo>
                    <a:pt x="859804" y="112252"/>
                  </a:lnTo>
                  <a:lnTo>
                    <a:pt x="859450" y="112388"/>
                  </a:lnTo>
                  <a:lnTo>
                    <a:pt x="858783" y="112251"/>
                  </a:lnTo>
                  <a:lnTo>
                    <a:pt x="858748" y="112043"/>
                  </a:lnTo>
                  <a:lnTo>
                    <a:pt x="857753" y="111820"/>
                  </a:lnTo>
                  <a:lnTo>
                    <a:pt x="849568" y="109924"/>
                  </a:lnTo>
                  <a:lnTo>
                    <a:pt x="847612" y="109446"/>
                  </a:lnTo>
                  <a:lnTo>
                    <a:pt x="847419" y="110049"/>
                  </a:lnTo>
                  <a:lnTo>
                    <a:pt x="833152" y="105625"/>
                  </a:lnTo>
                  <a:lnTo>
                    <a:pt x="819657" y="100279"/>
                  </a:lnTo>
                  <a:lnTo>
                    <a:pt x="818982" y="99968"/>
                  </a:lnTo>
                  <a:lnTo>
                    <a:pt x="810060" y="95857"/>
                  </a:lnTo>
                  <a:lnTo>
                    <a:pt x="806666" y="94167"/>
                  </a:lnTo>
                  <a:lnTo>
                    <a:pt x="804335" y="92935"/>
                  </a:lnTo>
                  <a:lnTo>
                    <a:pt x="797832" y="89044"/>
                  </a:lnTo>
                  <a:lnTo>
                    <a:pt x="792273" y="85719"/>
                  </a:lnTo>
                  <a:lnTo>
                    <a:pt x="784880" y="80581"/>
                  </a:lnTo>
                  <a:lnTo>
                    <a:pt x="774939" y="73003"/>
                  </a:lnTo>
                  <a:lnTo>
                    <a:pt x="768827" y="68019"/>
                  </a:lnTo>
                  <a:lnTo>
                    <a:pt x="763251" y="63690"/>
                  </a:lnTo>
                  <a:lnTo>
                    <a:pt x="762648" y="63130"/>
                  </a:lnTo>
                  <a:lnTo>
                    <a:pt x="761566" y="64931"/>
                  </a:lnTo>
                  <a:lnTo>
                    <a:pt x="748135" y="87308"/>
                  </a:lnTo>
                  <a:lnTo>
                    <a:pt x="747053" y="89111"/>
                  </a:lnTo>
                  <a:lnTo>
                    <a:pt x="745973" y="90913"/>
                  </a:lnTo>
                  <a:lnTo>
                    <a:pt x="734114" y="102453"/>
                  </a:lnTo>
                  <a:lnTo>
                    <a:pt x="730492" y="104161"/>
                  </a:lnTo>
                  <a:lnTo>
                    <a:pt x="717978" y="110247"/>
                  </a:lnTo>
                  <a:lnTo>
                    <a:pt x="716582" y="110364"/>
                  </a:lnTo>
                  <a:lnTo>
                    <a:pt x="716503" y="109622"/>
                  </a:lnTo>
                  <a:lnTo>
                    <a:pt x="716474" y="109362"/>
                  </a:lnTo>
                  <a:lnTo>
                    <a:pt x="716196" y="105398"/>
                  </a:lnTo>
                  <a:lnTo>
                    <a:pt x="715714" y="98744"/>
                  </a:lnTo>
                  <a:lnTo>
                    <a:pt x="715611" y="97327"/>
                  </a:lnTo>
                  <a:lnTo>
                    <a:pt x="715551" y="96587"/>
                  </a:lnTo>
                  <a:lnTo>
                    <a:pt x="715352" y="94157"/>
                  </a:lnTo>
                  <a:lnTo>
                    <a:pt x="715303" y="93646"/>
                  </a:lnTo>
                  <a:lnTo>
                    <a:pt x="715158" y="92128"/>
                  </a:lnTo>
                  <a:lnTo>
                    <a:pt x="715160" y="91863"/>
                  </a:lnTo>
                  <a:lnTo>
                    <a:pt x="715032" y="90169"/>
                  </a:lnTo>
                  <a:lnTo>
                    <a:pt x="714918" y="89154"/>
                  </a:lnTo>
                  <a:lnTo>
                    <a:pt x="714761" y="87332"/>
                  </a:lnTo>
                  <a:lnTo>
                    <a:pt x="714699" y="86551"/>
                  </a:lnTo>
                  <a:lnTo>
                    <a:pt x="714571" y="84944"/>
                  </a:lnTo>
                  <a:lnTo>
                    <a:pt x="713253" y="85270"/>
                  </a:lnTo>
                  <a:lnTo>
                    <a:pt x="708168" y="86530"/>
                  </a:lnTo>
                  <a:lnTo>
                    <a:pt x="700293" y="88487"/>
                  </a:lnTo>
                  <a:lnTo>
                    <a:pt x="699862" y="88614"/>
                  </a:lnTo>
                  <a:lnTo>
                    <a:pt x="697907" y="89177"/>
                  </a:lnTo>
                  <a:lnTo>
                    <a:pt x="696752" y="89509"/>
                  </a:lnTo>
                  <a:lnTo>
                    <a:pt x="694348" y="90199"/>
                  </a:lnTo>
                  <a:lnTo>
                    <a:pt x="681629" y="93855"/>
                  </a:lnTo>
                  <a:lnTo>
                    <a:pt x="669871" y="97279"/>
                  </a:lnTo>
                  <a:lnTo>
                    <a:pt x="662977" y="97445"/>
                  </a:lnTo>
                  <a:lnTo>
                    <a:pt x="655871" y="97574"/>
                  </a:lnTo>
                  <a:lnTo>
                    <a:pt x="643321" y="102079"/>
                  </a:lnTo>
                  <a:lnTo>
                    <a:pt x="634736" y="105976"/>
                  </a:lnTo>
                  <a:lnTo>
                    <a:pt x="624711" y="110545"/>
                  </a:lnTo>
                  <a:lnTo>
                    <a:pt x="614297" y="104082"/>
                  </a:lnTo>
                  <a:lnTo>
                    <a:pt x="596449" y="92950"/>
                  </a:lnTo>
                  <a:lnTo>
                    <a:pt x="589834" y="89330"/>
                  </a:lnTo>
                  <a:lnTo>
                    <a:pt x="580751" y="84361"/>
                  </a:lnTo>
                  <a:lnTo>
                    <a:pt x="572523" y="79859"/>
                  </a:lnTo>
                  <a:lnTo>
                    <a:pt x="555139" y="70317"/>
                  </a:lnTo>
                  <a:lnTo>
                    <a:pt x="552738" y="70871"/>
                  </a:lnTo>
                  <a:lnTo>
                    <a:pt x="548449" y="68650"/>
                  </a:lnTo>
                  <a:lnTo>
                    <a:pt x="546079" y="67422"/>
                  </a:lnTo>
                  <a:lnTo>
                    <a:pt x="538059" y="63269"/>
                  </a:lnTo>
                  <a:lnTo>
                    <a:pt x="531900" y="60079"/>
                  </a:lnTo>
                  <a:lnTo>
                    <a:pt x="535128" y="59531"/>
                  </a:lnTo>
                  <a:lnTo>
                    <a:pt x="531162" y="57216"/>
                  </a:lnTo>
                  <a:lnTo>
                    <a:pt x="527527" y="55091"/>
                  </a:lnTo>
                  <a:lnTo>
                    <a:pt x="526024" y="54212"/>
                  </a:lnTo>
                  <a:lnTo>
                    <a:pt x="502634" y="41329"/>
                  </a:lnTo>
                  <a:lnTo>
                    <a:pt x="487701" y="33103"/>
                  </a:lnTo>
                  <a:lnTo>
                    <a:pt x="475602" y="26451"/>
                  </a:lnTo>
                  <a:lnTo>
                    <a:pt x="468744" y="18724"/>
                  </a:lnTo>
                  <a:lnTo>
                    <a:pt x="462232" y="11465"/>
                  </a:lnTo>
                  <a:lnTo>
                    <a:pt x="460825" y="9907"/>
                  </a:lnTo>
                  <a:lnTo>
                    <a:pt x="459168" y="11489"/>
                  </a:lnTo>
                  <a:lnTo>
                    <a:pt x="459013" y="11242"/>
                  </a:lnTo>
                  <a:close/>
                </a:path>
              </a:pathLst>
            </a:custGeom>
            <a:solidFill>
              <a:srgbClr val="F9A9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g27"/>
            <p:cNvSpPr/>
            <p:nvPr/>
          </p:nvSpPr>
          <p:spPr>
            <a:xfrm>
              <a:off x="1816781" y="2070628"/>
              <a:ext cx="1917636" cy="1637718"/>
            </a:xfrm>
            <a:custGeom>
              <a:avLst/>
              <a:gdLst/>
              <a:ahLst/>
              <a:cxnLst/>
              <a:rect l="0" t="0" r="0" b="0"/>
              <a:pathLst>
                <a:path w="1917636" h="1637718">
                  <a:moveTo>
                    <a:pt x="336942" y="724"/>
                  </a:moveTo>
                  <a:lnTo>
                    <a:pt x="332383" y="0"/>
                  </a:lnTo>
                  <a:lnTo>
                    <a:pt x="326040" y="1630"/>
                  </a:lnTo>
                  <a:lnTo>
                    <a:pt x="324432" y="2380"/>
                  </a:lnTo>
                  <a:lnTo>
                    <a:pt x="324114" y="3470"/>
                  </a:lnTo>
                  <a:lnTo>
                    <a:pt x="323869" y="3012"/>
                  </a:lnTo>
                  <a:lnTo>
                    <a:pt x="322492" y="3465"/>
                  </a:lnTo>
                  <a:lnTo>
                    <a:pt x="319590" y="4522"/>
                  </a:lnTo>
                  <a:lnTo>
                    <a:pt x="318786" y="5068"/>
                  </a:lnTo>
                  <a:lnTo>
                    <a:pt x="318015" y="5173"/>
                  </a:lnTo>
                  <a:lnTo>
                    <a:pt x="315987" y="6231"/>
                  </a:lnTo>
                  <a:lnTo>
                    <a:pt x="315580" y="6970"/>
                  </a:lnTo>
                  <a:lnTo>
                    <a:pt x="315605" y="8641"/>
                  </a:lnTo>
                  <a:lnTo>
                    <a:pt x="315171" y="9072"/>
                  </a:lnTo>
                  <a:lnTo>
                    <a:pt x="314129" y="9059"/>
                  </a:lnTo>
                  <a:lnTo>
                    <a:pt x="313426" y="9767"/>
                  </a:lnTo>
                  <a:lnTo>
                    <a:pt x="312614" y="9941"/>
                  </a:lnTo>
                  <a:lnTo>
                    <a:pt x="311849" y="10886"/>
                  </a:lnTo>
                  <a:lnTo>
                    <a:pt x="305719" y="13778"/>
                  </a:lnTo>
                  <a:lnTo>
                    <a:pt x="305480" y="14270"/>
                  </a:lnTo>
                  <a:lnTo>
                    <a:pt x="304799" y="14545"/>
                  </a:lnTo>
                  <a:lnTo>
                    <a:pt x="303475" y="16969"/>
                  </a:lnTo>
                  <a:lnTo>
                    <a:pt x="302395" y="17707"/>
                  </a:lnTo>
                  <a:lnTo>
                    <a:pt x="302036" y="18792"/>
                  </a:lnTo>
                  <a:lnTo>
                    <a:pt x="300456" y="19831"/>
                  </a:lnTo>
                  <a:lnTo>
                    <a:pt x="299417" y="21142"/>
                  </a:lnTo>
                  <a:lnTo>
                    <a:pt x="298022" y="21495"/>
                  </a:lnTo>
                  <a:lnTo>
                    <a:pt x="295214" y="23981"/>
                  </a:lnTo>
                  <a:lnTo>
                    <a:pt x="294570" y="25430"/>
                  </a:lnTo>
                  <a:lnTo>
                    <a:pt x="293096" y="27108"/>
                  </a:lnTo>
                  <a:lnTo>
                    <a:pt x="292595" y="27678"/>
                  </a:lnTo>
                  <a:lnTo>
                    <a:pt x="292647" y="28649"/>
                  </a:lnTo>
                  <a:lnTo>
                    <a:pt x="292111" y="30306"/>
                  </a:lnTo>
                  <a:lnTo>
                    <a:pt x="292490" y="32137"/>
                  </a:lnTo>
                  <a:lnTo>
                    <a:pt x="290642" y="35693"/>
                  </a:lnTo>
                  <a:lnTo>
                    <a:pt x="289851" y="38669"/>
                  </a:lnTo>
                  <a:lnTo>
                    <a:pt x="288548" y="38792"/>
                  </a:lnTo>
                  <a:lnTo>
                    <a:pt x="288122" y="40368"/>
                  </a:lnTo>
                  <a:lnTo>
                    <a:pt x="287196" y="40962"/>
                  </a:lnTo>
                  <a:lnTo>
                    <a:pt x="286053" y="41111"/>
                  </a:lnTo>
                  <a:lnTo>
                    <a:pt x="284134" y="42660"/>
                  </a:lnTo>
                  <a:lnTo>
                    <a:pt x="283142" y="45594"/>
                  </a:lnTo>
                  <a:lnTo>
                    <a:pt x="283078" y="46409"/>
                  </a:lnTo>
                  <a:lnTo>
                    <a:pt x="284223" y="48497"/>
                  </a:lnTo>
                  <a:lnTo>
                    <a:pt x="287883" y="52380"/>
                  </a:lnTo>
                  <a:lnTo>
                    <a:pt x="288223" y="54073"/>
                  </a:lnTo>
                  <a:lnTo>
                    <a:pt x="289669" y="55925"/>
                  </a:lnTo>
                  <a:lnTo>
                    <a:pt x="289699" y="57885"/>
                  </a:lnTo>
                  <a:lnTo>
                    <a:pt x="290551" y="59801"/>
                  </a:lnTo>
                  <a:lnTo>
                    <a:pt x="289894" y="62110"/>
                  </a:lnTo>
                  <a:lnTo>
                    <a:pt x="289766" y="62562"/>
                  </a:lnTo>
                  <a:lnTo>
                    <a:pt x="290428" y="65759"/>
                  </a:lnTo>
                  <a:lnTo>
                    <a:pt x="290306" y="68052"/>
                  </a:lnTo>
                  <a:lnTo>
                    <a:pt x="289736" y="70718"/>
                  </a:lnTo>
                  <a:lnTo>
                    <a:pt x="290216" y="72700"/>
                  </a:lnTo>
                  <a:lnTo>
                    <a:pt x="290304" y="76126"/>
                  </a:lnTo>
                  <a:lnTo>
                    <a:pt x="289513" y="77690"/>
                  </a:lnTo>
                  <a:lnTo>
                    <a:pt x="289360" y="78503"/>
                  </a:lnTo>
                  <a:lnTo>
                    <a:pt x="287712" y="80974"/>
                  </a:lnTo>
                  <a:lnTo>
                    <a:pt x="287721" y="82096"/>
                  </a:lnTo>
                  <a:lnTo>
                    <a:pt x="290264" y="87398"/>
                  </a:lnTo>
                  <a:lnTo>
                    <a:pt x="290185" y="87922"/>
                  </a:lnTo>
                  <a:lnTo>
                    <a:pt x="288499" y="89267"/>
                  </a:lnTo>
                  <a:lnTo>
                    <a:pt x="286665" y="89113"/>
                  </a:lnTo>
                  <a:lnTo>
                    <a:pt x="286027" y="89667"/>
                  </a:lnTo>
                  <a:lnTo>
                    <a:pt x="286012" y="92239"/>
                  </a:lnTo>
                  <a:lnTo>
                    <a:pt x="286498" y="93863"/>
                  </a:lnTo>
                  <a:lnTo>
                    <a:pt x="284776" y="97919"/>
                  </a:lnTo>
                  <a:lnTo>
                    <a:pt x="284176" y="99825"/>
                  </a:lnTo>
                  <a:lnTo>
                    <a:pt x="281003" y="103637"/>
                  </a:lnTo>
                  <a:lnTo>
                    <a:pt x="279920" y="105130"/>
                  </a:lnTo>
                  <a:lnTo>
                    <a:pt x="277529" y="106031"/>
                  </a:lnTo>
                  <a:lnTo>
                    <a:pt x="276747" y="108730"/>
                  </a:lnTo>
                  <a:lnTo>
                    <a:pt x="276984" y="109772"/>
                  </a:lnTo>
                  <a:lnTo>
                    <a:pt x="278718" y="109792"/>
                  </a:lnTo>
                  <a:lnTo>
                    <a:pt x="279779" y="110069"/>
                  </a:lnTo>
                  <a:lnTo>
                    <a:pt x="280060" y="110495"/>
                  </a:lnTo>
                  <a:lnTo>
                    <a:pt x="279803" y="112714"/>
                  </a:lnTo>
                  <a:lnTo>
                    <a:pt x="277994" y="113982"/>
                  </a:lnTo>
                  <a:lnTo>
                    <a:pt x="276710" y="115797"/>
                  </a:lnTo>
                  <a:lnTo>
                    <a:pt x="278390" y="117475"/>
                  </a:lnTo>
                  <a:lnTo>
                    <a:pt x="278069" y="119470"/>
                  </a:lnTo>
                  <a:lnTo>
                    <a:pt x="279423" y="121706"/>
                  </a:lnTo>
                  <a:lnTo>
                    <a:pt x="279970" y="127009"/>
                  </a:lnTo>
                  <a:lnTo>
                    <a:pt x="278901" y="132256"/>
                  </a:lnTo>
                  <a:lnTo>
                    <a:pt x="278702" y="135954"/>
                  </a:lnTo>
                  <a:lnTo>
                    <a:pt x="278803" y="140422"/>
                  </a:lnTo>
                  <a:lnTo>
                    <a:pt x="280458" y="141444"/>
                  </a:lnTo>
                  <a:lnTo>
                    <a:pt x="281632" y="142750"/>
                  </a:lnTo>
                  <a:lnTo>
                    <a:pt x="284327" y="143826"/>
                  </a:lnTo>
                  <a:lnTo>
                    <a:pt x="285298" y="144648"/>
                  </a:lnTo>
                  <a:lnTo>
                    <a:pt x="285717" y="145525"/>
                  </a:lnTo>
                  <a:lnTo>
                    <a:pt x="284654" y="148278"/>
                  </a:lnTo>
                  <a:lnTo>
                    <a:pt x="285209" y="149803"/>
                  </a:lnTo>
                  <a:lnTo>
                    <a:pt x="286264" y="151853"/>
                  </a:lnTo>
                  <a:lnTo>
                    <a:pt x="286951" y="154104"/>
                  </a:lnTo>
                  <a:lnTo>
                    <a:pt x="288490" y="156358"/>
                  </a:lnTo>
                  <a:lnTo>
                    <a:pt x="289096" y="157712"/>
                  </a:lnTo>
                  <a:lnTo>
                    <a:pt x="291058" y="162099"/>
                  </a:lnTo>
                  <a:lnTo>
                    <a:pt x="290080" y="165569"/>
                  </a:lnTo>
                  <a:lnTo>
                    <a:pt x="290452" y="169033"/>
                  </a:lnTo>
                  <a:lnTo>
                    <a:pt x="289253" y="170844"/>
                  </a:lnTo>
                  <a:lnTo>
                    <a:pt x="283985" y="171323"/>
                  </a:lnTo>
                  <a:lnTo>
                    <a:pt x="282583" y="170226"/>
                  </a:lnTo>
                  <a:lnTo>
                    <a:pt x="279590" y="170059"/>
                  </a:lnTo>
                  <a:lnTo>
                    <a:pt x="278031" y="171016"/>
                  </a:lnTo>
                  <a:lnTo>
                    <a:pt x="277685" y="172965"/>
                  </a:lnTo>
                  <a:lnTo>
                    <a:pt x="278729" y="176577"/>
                  </a:lnTo>
                  <a:lnTo>
                    <a:pt x="277936" y="179287"/>
                  </a:lnTo>
                  <a:lnTo>
                    <a:pt x="267629" y="182709"/>
                  </a:lnTo>
                  <a:lnTo>
                    <a:pt x="266180" y="186371"/>
                  </a:lnTo>
                  <a:lnTo>
                    <a:pt x="264526" y="187353"/>
                  </a:lnTo>
                  <a:lnTo>
                    <a:pt x="259598" y="187277"/>
                  </a:lnTo>
                  <a:lnTo>
                    <a:pt x="258301" y="188212"/>
                  </a:lnTo>
                  <a:lnTo>
                    <a:pt x="257290" y="189365"/>
                  </a:lnTo>
                  <a:lnTo>
                    <a:pt x="256970" y="192040"/>
                  </a:lnTo>
                  <a:lnTo>
                    <a:pt x="255558" y="193660"/>
                  </a:lnTo>
                  <a:lnTo>
                    <a:pt x="251291" y="196790"/>
                  </a:lnTo>
                  <a:lnTo>
                    <a:pt x="250589" y="198199"/>
                  </a:lnTo>
                  <a:lnTo>
                    <a:pt x="250270" y="202260"/>
                  </a:lnTo>
                  <a:lnTo>
                    <a:pt x="247990" y="203056"/>
                  </a:lnTo>
                  <a:lnTo>
                    <a:pt x="241105" y="203225"/>
                  </a:lnTo>
                  <a:lnTo>
                    <a:pt x="239386" y="204247"/>
                  </a:lnTo>
                  <a:lnTo>
                    <a:pt x="238629" y="208840"/>
                  </a:lnTo>
                  <a:lnTo>
                    <a:pt x="236753" y="211852"/>
                  </a:lnTo>
                  <a:lnTo>
                    <a:pt x="233448" y="213327"/>
                  </a:lnTo>
                  <a:lnTo>
                    <a:pt x="229513" y="212727"/>
                  </a:lnTo>
                  <a:lnTo>
                    <a:pt x="228541" y="213137"/>
                  </a:lnTo>
                  <a:lnTo>
                    <a:pt x="227794" y="213563"/>
                  </a:lnTo>
                  <a:lnTo>
                    <a:pt x="227526" y="214846"/>
                  </a:lnTo>
                  <a:lnTo>
                    <a:pt x="225659" y="217324"/>
                  </a:lnTo>
                  <a:lnTo>
                    <a:pt x="223791" y="218574"/>
                  </a:lnTo>
                  <a:lnTo>
                    <a:pt x="219433" y="219491"/>
                  </a:lnTo>
                  <a:lnTo>
                    <a:pt x="217183" y="219945"/>
                  </a:lnTo>
                  <a:lnTo>
                    <a:pt x="215463" y="221874"/>
                  </a:lnTo>
                  <a:lnTo>
                    <a:pt x="213459" y="226893"/>
                  </a:lnTo>
                  <a:lnTo>
                    <a:pt x="212826" y="227918"/>
                  </a:lnTo>
                  <a:lnTo>
                    <a:pt x="210660" y="227167"/>
                  </a:lnTo>
                  <a:lnTo>
                    <a:pt x="208626" y="228707"/>
                  </a:lnTo>
                  <a:lnTo>
                    <a:pt x="208552" y="231369"/>
                  </a:lnTo>
                  <a:lnTo>
                    <a:pt x="208177" y="234997"/>
                  </a:lnTo>
                  <a:lnTo>
                    <a:pt x="206687" y="237055"/>
                  </a:lnTo>
                  <a:lnTo>
                    <a:pt x="204825" y="238346"/>
                  </a:lnTo>
                  <a:lnTo>
                    <a:pt x="203175" y="238919"/>
                  </a:lnTo>
                  <a:lnTo>
                    <a:pt x="201720" y="239221"/>
                  </a:lnTo>
                  <a:lnTo>
                    <a:pt x="199786" y="241922"/>
                  </a:lnTo>
                  <a:lnTo>
                    <a:pt x="196230" y="246918"/>
                  </a:lnTo>
                  <a:lnTo>
                    <a:pt x="194283" y="251313"/>
                  </a:lnTo>
                  <a:lnTo>
                    <a:pt x="194596" y="253478"/>
                  </a:lnTo>
                  <a:lnTo>
                    <a:pt x="194719" y="254333"/>
                  </a:lnTo>
                  <a:lnTo>
                    <a:pt x="194809" y="255400"/>
                  </a:lnTo>
                  <a:lnTo>
                    <a:pt x="194870" y="256661"/>
                  </a:lnTo>
                  <a:lnTo>
                    <a:pt x="194920" y="257885"/>
                  </a:lnTo>
                  <a:lnTo>
                    <a:pt x="192510" y="259893"/>
                  </a:lnTo>
                  <a:lnTo>
                    <a:pt x="192137" y="262703"/>
                  </a:lnTo>
                  <a:lnTo>
                    <a:pt x="190779" y="264145"/>
                  </a:lnTo>
                  <a:lnTo>
                    <a:pt x="189444" y="264570"/>
                  </a:lnTo>
                  <a:lnTo>
                    <a:pt x="187682" y="265835"/>
                  </a:lnTo>
                  <a:lnTo>
                    <a:pt x="187117" y="267700"/>
                  </a:lnTo>
                  <a:lnTo>
                    <a:pt x="184627" y="269452"/>
                  </a:lnTo>
                  <a:lnTo>
                    <a:pt x="183391" y="270592"/>
                  </a:lnTo>
                  <a:lnTo>
                    <a:pt x="182140" y="272646"/>
                  </a:lnTo>
                  <a:lnTo>
                    <a:pt x="181231" y="278770"/>
                  </a:lnTo>
                  <a:lnTo>
                    <a:pt x="179367" y="281748"/>
                  </a:lnTo>
                  <a:lnTo>
                    <a:pt x="177144" y="283307"/>
                  </a:lnTo>
                  <a:lnTo>
                    <a:pt x="174633" y="285040"/>
                  </a:lnTo>
                  <a:lnTo>
                    <a:pt x="174317" y="285438"/>
                  </a:lnTo>
                  <a:lnTo>
                    <a:pt x="171738" y="288693"/>
                  </a:lnTo>
                  <a:lnTo>
                    <a:pt x="169088" y="290380"/>
                  </a:lnTo>
                  <a:lnTo>
                    <a:pt x="165823" y="294610"/>
                  </a:lnTo>
                  <a:lnTo>
                    <a:pt x="165021" y="295510"/>
                  </a:lnTo>
                  <a:lnTo>
                    <a:pt x="163462" y="297211"/>
                  </a:lnTo>
                  <a:lnTo>
                    <a:pt x="162461" y="298654"/>
                  </a:lnTo>
                  <a:lnTo>
                    <a:pt x="161763" y="299510"/>
                  </a:lnTo>
                  <a:lnTo>
                    <a:pt x="160557" y="300409"/>
                  </a:lnTo>
                  <a:lnTo>
                    <a:pt x="160017" y="302035"/>
                  </a:lnTo>
                  <a:lnTo>
                    <a:pt x="157920" y="303850"/>
                  </a:lnTo>
                  <a:lnTo>
                    <a:pt x="157124" y="305899"/>
                  </a:lnTo>
                  <a:lnTo>
                    <a:pt x="156661" y="307032"/>
                  </a:lnTo>
                  <a:lnTo>
                    <a:pt x="155424" y="309652"/>
                  </a:lnTo>
                  <a:lnTo>
                    <a:pt x="153572" y="314026"/>
                  </a:lnTo>
                  <a:lnTo>
                    <a:pt x="153108" y="316572"/>
                  </a:lnTo>
                  <a:lnTo>
                    <a:pt x="154788" y="320700"/>
                  </a:lnTo>
                  <a:lnTo>
                    <a:pt x="154446" y="323577"/>
                  </a:lnTo>
                  <a:lnTo>
                    <a:pt x="153495" y="329471"/>
                  </a:lnTo>
                  <a:lnTo>
                    <a:pt x="153207" y="330239"/>
                  </a:lnTo>
                  <a:lnTo>
                    <a:pt x="152486" y="333634"/>
                  </a:lnTo>
                  <a:lnTo>
                    <a:pt x="152544" y="335766"/>
                  </a:lnTo>
                  <a:lnTo>
                    <a:pt x="152846" y="337428"/>
                  </a:lnTo>
                  <a:lnTo>
                    <a:pt x="154261" y="339533"/>
                  </a:lnTo>
                  <a:lnTo>
                    <a:pt x="154852" y="340390"/>
                  </a:lnTo>
                  <a:lnTo>
                    <a:pt x="154961" y="341199"/>
                  </a:lnTo>
                  <a:lnTo>
                    <a:pt x="154520" y="342039"/>
                  </a:lnTo>
                  <a:lnTo>
                    <a:pt x="152489" y="344651"/>
                  </a:lnTo>
                  <a:lnTo>
                    <a:pt x="153118" y="346528"/>
                  </a:lnTo>
                  <a:lnTo>
                    <a:pt x="154579" y="349275"/>
                  </a:lnTo>
                  <a:lnTo>
                    <a:pt x="155241" y="350160"/>
                  </a:lnTo>
                  <a:lnTo>
                    <a:pt x="157189" y="351933"/>
                  </a:lnTo>
                  <a:lnTo>
                    <a:pt x="157355" y="352084"/>
                  </a:lnTo>
                  <a:lnTo>
                    <a:pt x="156864" y="353171"/>
                  </a:lnTo>
                  <a:lnTo>
                    <a:pt x="155784" y="355561"/>
                  </a:lnTo>
                  <a:lnTo>
                    <a:pt x="153030" y="361998"/>
                  </a:lnTo>
                  <a:lnTo>
                    <a:pt x="152220" y="364163"/>
                  </a:lnTo>
                  <a:lnTo>
                    <a:pt x="150761" y="368573"/>
                  </a:lnTo>
                  <a:lnTo>
                    <a:pt x="150254" y="369955"/>
                  </a:lnTo>
                  <a:lnTo>
                    <a:pt x="149709" y="372233"/>
                  </a:lnTo>
                  <a:lnTo>
                    <a:pt x="148751" y="374042"/>
                  </a:lnTo>
                  <a:lnTo>
                    <a:pt x="148175" y="376398"/>
                  </a:lnTo>
                  <a:lnTo>
                    <a:pt x="147384" y="378685"/>
                  </a:lnTo>
                  <a:lnTo>
                    <a:pt x="145275" y="383015"/>
                  </a:lnTo>
                  <a:lnTo>
                    <a:pt x="144260" y="385931"/>
                  </a:lnTo>
                  <a:lnTo>
                    <a:pt x="143845" y="388324"/>
                  </a:lnTo>
                  <a:lnTo>
                    <a:pt x="143727" y="389532"/>
                  </a:lnTo>
                  <a:lnTo>
                    <a:pt x="143795" y="390381"/>
                  </a:lnTo>
                  <a:lnTo>
                    <a:pt x="143840" y="390943"/>
                  </a:lnTo>
                  <a:lnTo>
                    <a:pt x="143859" y="391179"/>
                  </a:lnTo>
                  <a:lnTo>
                    <a:pt x="143883" y="391490"/>
                  </a:lnTo>
                  <a:lnTo>
                    <a:pt x="143621" y="392200"/>
                  </a:lnTo>
                  <a:lnTo>
                    <a:pt x="142598" y="394965"/>
                  </a:lnTo>
                  <a:lnTo>
                    <a:pt x="139943" y="399927"/>
                  </a:lnTo>
                  <a:lnTo>
                    <a:pt x="139156" y="400382"/>
                  </a:lnTo>
                  <a:lnTo>
                    <a:pt x="138318" y="400819"/>
                  </a:lnTo>
                  <a:lnTo>
                    <a:pt x="137567" y="401331"/>
                  </a:lnTo>
                  <a:lnTo>
                    <a:pt x="136254" y="403137"/>
                  </a:lnTo>
                  <a:lnTo>
                    <a:pt x="135179" y="405280"/>
                  </a:lnTo>
                  <a:lnTo>
                    <a:pt x="134480" y="408777"/>
                  </a:lnTo>
                  <a:lnTo>
                    <a:pt x="133851" y="411277"/>
                  </a:lnTo>
                  <a:lnTo>
                    <a:pt x="133573" y="412698"/>
                  </a:lnTo>
                  <a:lnTo>
                    <a:pt x="133113" y="413619"/>
                  </a:lnTo>
                  <a:lnTo>
                    <a:pt x="132677" y="414042"/>
                  </a:lnTo>
                  <a:lnTo>
                    <a:pt x="131342" y="414960"/>
                  </a:lnTo>
                  <a:lnTo>
                    <a:pt x="129652" y="415675"/>
                  </a:lnTo>
                  <a:lnTo>
                    <a:pt x="128063" y="416584"/>
                  </a:lnTo>
                  <a:lnTo>
                    <a:pt x="126351" y="417948"/>
                  </a:lnTo>
                  <a:lnTo>
                    <a:pt x="125266" y="419266"/>
                  </a:lnTo>
                  <a:lnTo>
                    <a:pt x="124148" y="421178"/>
                  </a:lnTo>
                  <a:lnTo>
                    <a:pt x="123326" y="423235"/>
                  </a:lnTo>
                  <a:lnTo>
                    <a:pt x="121963" y="427586"/>
                  </a:lnTo>
                  <a:lnTo>
                    <a:pt x="121328" y="430830"/>
                  </a:lnTo>
                  <a:lnTo>
                    <a:pt x="120567" y="435099"/>
                  </a:lnTo>
                  <a:lnTo>
                    <a:pt x="119589" y="439056"/>
                  </a:lnTo>
                  <a:lnTo>
                    <a:pt x="118893" y="442911"/>
                  </a:lnTo>
                  <a:lnTo>
                    <a:pt x="118618" y="444819"/>
                  </a:lnTo>
                  <a:lnTo>
                    <a:pt x="118625" y="445784"/>
                  </a:lnTo>
                  <a:lnTo>
                    <a:pt x="118744" y="447345"/>
                  </a:lnTo>
                  <a:lnTo>
                    <a:pt x="119149" y="448912"/>
                  </a:lnTo>
                  <a:lnTo>
                    <a:pt x="120566" y="450089"/>
                  </a:lnTo>
                  <a:lnTo>
                    <a:pt x="121456" y="450856"/>
                  </a:lnTo>
                  <a:lnTo>
                    <a:pt x="122785" y="451639"/>
                  </a:lnTo>
                  <a:lnTo>
                    <a:pt x="121121" y="458124"/>
                  </a:lnTo>
                  <a:lnTo>
                    <a:pt x="120600" y="463255"/>
                  </a:lnTo>
                  <a:lnTo>
                    <a:pt x="121237" y="465045"/>
                  </a:lnTo>
                  <a:lnTo>
                    <a:pt x="122140" y="467755"/>
                  </a:lnTo>
                  <a:lnTo>
                    <a:pt x="123107" y="469766"/>
                  </a:lnTo>
                  <a:lnTo>
                    <a:pt x="123442" y="470443"/>
                  </a:lnTo>
                  <a:lnTo>
                    <a:pt x="123587" y="470619"/>
                  </a:lnTo>
                  <a:lnTo>
                    <a:pt x="127845" y="472501"/>
                  </a:lnTo>
                  <a:lnTo>
                    <a:pt x="131916" y="474939"/>
                  </a:lnTo>
                  <a:lnTo>
                    <a:pt x="131412" y="476042"/>
                  </a:lnTo>
                  <a:lnTo>
                    <a:pt x="131106" y="477323"/>
                  </a:lnTo>
                  <a:lnTo>
                    <a:pt x="130244" y="479449"/>
                  </a:lnTo>
                  <a:lnTo>
                    <a:pt x="128804" y="480582"/>
                  </a:lnTo>
                  <a:lnTo>
                    <a:pt x="126436" y="481904"/>
                  </a:lnTo>
                  <a:lnTo>
                    <a:pt x="124330" y="484411"/>
                  </a:lnTo>
                  <a:lnTo>
                    <a:pt x="123376" y="485546"/>
                  </a:lnTo>
                  <a:lnTo>
                    <a:pt x="125573" y="488607"/>
                  </a:lnTo>
                  <a:lnTo>
                    <a:pt x="126295" y="489309"/>
                  </a:lnTo>
                  <a:lnTo>
                    <a:pt x="127209" y="491567"/>
                  </a:lnTo>
                  <a:lnTo>
                    <a:pt x="126496" y="492540"/>
                  </a:lnTo>
                  <a:lnTo>
                    <a:pt x="123596" y="492138"/>
                  </a:lnTo>
                  <a:lnTo>
                    <a:pt x="122816" y="494994"/>
                  </a:lnTo>
                  <a:lnTo>
                    <a:pt x="122697" y="496981"/>
                  </a:lnTo>
                  <a:lnTo>
                    <a:pt x="122995" y="499022"/>
                  </a:lnTo>
                  <a:lnTo>
                    <a:pt x="123776" y="500811"/>
                  </a:lnTo>
                  <a:lnTo>
                    <a:pt x="126469" y="501502"/>
                  </a:lnTo>
                  <a:lnTo>
                    <a:pt x="129878" y="500147"/>
                  </a:lnTo>
                  <a:lnTo>
                    <a:pt x="131432" y="500362"/>
                  </a:lnTo>
                  <a:lnTo>
                    <a:pt x="131683" y="500806"/>
                  </a:lnTo>
                  <a:lnTo>
                    <a:pt x="131937" y="504101"/>
                  </a:lnTo>
                  <a:lnTo>
                    <a:pt x="131760" y="505278"/>
                  </a:lnTo>
                  <a:lnTo>
                    <a:pt x="131439" y="505961"/>
                  </a:lnTo>
                  <a:lnTo>
                    <a:pt x="130718" y="508031"/>
                  </a:lnTo>
                  <a:lnTo>
                    <a:pt x="130516" y="509171"/>
                  </a:lnTo>
                  <a:lnTo>
                    <a:pt x="130841" y="515906"/>
                  </a:lnTo>
                  <a:lnTo>
                    <a:pt x="129142" y="521883"/>
                  </a:lnTo>
                  <a:lnTo>
                    <a:pt x="127254" y="525085"/>
                  </a:lnTo>
                  <a:lnTo>
                    <a:pt x="125826" y="528705"/>
                  </a:lnTo>
                  <a:lnTo>
                    <a:pt x="124768" y="532047"/>
                  </a:lnTo>
                  <a:lnTo>
                    <a:pt x="124408" y="535379"/>
                  </a:lnTo>
                  <a:lnTo>
                    <a:pt x="124145" y="538358"/>
                  </a:lnTo>
                  <a:lnTo>
                    <a:pt x="124758" y="540409"/>
                  </a:lnTo>
                  <a:lnTo>
                    <a:pt x="125955" y="544416"/>
                  </a:lnTo>
                  <a:lnTo>
                    <a:pt x="128293" y="545880"/>
                  </a:lnTo>
                  <a:lnTo>
                    <a:pt x="129330" y="547444"/>
                  </a:lnTo>
                  <a:lnTo>
                    <a:pt x="129366" y="548186"/>
                  </a:lnTo>
                  <a:lnTo>
                    <a:pt x="128141" y="548905"/>
                  </a:lnTo>
                  <a:lnTo>
                    <a:pt x="127853" y="550149"/>
                  </a:lnTo>
                  <a:lnTo>
                    <a:pt x="125364" y="554813"/>
                  </a:lnTo>
                  <a:lnTo>
                    <a:pt x="126982" y="556397"/>
                  </a:lnTo>
                  <a:lnTo>
                    <a:pt x="127652" y="558067"/>
                  </a:lnTo>
                  <a:lnTo>
                    <a:pt x="127496" y="560031"/>
                  </a:lnTo>
                  <a:lnTo>
                    <a:pt x="126795" y="561835"/>
                  </a:lnTo>
                  <a:lnTo>
                    <a:pt x="126538" y="563197"/>
                  </a:lnTo>
                  <a:lnTo>
                    <a:pt x="126114" y="564681"/>
                  </a:lnTo>
                  <a:lnTo>
                    <a:pt x="124873" y="566108"/>
                  </a:lnTo>
                  <a:lnTo>
                    <a:pt x="122919" y="568534"/>
                  </a:lnTo>
                  <a:lnTo>
                    <a:pt x="121861" y="570687"/>
                  </a:lnTo>
                  <a:lnTo>
                    <a:pt x="121116" y="571916"/>
                  </a:lnTo>
                  <a:lnTo>
                    <a:pt x="118878" y="574494"/>
                  </a:lnTo>
                  <a:lnTo>
                    <a:pt x="118268" y="575839"/>
                  </a:lnTo>
                  <a:lnTo>
                    <a:pt x="117865" y="577427"/>
                  </a:lnTo>
                  <a:lnTo>
                    <a:pt x="118407" y="578801"/>
                  </a:lnTo>
                  <a:lnTo>
                    <a:pt x="118312" y="579740"/>
                  </a:lnTo>
                  <a:lnTo>
                    <a:pt x="117277" y="581059"/>
                  </a:lnTo>
                  <a:lnTo>
                    <a:pt x="116343" y="581518"/>
                  </a:lnTo>
                  <a:lnTo>
                    <a:pt x="111931" y="581809"/>
                  </a:lnTo>
                  <a:lnTo>
                    <a:pt x="111252" y="581827"/>
                  </a:lnTo>
                  <a:lnTo>
                    <a:pt x="109385" y="581343"/>
                  </a:lnTo>
                  <a:lnTo>
                    <a:pt x="107719" y="581802"/>
                  </a:lnTo>
                  <a:lnTo>
                    <a:pt x="106274" y="582200"/>
                  </a:lnTo>
                  <a:lnTo>
                    <a:pt x="105125" y="582845"/>
                  </a:lnTo>
                  <a:lnTo>
                    <a:pt x="104688" y="583090"/>
                  </a:lnTo>
                  <a:lnTo>
                    <a:pt x="104059" y="583443"/>
                  </a:lnTo>
                  <a:lnTo>
                    <a:pt x="103868" y="584745"/>
                  </a:lnTo>
                  <a:lnTo>
                    <a:pt x="104176" y="585256"/>
                  </a:lnTo>
                  <a:lnTo>
                    <a:pt x="104559" y="585891"/>
                  </a:lnTo>
                  <a:lnTo>
                    <a:pt x="106142" y="585402"/>
                  </a:lnTo>
                  <a:lnTo>
                    <a:pt x="108010" y="584824"/>
                  </a:lnTo>
                  <a:lnTo>
                    <a:pt x="109925" y="585707"/>
                  </a:lnTo>
                  <a:lnTo>
                    <a:pt x="110202" y="585835"/>
                  </a:lnTo>
                  <a:lnTo>
                    <a:pt x="110569" y="587561"/>
                  </a:lnTo>
                  <a:lnTo>
                    <a:pt x="110777" y="588767"/>
                  </a:lnTo>
                  <a:lnTo>
                    <a:pt x="110566" y="589943"/>
                  </a:lnTo>
                  <a:lnTo>
                    <a:pt x="108606" y="592318"/>
                  </a:lnTo>
                  <a:lnTo>
                    <a:pt x="107653" y="593353"/>
                  </a:lnTo>
                  <a:lnTo>
                    <a:pt x="113637" y="597637"/>
                  </a:lnTo>
                  <a:lnTo>
                    <a:pt x="116183" y="598049"/>
                  </a:lnTo>
                  <a:lnTo>
                    <a:pt x="118804" y="599172"/>
                  </a:lnTo>
                  <a:lnTo>
                    <a:pt x="119779" y="599807"/>
                  </a:lnTo>
                  <a:lnTo>
                    <a:pt x="119967" y="600528"/>
                  </a:lnTo>
                  <a:lnTo>
                    <a:pt x="119126" y="603531"/>
                  </a:lnTo>
                  <a:lnTo>
                    <a:pt x="117360" y="608187"/>
                  </a:lnTo>
                  <a:lnTo>
                    <a:pt x="116849" y="610885"/>
                  </a:lnTo>
                  <a:lnTo>
                    <a:pt x="115797" y="615717"/>
                  </a:lnTo>
                  <a:lnTo>
                    <a:pt x="112547" y="618580"/>
                  </a:lnTo>
                  <a:lnTo>
                    <a:pt x="111705" y="621082"/>
                  </a:lnTo>
                  <a:lnTo>
                    <a:pt x="110847" y="623329"/>
                  </a:lnTo>
                  <a:lnTo>
                    <a:pt x="110844" y="626571"/>
                  </a:lnTo>
                  <a:lnTo>
                    <a:pt x="111165" y="627326"/>
                  </a:lnTo>
                  <a:lnTo>
                    <a:pt x="111751" y="627440"/>
                  </a:lnTo>
                  <a:lnTo>
                    <a:pt x="112499" y="626899"/>
                  </a:lnTo>
                  <a:lnTo>
                    <a:pt x="113455" y="627094"/>
                  </a:lnTo>
                  <a:lnTo>
                    <a:pt x="113942" y="627495"/>
                  </a:lnTo>
                  <a:lnTo>
                    <a:pt x="113562" y="628251"/>
                  </a:lnTo>
                  <a:lnTo>
                    <a:pt x="113721" y="629843"/>
                  </a:lnTo>
                  <a:lnTo>
                    <a:pt x="114851" y="631547"/>
                  </a:lnTo>
                  <a:lnTo>
                    <a:pt x="116019" y="634141"/>
                  </a:lnTo>
                  <a:lnTo>
                    <a:pt x="116446" y="634868"/>
                  </a:lnTo>
                  <a:lnTo>
                    <a:pt x="116790" y="635510"/>
                  </a:lnTo>
                  <a:lnTo>
                    <a:pt x="116969" y="635283"/>
                  </a:lnTo>
                  <a:lnTo>
                    <a:pt x="117458" y="634660"/>
                  </a:lnTo>
                  <a:lnTo>
                    <a:pt x="118856" y="632879"/>
                  </a:lnTo>
                  <a:lnTo>
                    <a:pt x="120415" y="632966"/>
                  </a:lnTo>
                  <a:lnTo>
                    <a:pt x="120280" y="633571"/>
                  </a:lnTo>
                  <a:lnTo>
                    <a:pt x="118718" y="636021"/>
                  </a:lnTo>
                  <a:lnTo>
                    <a:pt x="118118" y="636961"/>
                  </a:lnTo>
                  <a:lnTo>
                    <a:pt x="117885" y="637327"/>
                  </a:lnTo>
                  <a:lnTo>
                    <a:pt x="118366" y="637827"/>
                  </a:lnTo>
                  <a:lnTo>
                    <a:pt x="119515" y="639513"/>
                  </a:lnTo>
                  <a:lnTo>
                    <a:pt x="119823" y="640205"/>
                  </a:lnTo>
                  <a:lnTo>
                    <a:pt x="120161" y="643537"/>
                  </a:lnTo>
                  <a:lnTo>
                    <a:pt x="120091" y="646896"/>
                  </a:lnTo>
                  <a:lnTo>
                    <a:pt x="120298" y="648255"/>
                  </a:lnTo>
                  <a:lnTo>
                    <a:pt x="119996" y="650793"/>
                  </a:lnTo>
                  <a:lnTo>
                    <a:pt x="119343" y="654834"/>
                  </a:lnTo>
                  <a:lnTo>
                    <a:pt x="119943" y="655231"/>
                  </a:lnTo>
                  <a:lnTo>
                    <a:pt x="120504" y="655557"/>
                  </a:lnTo>
                  <a:lnTo>
                    <a:pt x="121489" y="656125"/>
                  </a:lnTo>
                  <a:lnTo>
                    <a:pt x="123621" y="657402"/>
                  </a:lnTo>
                  <a:lnTo>
                    <a:pt x="125727" y="658704"/>
                  </a:lnTo>
                  <a:lnTo>
                    <a:pt x="141396" y="668396"/>
                  </a:lnTo>
                  <a:lnTo>
                    <a:pt x="144057" y="670012"/>
                  </a:lnTo>
                  <a:lnTo>
                    <a:pt x="148737" y="672856"/>
                  </a:lnTo>
                  <a:lnTo>
                    <a:pt x="152798" y="675369"/>
                  </a:lnTo>
                  <a:lnTo>
                    <a:pt x="159660" y="680456"/>
                  </a:lnTo>
                  <a:lnTo>
                    <a:pt x="170617" y="688543"/>
                  </a:lnTo>
                  <a:lnTo>
                    <a:pt x="175049" y="692000"/>
                  </a:lnTo>
                  <a:lnTo>
                    <a:pt x="180741" y="696440"/>
                  </a:lnTo>
                  <a:lnTo>
                    <a:pt x="182663" y="696691"/>
                  </a:lnTo>
                  <a:lnTo>
                    <a:pt x="182536" y="697907"/>
                  </a:lnTo>
                  <a:lnTo>
                    <a:pt x="185437" y="698288"/>
                  </a:lnTo>
                  <a:lnTo>
                    <a:pt x="188230" y="700062"/>
                  </a:lnTo>
                  <a:lnTo>
                    <a:pt x="190926" y="701487"/>
                  </a:lnTo>
                  <a:lnTo>
                    <a:pt x="195097" y="703762"/>
                  </a:lnTo>
                  <a:lnTo>
                    <a:pt x="197349" y="705248"/>
                  </a:lnTo>
                  <a:lnTo>
                    <a:pt x="198481" y="705999"/>
                  </a:lnTo>
                  <a:lnTo>
                    <a:pt x="203136" y="708694"/>
                  </a:lnTo>
                  <a:lnTo>
                    <a:pt x="203754" y="709051"/>
                  </a:lnTo>
                  <a:lnTo>
                    <a:pt x="203416" y="709551"/>
                  </a:lnTo>
                  <a:lnTo>
                    <a:pt x="204033" y="710070"/>
                  </a:lnTo>
                  <a:lnTo>
                    <a:pt x="203080" y="712270"/>
                  </a:lnTo>
                  <a:lnTo>
                    <a:pt x="200807" y="712453"/>
                  </a:lnTo>
                  <a:lnTo>
                    <a:pt x="198785" y="711305"/>
                  </a:lnTo>
                  <a:lnTo>
                    <a:pt x="196168" y="710201"/>
                  </a:lnTo>
                  <a:lnTo>
                    <a:pt x="194833" y="710145"/>
                  </a:lnTo>
                  <a:lnTo>
                    <a:pt x="193514" y="710890"/>
                  </a:lnTo>
                  <a:lnTo>
                    <a:pt x="191386" y="713227"/>
                  </a:lnTo>
                  <a:lnTo>
                    <a:pt x="189472" y="714366"/>
                  </a:lnTo>
                  <a:lnTo>
                    <a:pt x="187868" y="715838"/>
                  </a:lnTo>
                  <a:lnTo>
                    <a:pt x="186742" y="717745"/>
                  </a:lnTo>
                  <a:lnTo>
                    <a:pt x="186129" y="717515"/>
                  </a:lnTo>
                  <a:lnTo>
                    <a:pt x="185605" y="718993"/>
                  </a:lnTo>
                  <a:lnTo>
                    <a:pt x="194365" y="731378"/>
                  </a:lnTo>
                  <a:lnTo>
                    <a:pt x="197166" y="744789"/>
                  </a:lnTo>
                  <a:lnTo>
                    <a:pt x="197354" y="757385"/>
                  </a:lnTo>
                  <a:lnTo>
                    <a:pt x="195817" y="755830"/>
                  </a:lnTo>
                  <a:lnTo>
                    <a:pt x="192843" y="752821"/>
                  </a:lnTo>
                  <a:lnTo>
                    <a:pt x="186997" y="746907"/>
                  </a:lnTo>
                  <a:lnTo>
                    <a:pt x="186262" y="746164"/>
                  </a:lnTo>
                  <a:lnTo>
                    <a:pt x="184114" y="742285"/>
                  </a:lnTo>
                  <a:lnTo>
                    <a:pt x="183429" y="741076"/>
                  </a:lnTo>
                  <a:lnTo>
                    <a:pt x="182146" y="738841"/>
                  </a:lnTo>
                  <a:lnTo>
                    <a:pt x="181957" y="738510"/>
                  </a:lnTo>
                  <a:lnTo>
                    <a:pt x="181423" y="737578"/>
                  </a:lnTo>
                  <a:lnTo>
                    <a:pt x="180329" y="735674"/>
                  </a:lnTo>
                  <a:lnTo>
                    <a:pt x="179918" y="734958"/>
                  </a:lnTo>
                  <a:lnTo>
                    <a:pt x="178592" y="732606"/>
                  </a:lnTo>
                  <a:lnTo>
                    <a:pt x="177041" y="732055"/>
                  </a:lnTo>
                  <a:lnTo>
                    <a:pt x="175120" y="731663"/>
                  </a:lnTo>
                  <a:lnTo>
                    <a:pt x="174419" y="731520"/>
                  </a:lnTo>
                  <a:lnTo>
                    <a:pt x="171453" y="730916"/>
                  </a:lnTo>
                  <a:lnTo>
                    <a:pt x="169516" y="730532"/>
                  </a:lnTo>
                  <a:lnTo>
                    <a:pt x="166974" y="730029"/>
                  </a:lnTo>
                  <a:lnTo>
                    <a:pt x="163710" y="729914"/>
                  </a:lnTo>
                  <a:lnTo>
                    <a:pt x="162225" y="731542"/>
                  </a:lnTo>
                  <a:lnTo>
                    <a:pt x="161110" y="732862"/>
                  </a:lnTo>
                  <a:lnTo>
                    <a:pt x="158946" y="738741"/>
                  </a:lnTo>
                  <a:lnTo>
                    <a:pt x="157849" y="739891"/>
                  </a:lnTo>
                  <a:lnTo>
                    <a:pt x="153662" y="741904"/>
                  </a:lnTo>
                  <a:lnTo>
                    <a:pt x="150377" y="745007"/>
                  </a:lnTo>
                  <a:lnTo>
                    <a:pt x="148996" y="744865"/>
                  </a:lnTo>
                  <a:lnTo>
                    <a:pt x="147774" y="745821"/>
                  </a:lnTo>
                  <a:lnTo>
                    <a:pt x="145966" y="746606"/>
                  </a:lnTo>
                  <a:lnTo>
                    <a:pt x="145092" y="748021"/>
                  </a:lnTo>
                  <a:lnTo>
                    <a:pt x="143643" y="747421"/>
                  </a:lnTo>
                  <a:lnTo>
                    <a:pt x="139304" y="750831"/>
                  </a:lnTo>
                  <a:lnTo>
                    <a:pt x="135704" y="754696"/>
                  </a:lnTo>
                  <a:lnTo>
                    <a:pt x="131921" y="756470"/>
                  </a:lnTo>
                  <a:lnTo>
                    <a:pt x="131850" y="759426"/>
                  </a:lnTo>
                  <a:lnTo>
                    <a:pt x="129693" y="760036"/>
                  </a:lnTo>
                  <a:lnTo>
                    <a:pt x="127723" y="762219"/>
                  </a:lnTo>
                  <a:lnTo>
                    <a:pt x="126232" y="763199"/>
                  </a:lnTo>
                  <a:lnTo>
                    <a:pt x="124620" y="765510"/>
                  </a:lnTo>
                  <a:lnTo>
                    <a:pt x="123736" y="768248"/>
                  </a:lnTo>
                  <a:lnTo>
                    <a:pt x="123945" y="769020"/>
                  </a:lnTo>
                  <a:lnTo>
                    <a:pt x="121271" y="772286"/>
                  </a:lnTo>
                  <a:lnTo>
                    <a:pt x="120510" y="774057"/>
                  </a:lnTo>
                  <a:lnTo>
                    <a:pt x="119930" y="777302"/>
                  </a:lnTo>
                  <a:lnTo>
                    <a:pt x="119959" y="779291"/>
                  </a:lnTo>
                  <a:lnTo>
                    <a:pt x="118287" y="781397"/>
                  </a:lnTo>
                  <a:lnTo>
                    <a:pt x="118079" y="782686"/>
                  </a:lnTo>
                  <a:lnTo>
                    <a:pt x="117762" y="783220"/>
                  </a:lnTo>
                  <a:lnTo>
                    <a:pt x="116653" y="783471"/>
                  </a:lnTo>
                  <a:lnTo>
                    <a:pt x="114520" y="786748"/>
                  </a:lnTo>
                  <a:lnTo>
                    <a:pt x="113812" y="788468"/>
                  </a:lnTo>
                  <a:lnTo>
                    <a:pt x="111354" y="787326"/>
                  </a:lnTo>
                  <a:lnTo>
                    <a:pt x="107018" y="790428"/>
                  </a:lnTo>
                  <a:lnTo>
                    <a:pt x="105813" y="791267"/>
                  </a:lnTo>
                  <a:lnTo>
                    <a:pt x="102633" y="796264"/>
                  </a:lnTo>
                  <a:lnTo>
                    <a:pt x="102035" y="797544"/>
                  </a:lnTo>
                  <a:lnTo>
                    <a:pt x="101116" y="799609"/>
                  </a:lnTo>
                  <a:lnTo>
                    <a:pt x="99916" y="800443"/>
                  </a:lnTo>
                  <a:lnTo>
                    <a:pt x="99655" y="801428"/>
                  </a:lnTo>
                  <a:lnTo>
                    <a:pt x="99216" y="803073"/>
                  </a:lnTo>
                  <a:lnTo>
                    <a:pt x="97799" y="805122"/>
                  </a:lnTo>
                  <a:lnTo>
                    <a:pt x="96032" y="806481"/>
                  </a:lnTo>
                  <a:lnTo>
                    <a:pt x="90042" y="811733"/>
                  </a:lnTo>
                  <a:lnTo>
                    <a:pt x="87336" y="812369"/>
                  </a:lnTo>
                  <a:lnTo>
                    <a:pt x="84880" y="814171"/>
                  </a:lnTo>
                  <a:lnTo>
                    <a:pt x="82364" y="814558"/>
                  </a:lnTo>
                  <a:lnTo>
                    <a:pt x="81527" y="815592"/>
                  </a:lnTo>
                  <a:lnTo>
                    <a:pt x="81531" y="817485"/>
                  </a:lnTo>
                  <a:lnTo>
                    <a:pt x="79644" y="817641"/>
                  </a:lnTo>
                  <a:lnTo>
                    <a:pt x="78558" y="818427"/>
                  </a:lnTo>
                  <a:lnTo>
                    <a:pt x="78275" y="820594"/>
                  </a:lnTo>
                  <a:lnTo>
                    <a:pt x="74599" y="821724"/>
                  </a:lnTo>
                  <a:lnTo>
                    <a:pt x="74213" y="824497"/>
                  </a:lnTo>
                  <a:lnTo>
                    <a:pt x="71736" y="823916"/>
                  </a:lnTo>
                  <a:lnTo>
                    <a:pt x="68908" y="826457"/>
                  </a:lnTo>
                  <a:lnTo>
                    <a:pt x="68112" y="826354"/>
                  </a:lnTo>
                  <a:lnTo>
                    <a:pt x="64579" y="825892"/>
                  </a:lnTo>
                  <a:lnTo>
                    <a:pt x="64061" y="826159"/>
                  </a:lnTo>
                  <a:lnTo>
                    <a:pt x="62065" y="827331"/>
                  </a:lnTo>
                  <a:lnTo>
                    <a:pt x="60366" y="828355"/>
                  </a:lnTo>
                  <a:lnTo>
                    <a:pt x="59793" y="828696"/>
                  </a:lnTo>
                  <a:lnTo>
                    <a:pt x="57571" y="831345"/>
                  </a:lnTo>
                  <a:lnTo>
                    <a:pt x="56906" y="831400"/>
                  </a:lnTo>
                  <a:lnTo>
                    <a:pt x="56143" y="831342"/>
                  </a:lnTo>
                  <a:lnTo>
                    <a:pt x="54481" y="829735"/>
                  </a:lnTo>
                  <a:lnTo>
                    <a:pt x="53204" y="829833"/>
                  </a:lnTo>
                  <a:lnTo>
                    <a:pt x="48225" y="831990"/>
                  </a:lnTo>
                  <a:lnTo>
                    <a:pt x="48254" y="832223"/>
                  </a:lnTo>
                  <a:lnTo>
                    <a:pt x="48316" y="832716"/>
                  </a:lnTo>
                  <a:lnTo>
                    <a:pt x="47440" y="832603"/>
                  </a:lnTo>
                  <a:lnTo>
                    <a:pt x="45339" y="832334"/>
                  </a:lnTo>
                  <a:lnTo>
                    <a:pt x="43012" y="831966"/>
                  </a:lnTo>
                  <a:lnTo>
                    <a:pt x="40101" y="831054"/>
                  </a:lnTo>
                  <a:lnTo>
                    <a:pt x="38861" y="831458"/>
                  </a:lnTo>
                  <a:lnTo>
                    <a:pt x="38017" y="831733"/>
                  </a:lnTo>
                  <a:lnTo>
                    <a:pt x="36652" y="831670"/>
                  </a:lnTo>
                  <a:lnTo>
                    <a:pt x="36161" y="831550"/>
                  </a:lnTo>
                  <a:lnTo>
                    <a:pt x="35502" y="831388"/>
                  </a:lnTo>
                  <a:lnTo>
                    <a:pt x="34857" y="831669"/>
                  </a:lnTo>
                  <a:lnTo>
                    <a:pt x="34366" y="831883"/>
                  </a:lnTo>
                  <a:lnTo>
                    <a:pt x="32810" y="832563"/>
                  </a:lnTo>
                  <a:lnTo>
                    <a:pt x="31490" y="834353"/>
                  </a:lnTo>
                  <a:lnTo>
                    <a:pt x="29463" y="835963"/>
                  </a:lnTo>
                  <a:lnTo>
                    <a:pt x="28814" y="836582"/>
                  </a:lnTo>
                  <a:lnTo>
                    <a:pt x="27598" y="837615"/>
                  </a:lnTo>
                  <a:lnTo>
                    <a:pt x="23189" y="840083"/>
                  </a:lnTo>
                  <a:lnTo>
                    <a:pt x="20106" y="841150"/>
                  </a:lnTo>
                  <a:lnTo>
                    <a:pt x="18377" y="842252"/>
                  </a:lnTo>
                  <a:lnTo>
                    <a:pt x="17509" y="842780"/>
                  </a:lnTo>
                  <a:lnTo>
                    <a:pt x="16955" y="843514"/>
                  </a:lnTo>
                  <a:lnTo>
                    <a:pt x="15395" y="845583"/>
                  </a:lnTo>
                  <a:lnTo>
                    <a:pt x="12783" y="848678"/>
                  </a:lnTo>
                  <a:lnTo>
                    <a:pt x="12256" y="849253"/>
                  </a:lnTo>
                  <a:lnTo>
                    <a:pt x="12062" y="850529"/>
                  </a:lnTo>
                  <a:lnTo>
                    <a:pt x="9975" y="853714"/>
                  </a:lnTo>
                  <a:lnTo>
                    <a:pt x="7419" y="854995"/>
                  </a:lnTo>
                  <a:lnTo>
                    <a:pt x="4971" y="857950"/>
                  </a:lnTo>
                  <a:lnTo>
                    <a:pt x="4060" y="859032"/>
                  </a:lnTo>
                  <a:lnTo>
                    <a:pt x="3164" y="861846"/>
                  </a:lnTo>
                  <a:lnTo>
                    <a:pt x="0" y="871740"/>
                  </a:lnTo>
                  <a:lnTo>
                    <a:pt x="2201" y="873668"/>
                  </a:lnTo>
                  <a:lnTo>
                    <a:pt x="4793" y="875961"/>
                  </a:lnTo>
                  <a:lnTo>
                    <a:pt x="5406" y="875516"/>
                  </a:lnTo>
                  <a:lnTo>
                    <a:pt x="11943" y="870764"/>
                  </a:lnTo>
                  <a:lnTo>
                    <a:pt x="12859" y="870108"/>
                  </a:lnTo>
                  <a:lnTo>
                    <a:pt x="20652" y="870841"/>
                  </a:lnTo>
                  <a:lnTo>
                    <a:pt x="20934" y="870838"/>
                  </a:lnTo>
                  <a:lnTo>
                    <a:pt x="37553" y="869953"/>
                  </a:lnTo>
                  <a:lnTo>
                    <a:pt x="44656" y="870934"/>
                  </a:lnTo>
                  <a:lnTo>
                    <a:pt x="48146" y="871409"/>
                  </a:lnTo>
                  <a:lnTo>
                    <a:pt x="52534" y="872100"/>
                  </a:lnTo>
                  <a:lnTo>
                    <a:pt x="56222" y="872680"/>
                  </a:lnTo>
                  <a:lnTo>
                    <a:pt x="56893" y="872786"/>
                  </a:lnTo>
                  <a:lnTo>
                    <a:pt x="61102" y="873374"/>
                  </a:lnTo>
                  <a:lnTo>
                    <a:pt x="66220" y="874091"/>
                  </a:lnTo>
                  <a:lnTo>
                    <a:pt x="68074" y="874349"/>
                  </a:lnTo>
                  <a:lnTo>
                    <a:pt x="71202" y="873443"/>
                  </a:lnTo>
                  <a:lnTo>
                    <a:pt x="76143" y="872009"/>
                  </a:lnTo>
                  <a:lnTo>
                    <a:pt x="80314" y="870800"/>
                  </a:lnTo>
                  <a:lnTo>
                    <a:pt x="83599" y="869848"/>
                  </a:lnTo>
                  <a:lnTo>
                    <a:pt x="86811" y="868916"/>
                  </a:lnTo>
                  <a:lnTo>
                    <a:pt x="90026" y="867985"/>
                  </a:lnTo>
                  <a:lnTo>
                    <a:pt x="94789" y="866605"/>
                  </a:lnTo>
                  <a:lnTo>
                    <a:pt x="95330" y="866447"/>
                  </a:lnTo>
                  <a:lnTo>
                    <a:pt x="99962" y="865847"/>
                  </a:lnTo>
                  <a:lnTo>
                    <a:pt x="103080" y="865444"/>
                  </a:lnTo>
                  <a:lnTo>
                    <a:pt x="104840" y="865632"/>
                  </a:lnTo>
                  <a:lnTo>
                    <a:pt x="109920" y="866171"/>
                  </a:lnTo>
                  <a:lnTo>
                    <a:pt x="114681" y="866678"/>
                  </a:lnTo>
                  <a:lnTo>
                    <a:pt x="117023" y="866926"/>
                  </a:lnTo>
                  <a:lnTo>
                    <a:pt x="119478" y="866899"/>
                  </a:lnTo>
                  <a:lnTo>
                    <a:pt x="124088" y="866848"/>
                  </a:lnTo>
                  <a:lnTo>
                    <a:pt x="124271" y="866875"/>
                  </a:lnTo>
                  <a:lnTo>
                    <a:pt x="128869" y="867516"/>
                  </a:lnTo>
                  <a:lnTo>
                    <a:pt x="131195" y="867841"/>
                  </a:lnTo>
                  <a:lnTo>
                    <a:pt x="139209" y="867528"/>
                  </a:lnTo>
                  <a:lnTo>
                    <a:pt x="148910" y="867950"/>
                  </a:lnTo>
                  <a:lnTo>
                    <a:pt x="149295" y="867966"/>
                  </a:lnTo>
                  <a:lnTo>
                    <a:pt x="155062" y="868216"/>
                  </a:lnTo>
                  <a:lnTo>
                    <a:pt x="154822" y="868881"/>
                  </a:lnTo>
                  <a:lnTo>
                    <a:pt x="166917" y="873919"/>
                  </a:lnTo>
                  <a:lnTo>
                    <a:pt x="170616" y="875111"/>
                  </a:lnTo>
                  <a:lnTo>
                    <a:pt x="175382" y="877201"/>
                  </a:lnTo>
                  <a:lnTo>
                    <a:pt x="178509" y="878573"/>
                  </a:lnTo>
                  <a:lnTo>
                    <a:pt x="185824" y="889917"/>
                  </a:lnTo>
                  <a:lnTo>
                    <a:pt x="185015" y="901444"/>
                  </a:lnTo>
                  <a:lnTo>
                    <a:pt x="176982" y="910005"/>
                  </a:lnTo>
                  <a:lnTo>
                    <a:pt x="175443" y="910754"/>
                  </a:lnTo>
                  <a:lnTo>
                    <a:pt x="174985" y="910976"/>
                  </a:lnTo>
                  <a:lnTo>
                    <a:pt x="173960" y="911036"/>
                  </a:lnTo>
                  <a:lnTo>
                    <a:pt x="170783" y="912496"/>
                  </a:lnTo>
                  <a:lnTo>
                    <a:pt x="168595" y="914041"/>
                  </a:lnTo>
                  <a:lnTo>
                    <a:pt x="166111" y="917925"/>
                  </a:lnTo>
                  <a:lnTo>
                    <a:pt x="163692" y="920341"/>
                  </a:lnTo>
                  <a:lnTo>
                    <a:pt x="162567" y="922744"/>
                  </a:lnTo>
                  <a:lnTo>
                    <a:pt x="161233" y="925596"/>
                  </a:lnTo>
                  <a:lnTo>
                    <a:pt x="156089" y="929638"/>
                  </a:lnTo>
                  <a:lnTo>
                    <a:pt x="154433" y="931861"/>
                  </a:lnTo>
                  <a:lnTo>
                    <a:pt x="150890" y="935521"/>
                  </a:lnTo>
                  <a:lnTo>
                    <a:pt x="143163" y="942816"/>
                  </a:lnTo>
                  <a:lnTo>
                    <a:pt x="139959" y="949038"/>
                  </a:lnTo>
                  <a:lnTo>
                    <a:pt x="139825" y="949353"/>
                  </a:lnTo>
                  <a:lnTo>
                    <a:pt x="141020" y="952036"/>
                  </a:lnTo>
                  <a:lnTo>
                    <a:pt x="145758" y="960475"/>
                  </a:lnTo>
                  <a:lnTo>
                    <a:pt x="146135" y="962319"/>
                  </a:lnTo>
                  <a:lnTo>
                    <a:pt x="146259" y="965787"/>
                  </a:lnTo>
                  <a:lnTo>
                    <a:pt x="149102" y="968216"/>
                  </a:lnTo>
                  <a:lnTo>
                    <a:pt x="150215" y="970954"/>
                  </a:lnTo>
                  <a:lnTo>
                    <a:pt x="151484" y="971797"/>
                  </a:lnTo>
                  <a:lnTo>
                    <a:pt x="156554" y="983074"/>
                  </a:lnTo>
                  <a:lnTo>
                    <a:pt x="156283" y="987914"/>
                  </a:lnTo>
                  <a:lnTo>
                    <a:pt x="158783" y="993837"/>
                  </a:lnTo>
                  <a:lnTo>
                    <a:pt x="156771" y="996666"/>
                  </a:lnTo>
                  <a:lnTo>
                    <a:pt x="158533" y="1000168"/>
                  </a:lnTo>
                  <a:lnTo>
                    <a:pt x="157764" y="1002567"/>
                  </a:lnTo>
                  <a:lnTo>
                    <a:pt x="155303" y="1002726"/>
                  </a:lnTo>
                  <a:lnTo>
                    <a:pt x="155064" y="1005654"/>
                  </a:lnTo>
                  <a:lnTo>
                    <a:pt x="154790" y="1006848"/>
                  </a:lnTo>
                  <a:lnTo>
                    <a:pt x="156279" y="1009191"/>
                  </a:lnTo>
                  <a:lnTo>
                    <a:pt x="158327" y="1014505"/>
                  </a:lnTo>
                  <a:lnTo>
                    <a:pt x="159069" y="1015142"/>
                  </a:lnTo>
                  <a:lnTo>
                    <a:pt x="160230" y="1016996"/>
                  </a:lnTo>
                  <a:lnTo>
                    <a:pt x="161985" y="1018347"/>
                  </a:lnTo>
                  <a:lnTo>
                    <a:pt x="162413" y="1018677"/>
                  </a:lnTo>
                  <a:lnTo>
                    <a:pt x="163023" y="1020519"/>
                  </a:lnTo>
                  <a:lnTo>
                    <a:pt x="163942" y="1021634"/>
                  </a:lnTo>
                  <a:lnTo>
                    <a:pt x="165134" y="1022211"/>
                  </a:lnTo>
                  <a:lnTo>
                    <a:pt x="165572" y="1023124"/>
                  </a:lnTo>
                  <a:lnTo>
                    <a:pt x="165082" y="1025125"/>
                  </a:lnTo>
                  <a:lnTo>
                    <a:pt x="163828" y="1027347"/>
                  </a:lnTo>
                  <a:lnTo>
                    <a:pt x="163610" y="1027992"/>
                  </a:lnTo>
                  <a:lnTo>
                    <a:pt x="164334" y="1028714"/>
                  </a:lnTo>
                  <a:lnTo>
                    <a:pt x="167139" y="1029244"/>
                  </a:lnTo>
                  <a:lnTo>
                    <a:pt x="168584" y="1030322"/>
                  </a:lnTo>
                  <a:lnTo>
                    <a:pt x="168592" y="1032495"/>
                  </a:lnTo>
                  <a:lnTo>
                    <a:pt x="169339" y="1036634"/>
                  </a:lnTo>
                  <a:lnTo>
                    <a:pt x="170820" y="1038945"/>
                  </a:lnTo>
                  <a:lnTo>
                    <a:pt x="172533" y="1039708"/>
                  </a:lnTo>
                  <a:lnTo>
                    <a:pt x="175691" y="1048970"/>
                  </a:lnTo>
                  <a:lnTo>
                    <a:pt x="176304" y="1050768"/>
                  </a:lnTo>
                  <a:lnTo>
                    <a:pt x="176741" y="1051710"/>
                  </a:lnTo>
                  <a:lnTo>
                    <a:pt x="177380" y="1054344"/>
                  </a:lnTo>
                  <a:lnTo>
                    <a:pt x="175950" y="1055350"/>
                  </a:lnTo>
                  <a:lnTo>
                    <a:pt x="177930" y="1056962"/>
                  </a:lnTo>
                  <a:lnTo>
                    <a:pt x="178077" y="1059461"/>
                  </a:lnTo>
                  <a:lnTo>
                    <a:pt x="178634" y="1061538"/>
                  </a:lnTo>
                  <a:lnTo>
                    <a:pt x="180128" y="1063708"/>
                  </a:lnTo>
                  <a:lnTo>
                    <a:pt x="182849" y="1065165"/>
                  </a:lnTo>
                  <a:lnTo>
                    <a:pt x="184329" y="1065893"/>
                  </a:lnTo>
                  <a:lnTo>
                    <a:pt x="186635" y="1067394"/>
                  </a:lnTo>
                  <a:lnTo>
                    <a:pt x="188129" y="1069785"/>
                  </a:lnTo>
                  <a:lnTo>
                    <a:pt x="189043" y="1072145"/>
                  </a:lnTo>
                  <a:lnTo>
                    <a:pt x="191175" y="1074691"/>
                  </a:lnTo>
                  <a:lnTo>
                    <a:pt x="192311" y="1074989"/>
                  </a:lnTo>
                  <a:lnTo>
                    <a:pt x="193210" y="1075224"/>
                  </a:lnTo>
                  <a:lnTo>
                    <a:pt x="194659" y="1075603"/>
                  </a:lnTo>
                  <a:lnTo>
                    <a:pt x="196879" y="1077681"/>
                  </a:lnTo>
                  <a:lnTo>
                    <a:pt x="198518" y="1078594"/>
                  </a:lnTo>
                  <a:lnTo>
                    <a:pt x="198726" y="1081104"/>
                  </a:lnTo>
                  <a:lnTo>
                    <a:pt x="199856" y="1081527"/>
                  </a:lnTo>
                  <a:lnTo>
                    <a:pt x="200365" y="1081717"/>
                  </a:lnTo>
                  <a:lnTo>
                    <a:pt x="202099" y="1082366"/>
                  </a:lnTo>
                  <a:lnTo>
                    <a:pt x="202734" y="1085120"/>
                  </a:lnTo>
                  <a:lnTo>
                    <a:pt x="204738" y="1086202"/>
                  </a:lnTo>
                  <a:lnTo>
                    <a:pt x="208128" y="1085954"/>
                  </a:lnTo>
                  <a:lnTo>
                    <a:pt x="208548" y="1087389"/>
                  </a:lnTo>
                  <a:lnTo>
                    <a:pt x="212280" y="1089503"/>
                  </a:lnTo>
                  <a:lnTo>
                    <a:pt x="213076" y="1089176"/>
                  </a:lnTo>
                  <a:lnTo>
                    <a:pt x="214970" y="1088398"/>
                  </a:lnTo>
                  <a:lnTo>
                    <a:pt x="215813" y="1088860"/>
                  </a:lnTo>
                  <a:lnTo>
                    <a:pt x="215465" y="1089715"/>
                  </a:lnTo>
                  <a:lnTo>
                    <a:pt x="215496" y="1090826"/>
                  </a:lnTo>
                  <a:lnTo>
                    <a:pt x="216252" y="1091388"/>
                  </a:lnTo>
                  <a:lnTo>
                    <a:pt x="219499" y="1092035"/>
                  </a:lnTo>
                  <a:lnTo>
                    <a:pt x="225596" y="1096135"/>
                  </a:lnTo>
                  <a:lnTo>
                    <a:pt x="227259" y="1096950"/>
                  </a:lnTo>
                  <a:lnTo>
                    <a:pt x="232011" y="1099246"/>
                  </a:lnTo>
                  <a:lnTo>
                    <a:pt x="233106" y="1099496"/>
                  </a:lnTo>
                  <a:lnTo>
                    <a:pt x="235799" y="1100777"/>
                  </a:lnTo>
                  <a:lnTo>
                    <a:pt x="237941" y="1100077"/>
                  </a:lnTo>
                  <a:lnTo>
                    <a:pt x="240980" y="1100762"/>
                  </a:lnTo>
                  <a:lnTo>
                    <a:pt x="241782" y="1101659"/>
                  </a:lnTo>
                  <a:lnTo>
                    <a:pt x="242237" y="1101522"/>
                  </a:lnTo>
                  <a:lnTo>
                    <a:pt x="245358" y="1100582"/>
                  </a:lnTo>
                  <a:lnTo>
                    <a:pt x="246380" y="1100624"/>
                  </a:lnTo>
                  <a:lnTo>
                    <a:pt x="248698" y="1100720"/>
                  </a:lnTo>
                  <a:lnTo>
                    <a:pt x="249035" y="1100732"/>
                  </a:lnTo>
                  <a:lnTo>
                    <a:pt x="252569" y="1100877"/>
                  </a:lnTo>
                  <a:lnTo>
                    <a:pt x="255411" y="1102209"/>
                  </a:lnTo>
                  <a:lnTo>
                    <a:pt x="259398" y="1102835"/>
                  </a:lnTo>
                  <a:lnTo>
                    <a:pt x="267418" y="1105035"/>
                  </a:lnTo>
                  <a:lnTo>
                    <a:pt x="271417" y="1105931"/>
                  </a:lnTo>
                  <a:lnTo>
                    <a:pt x="274461" y="1107176"/>
                  </a:lnTo>
                  <a:lnTo>
                    <a:pt x="277163" y="1108074"/>
                  </a:lnTo>
                  <a:lnTo>
                    <a:pt x="278882" y="1107979"/>
                  </a:lnTo>
                  <a:lnTo>
                    <a:pt x="279273" y="1107957"/>
                  </a:lnTo>
                  <a:lnTo>
                    <a:pt x="279850" y="1107616"/>
                  </a:lnTo>
                  <a:lnTo>
                    <a:pt x="281129" y="1107421"/>
                  </a:lnTo>
                  <a:lnTo>
                    <a:pt x="282074" y="1107658"/>
                  </a:lnTo>
                  <a:lnTo>
                    <a:pt x="284526" y="1110336"/>
                  </a:lnTo>
                  <a:lnTo>
                    <a:pt x="285090" y="1111075"/>
                  </a:lnTo>
                  <a:lnTo>
                    <a:pt x="285371" y="1111760"/>
                  </a:lnTo>
                  <a:lnTo>
                    <a:pt x="285431" y="1112356"/>
                  </a:lnTo>
                  <a:lnTo>
                    <a:pt x="285216" y="1113731"/>
                  </a:lnTo>
                  <a:lnTo>
                    <a:pt x="285322" y="1114427"/>
                  </a:lnTo>
                  <a:lnTo>
                    <a:pt x="285633" y="1115229"/>
                  </a:lnTo>
                  <a:lnTo>
                    <a:pt x="287479" y="1117500"/>
                  </a:lnTo>
                  <a:lnTo>
                    <a:pt x="288562" y="1118460"/>
                  </a:lnTo>
                  <a:lnTo>
                    <a:pt x="289286" y="1119736"/>
                  </a:lnTo>
                  <a:lnTo>
                    <a:pt x="289404" y="1120783"/>
                  </a:lnTo>
                  <a:lnTo>
                    <a:pt x="290775" y="1122062"/>
                  </a:lnTo>
                  <a:lnTo>
                    <a:pt x="294267" y="1123201"/>
                  </a:lnTo>
                  <a:lnTo>
                    <a:pt x="294950" y="1123638"/>
                  </a:lnTo>
                  <a:lnTo>
                    <a:pt x="296547" y="1124658"/>
                  </a:lnTo>
                  <a:lnTo>
                    <a:pt x="298328" y="1125137"/>
                  </a:lnTo>
                  <a:lnTo>
                    <a:pt x="299423" y="1124477"/>
                  </a:lnTo>
                  <a:lnTo>
                    <a:pt x="299986" y="1122606"/>
                  </a:lnTo>
                  <a:lnTo>
                    <a:pt x="300107" y="1122450"/>
                  </a:lnTo>
                  <a:lnTo>
                    <a:pt x="301352" y="1120839"/>
                  </a:lnTo>
                  <a:lnTo>
                    <a:pt x="301705" y="1120382"/>
                  </a:lnTo>
                  <a:lnTo>
                    <a:pt x="305346" y="1121565"/>
                  </a:lnTo>
                  <a:lnTo>
                    <a:pt x="308202" y="1122078"/>
                  </a:lnTo>
                  <a:lnTo>
                    <a:pt x="311106" y="1125460"/>
                  </a:lnTo>
                  <a:lnTo>
                    <a:pt x="315752" y="1126207"/>
                  </a:lnTo>
                  <a:lnTo>
                    <a:pt x="317477" y="1127260"/>
                  </a:lnTo>
                  <a:lnTo>
                    <a:pt x="318552" y="1127023"/>
                  </a:lnTo>
                  <a:lnTo>
                    <a:pt x="323645" y="1130568"/>
                  </a:lnTo>
                  <a:lnTo>
                    <a:pt x="325329" y="1131235"/>
                  </a:lnTo>
                  <a:lnTo>
                    <a:pt x="327614" y="1131141"/>
                  </a:lnTo>
                  <a:lnTo>
                    <a:pt x="329637" y="1131570"/>
                  </a:lnTo>
                  <a:lnTo>
                    <a:pt x="331050" y="1135711"/>
                  </a:lnTo>
                  <a:lnTo>
                    <a:pt x="332192" y="1135881"/>
                  </a:lnTo>
                  <a:lnTo>
                    <a:pt x="333040" y="1140346"/>
                  </a:lnTo>
                  <a:lnTo>
                    <a:pt x="334138" y="1141440"/>
                  </a:lnTo>
                  <a:lnTo>
                    <a:pt x="335458" y="1145568"/>
                  </a:lnTo>
                  <a:lnTo>
                    <a:pt x="337293" y="1149820"/>
                  </a:lnTo>
                  <a:lnTo>
                    <a:pt x="337366" y="1149987"/>
                  </a:lnTo>
                  <a:lnTo>
                    <a:pt x="339795" y="1152073"/>
                  </a:lnTo>
                  <a:lnTo>
                    <a:pt x="341763" y="1154218"/>
                  </a:lnTo>
                  <a:lnTo>
                    <a:pt x="342543" y="1155068"/>
                  </a:lnTo>
                  <a:lnTo>
                    <a:pt x="342766" y="1155311"/>
                  </a:lnTo>
                  <a:lnTo>
                    <a:pt x="343519" y="1156132"/>
                  </a:lnTo>
                  <a:lnTo>
                    <a:pt x="344565" y="1157703"/>
                  </a:lnTo>
                  <a:lnTo>
                    <a:pt x="345837" y="1159612"/>
                  </a:lnTo>
                  <a:lnTo>
                    <a:pt x="346265" y="1160253"/>
                  </a:lnTo>
                  <a:lnTo>
                    <a:pt x="346392" y="1160444"/>
                  </a:lnTo>
                  <a:lnTo>
                    <a:pt x="338160" y="1166049"/>
                  </a:lnTo>
                  <a:lnTo>
                    <a:pt x="331603" y="1171209"/>
                  </a:lnTo>
                  <a:lnTo>
                    <a:pt x="326097" y="1175946"/>
                  </a:lnTo>
                  <a:lnTo>
                    <a:pt x="324173" y="1177539"/>
                  </a:lnTo>
                  <a:lnTo>
                    <a:pt x="318274" y="1182441"/>
                  </a:lnTo>
                  <a:lnTo>
                    <a:pt x="316845" y="1183591"/>
                  </a:lnTo>
                  <a:lnTo>
                    <a:pt x="316753" y="1184163"/>
                  </a:lnTo>
                  <a:lnTo>
                    <a:pt x="316473" y="1185712"/>
                  </a:lnTo>
                  <a:lnTo>
                    <a:pt x="316187" y="1186607"/>
                  </a:lnTo>
                  <a:lnTo>
                    <a:pt x="312981" y="1192364"/>
                  </a:lnTo>
                  <a:lnTo>
                    <a:pt x="308708" y="1201119"/>
                  </a:lnTo>
                  <a:lnTo>
                    <a:pt x="306855" y="1204508"/>
                  </a:lnTo>
                  <a:lnTo>
                    <a:pt x="305762" y="1206344"/>
                  </a:lnTo>
                  <a:lnTo>
                    <a:pt x="303727" y="1209301"/>
                  </a:lnTo>
                  <a:lnTo>
                    <a:pt x="302707" y="1210783"/>
                  </a:lnTo>
                  <a:lnTo>
                    <a:pt x="299279" y="1215762"/>
                  </a:lnTo>
                  <a:lnTo>
                    <a:pt x="295056" y="1220157"/>
                  </a:lnTo>
                  <a:lnTo>
                    <a:pt x="293874" y="1221347"/>
                  </a:lnTo>
                  <a:lnTo>
                    <a:pt x="292523" y="1222706"/>
                  </a:lnTo>
                  <a:lnTo>
                    <a:pt x="286419" y="1228264"/>
                  </a:lnTo>
                  <a:lnTo>
                    <a:pt x="280725" y="1231788"/>
                  </a:lnTo>
                  <a:lnTo>
                    <a:pt x="278506" y="1232862"/>
                  </a:lnTo>
                  <a:lnTo>
                    <a:pt x="275145" y="1234398"/>
                  </a:lnTo>
                  <a:lnTo>
                    <a:pt x="271214" y="1235865"/>
                  </a:lnTo>
                  <a:lnTo>
                    <a:pt x="266420" y="1237279"/>
                  </a:lnTo>
                  <a:lnTo>
                    <a:pt x="264126" y="1237954"/>
                  </a:lnTo>
                  <a:lnTo>
                    <a:pt x="261108" y="1238580"/>
                  </a:lnTo>
                  <a:lnTo>
                    <a:pt x="259982" y="1238802"/>
                  </a:lnTo>
                  <a:lnTo>
                    <a:pt x="253866" y="1239186"/>
                  </a:lnTo>
                  <a:lnTo>
                    <a:pt x="250882" y="1238006"/>
                  </a:lnTo>
                  <a:lnTo>
                    <a:pt x="250276" y="1237767"/>
                  </a:lnTo>
                  <a:lnTo>
                    <a:pt x="249278" y="1237372"/>
                  </a:lnTo>
                  <a:lnTo>
                    <a:pt x="247620" y="1236717"/>
                  </a:lnTo>
                  <a:lnTo>
                    <a:pt x="247933" y="1237256"/>
                  </a:lnTo>
                  <a:lnTo>
                    <a:pt x="249191" y="1239421"/>
                  </a:lnTo>
                  <a:lnTo>
                    <a:pt x="250044" y="1240891"/>
                  </a:lnTo>
                  <a:lnTo>
                    <a:pt x="251269" y="1243000"/>
                  </a:lnTo>
                  <a:lnTo>
                    <a:pt x="252154" y="1244523"/>
                  </a:lnTo>
                  <a:lnTo>
                    <a:pt x="252113" y="1244718"/>
                  </a:lnTo>
                  <a:lnTo>
                    <a:pt x="252001" y="1245250"/>
                  </a:lnTo>
                  <a:lnTo>
                    <a:pt x="252556" y="1247895"/>
                  </a:lnTo>
                  <a:lnTo>
                    <a:pt x="255765" y="1255242"/>
                  </a:lnTo>
                  <a:lnTo>
                    <a:pt x="256225" y="1256111"/>
                  </a:lnTo>
                  <a:lnTo>
                    <a:pt x="257386" y="1258420"/>
                  </a:lnTo>
                  <a:lnTo>
                    <a:pt x="257491" y="1258651"/>
                  </a:lnTo>
                  <a:lnTo>
                    <a:pt x="255095" y="1259266"/>
                  </a:lnTo>
                  <a:lnTo>
                    <a:pt x="254042" y="1259536"/>
                  </a:lnTo>
                  <a:lnTo>
                    <a:pt x="252179" y="1260116"/>
                  </a:lnTo>
                  <a:lnTo>
                    <a:pt x="249710" y="1260870"/>
                  </a:lnTo>
                  <a:lnTo>
                    <a:pt x="248934" y="1261062"/>
                  </a:lnTo>
                  <a:lnTo>
                    <a:pt x="248097" y="1261270"/>
                  </a:lnTo>
                  <a:lnTo>
                    <a:pt x="247451" y="1261430"/>
                  </a:lnTo>
                  <a:lnTo>
                    <a:pt x="246895" y="1261585"/>
                  </a:lnTo>
                  <a:lnTo>
                    <a:pt x="242883" y="1262700"/>
                  </a:lnTo>
                  <a:lnTo>
                    <a:pt x="240815" y="1262951"/>
                  </a:lnTo>
                  <a:lnTo>
                    <a:pt x="238488" y="1263233"/>
                  </a:lnTo>
                  <a:lnTo>
                    <a:pt x="237443" y="1263142"/>
                  </a:lnTo>
                  <a:lnTo>
                    <a:pt x="238271" y="1267685"/>
                  </a:lnTo>
                  <a:lnTo>
                    <a:pt x="238603" y="1269510"/>
                  </a:lnTo>
                  <a:lnTo>
                    <a:pt x="239837" y="1272156"/>
                  </a:lnTo>
                  <a:lnTo>
                    <a:pt x="240071" y="1272660"/>
                  </a:lnTo>
                  <a:lnTo>
                    <a:pt x="240554" y="1273698"/>
                  </a:lnTo>
                  <a:lnTo>
                    <a:pt x="241499" y="1276672"/>
                  </a:lnTo>
                  <a:lnTo>
                    <a:pt x="242179" y="1278514"/>
                  </a:lnTo>
                  <a:lnTo>
                    <a:pt x="243118" y="1279629"/>
                  </a:lnTo>
                  <a:lnTo>
                    <a:pt x="243750" y="1280163"/>
                  </a:lnTo>
                  <a:lnTo>
                    <a:pt x="246707" y="1280968"/>
                  </a:lnTo>
                  <a:lnTo>
                    <a:pt x="247381" y="1281478"/>
                  </a:lnTo>
                  <a:lnTo>
                    <a:pt x="248098" y="1282643"/>
                  </a:lnTo>
                  <a:lnTo>
                    <a:pt x="248863" y="1283368"/>
                  </a:lnTo>
                  <a:lnTo>
                    <a:pt x="250002" y="1283955"/>
                  </a:lnTo>
                  <a:lnTo>
                    <a:pt x="251700" y="1286161"/>
                  </a:lnTo>
                  <a:lnTo>
                    <a:pt x="253817" y="1288275"/>
                  </a:lnTo>
                  <a:lnTo>
                    <a:pt x="254747" y="1289411"/>
                  </a:lnTo>
                  <a:lnTo>
                    <a:pt x="255927" y="1290723"/>
                  </a:lnTo>
                  <a:lnTo>
                    <a:pt x="257258" y="1292202"/>
                  </a:lnTo>
                  <a:lnTo>
                    <a:pt x="257708" y="1292653"/>
                  </a:lnTo>
                  <a:lnTo>
                    <a:pt x="262341" y="1295929"/>
                  </a:lnTo>
                  <a:lnTo>
                    <a:pt x="262770" y="1296233"/>
                  </a:lnTo>
                  <a:lnTo>
                    <a:pt x="265199" y="1297967"/>
                  </a:lnTo>
                  <a:lnTo>
                    <a:pt x="265997" y="1298503"/>
                  </a:lnTo>
                  <a:lnTo>
                    <a:pt x="266252" y="1298609"/>
                  </a:lnTo>
                  <a:lnTo>
                    <a:pt x="266616" y="1298746"/>
                  </a:lnTo>
                  <a:lnTo>
                    <a:pt x="269296" y="1299759"/>
                  </a:lnTo>
                  <a:lnTo>
                    <a:pt x="270319" y="1299654"/>
                  </a:lnTo>
                  <a:lnTo>
                    <a:pt x="271217" y="1299981"/>
                  </a:lnTo>
                  <a:lnTo>
                    <a:pt x="273470" y="1300990"/>
                  </a:lnTo>
                  <a:lnTo>
                    <a:pt x="274207" y="1301320"/>
                  </a:lnTo>
                  <a:lnTo>
                    <a:pt x="274734" y="1301595"/>
                  </a:lnTo>
                  <a:lnTo>
                    <a:pt x="276519" y="1302527"/>
                  </a:lnTo>
                  <a:lnTo>
                    <a:pt x="277308" y="1302587"/>
                  </a:lnTo>
                  <a:lnTo>
                    <a:pt x="277714" y="1302618"/>
                  </a:lnTo>
                  <a:lnTo>
                    <a:pt x="277971" y="1302647"/>
                  </a:lnTo>
                  <a:lnTo>
                    <a:pt x="280219" y="1304743"/>
                  </a:lnTo>
                  <a:lnTo>
                    <a:pt x="280651" y="1305319"/>
                  </a:lnTo>
                  <a:lnTo>
                    <a:pt x="280819" y="1305988"/>
                  </a:lnTo>
                  <a:lnTo>
                    <a:pt x="281661" y="1306207"/>
                  </a:lnTo>
                  <a:lnTo>
                    <a:pt x="281858" y="1306483"/>
                  </a:lnTo>
                  <a:lnTo>
                    <a:pt x="282062" y="1306756"/>
                  </a:lnTo>
                  <a:lnTo>
                    <a:pt x="282412" y="1307505"/>
                  </a:lnTo>
                  <a:lnTo>
                    <a:pt x="283661" y="1307736"/>
                  </a:lnTo>
                  <a:lnTo>
                    <a:pt x="284020" y="1308057"/>
                  </a:lnTo>
                  <a:lnTo>
                    <a:pt x="285167" y="1309309"/>
                  </a:lnTo>
                  <a:lnTo>
                    <a:pt x="286494" y="1310603"/>
                  </a:lnTo>
                  <a:lnTo>
                    <a:pt x="287900" y="1311750"/>
                  </a:lnTo>
                  <a:lnTo>
                    <a:pt x="289872" y="1312578"/>
                  </a:lnTo>
                  <a:lnTo>
                    <a:pt x="291072" y="1313244"/>
                  </a:lnTo>
                  <a:lnTo>
                    <a:pt x="291438" y="1313484"/>
                  </a:lnTo>
                  <a:lnTo>
                    <a:pt x="293619" y="1313740"/>
                  </a:lnTo>
                  <a:lnTo>
                    <a:pt x="295270" y="1313543"/>
                  </a:lnTo>
                  <a:lnTo>
                    <a:pt x="297084" y="1313327"/>
                  </a:lnTo>
                  <a:lnTo>
                    <a:pt x="301598" y="1312564"/>
                  </a:lnTo>
                  <a:lnTo>
                    <a:pt x="304194" y="1311896"/>
                  </a:lnTo>
                  <a:lnTo>
                    <a:pt x="305009" y="1311843"/>
                  </a:lnTo>
                  <a:lnTo>
                    <a:pt x="306273" y="1311857"/>
                  </a:lnTo>
                  <a:lnTo>
                    <a:pt x="307020" y="1312092"/>
                  </a:lnTo>
                  <a:lnTo>
                    <a:pt x="307421" y="1312262"/>
                  </a:lnTo>
                  <a:lnTo>
                    <a:pt x="312230" y="1314296"/>
                  </a:lnTo>
                  <a:lnTo>
                    <a:pt x="312881" y="1314571"/>
                  </a:lnTo>
                  <a:lnTo>
                    <a:pt x="313516" y="1314840"/>
                  </a:lnTo>
                  <a:lnTo>
                    <a:pt x="314387" y="1315209"/>
                  </a:lnTo>
                  <a:lnTo>
                    <a:pt x="314809" y="1315388"/>
                  </a:lnTo>
                  <a:lnTo>
                    <a:pt x="318781" y="1304878"/>
                  </a:lnTo>
                  <a:lnTo>
                    <a:pt x="320675" y="1299855"/>
                  </a:lnTo>
                  <a:lnTo>
                    <a:pt x="336498" y="1276879"/>
                  </a:lnTo>
                  <a:lnTo>
                    <a:pt x="341187" y="1263508"/>
                  </a:lnTo>
                  <a:lnTo>
                    <a:pt x="347790" y="1263533"/>
                  </a:lnTo>
                  <a:lnTo>
                    <a:pt x="347925" y="1263580"/>
                  </a:lnTo>
                  <a:lnTo>
                    <a:pt x="353369" y="1265153"/>
                  </a:lnTo>
                  <a:lnTo>
                    <a:pt x="362602" y="1255509"/>
                  </a:lnTo>
                  <a:lnTo>
                    <a:pt x="381445" y="1235714"/>
                  </a:lnTo>
                  <a:lnTo>
                    <a:pt x="389720" y="1227021"/>
                  </a:lnTo>
                  <a:lnTo>
                    <a:pt x="394940" y="1221545"/>
                  </a:lnTo>
                  <a:lnTo>
                    <a:pt x="400405" y="1215888"/>
                  </a:lnTo>
                  <a:lnTo>
                    <a:pt x="401075" y="1215194"/>
                  </a:lnTo>
                  <a:lnTo>
                    <a:pt x="410536" y="1225187"/>
                  </a:lnTo>
                  <a:lnTo>
                    <a:pt x="410742" y="1225405"/>
                  </a:lnTo>
                  <a:lnTo>
                    <a:pt x="411267" y="1225958"/>
                  </a:lnTo>
                  <a:lnTo>
                    <a:pt x="411719" y="1226437"/>
                  </a:lnTo>
                  <a:lnTo>
                    <a:pt x="411874" y="1226684"/>
                  </a:lnTo>
                  <a:lnTo>
                    <a:pt x="413532" y="1225102"/>
                  </a:lnTo>
                  <a:lnTo>
                    <a:pt x="414939" y="1226660"/>
                  </a:lnTo>
                  <a:lnTo>
                    <a:pt x="421451" y="1233919"/>
                  </a:lnTo>
                  <a:lnTo>
                    <a:pt x="428354" y="1241755"/>
                  </a:lnTo>
                  <a:lnTo>
                    <a:pt x="440407" y="1248298"/>
                  </a:lnTo>
                  <a:lnTo>
                    <a:pt x="455340" y="1256524"/>
                  </a:lnTo>
                  <a:lnTo>
                    <a:pt x="478730" y="1269407"/>
                  </a:lnTo>
                  <a:lnTo>
                    <a:pt x="480233" y="1270286"/>
                  </a:lnTo>
                  <a:lnTo>
                    <a:pt x="483869" y="1272411"/>
                  </a:lnTo>
                  <a:lnTo>
                    <a:pt x="487834" y="1274726"/>
                  </a:lnTo>
                  <a:lnTo>
                    <a:pt x="484607" y="1275274"/>
                  </a:lnTo>
                  <a:lnTo>
                    <a:pt x="490766" y="1278464"/>
                  </a:lnTo>
                  <a:lnTo>
                    <a:pt x="498785" y="1282617"/>
                  </a:lnTo>
                  <a:lnTo>
                    <a:pt x="501155" y="1283845"/>
                  </a:lnTo>
                  <a:lnTo>
                    <a:pt x="505445" y="1286066"/>
                  </a:lnTo>
                  <a:lnTo>
                    <a:pt x="507845" y="1285512"/>
                  </a:lnTo>
                  <a:lnTo>
                    <a:pt x="525230" y="1295054"/>
                  </a:lnTo>
                  <a:lnTo>
                    <a:pt x="533458" y="1299556"/>
                  </a:lnTo>
                  <a:lnTo>
                    <a:pt x="542540" y="1304525"/>
                  </a:lnTo>
                  <a:lnTo>
                    <a:pt x="549156" y="1308145"/>
                  </a:lnTo>
                  <a:lnTo>
                    <a:pt x="567003" y="1319277"/>
                  </a:lnTo>
                  <a:lnTo>
                    <a:pt x="577417" y="1325740"/>
                  </a:lnTo>
                  <a:lnTo>
                    <a:pt x="587442" y="1321171"/>
                  </a:lnTo>
                  <a:lnTo>
                    <a:pt x="596027" y="1317274"/>
                  </a:lnTo>
                  <a:lnTo>
                    <a:pt x="608577" y="1312769"/>
                  </a:lnTo>
                  <a:lnTo>
                    <a:pt x="615684" y="1312640"/>
                  </a:lnTo>
                  <a:lnTo>
                    <a:pt x="622578" y="1312474"/>
                  </a:lnTo>
                  <a:lnTo>
                    <a:pt x="634335" y="1309050"/>
                  </a:lnTo>
                  <a:lnTo>
                    <a:pt x="647054" y="1305394"/>
                  </a:lnTo>
                  <a:lnTo>
                    <a:pt x="649458" y="1304704"/>
                  </a:lnTo>
                  <a:lnTo>
                    <a:pt x="650614" y="1304372"/>
                  </a:lnTo>
                  <a:lnTo>
                    <a:pt x="652569" y="1303809"/>
                  </a:lnTo>
                  <a:lnTo>
                    <a:pt x="653000" y="1303682"/>
                  </a:lnTo>
                  <a:lnTo>
                    <a:pt x="660875" y="1301725"/>
                  </a:lnTo>
                  <a:lnTo>
                    <a:pt x="665959" y="1300465"/>
                  </a:lnTo>
                  <a:lnTo>
                    <a:pt x="667278" y="1300139"/>
                  </a:lnTo>
                  <a:lnTo>
                    <a:pt x="667406" y="1301746"/>
                  </a:lnTo>
                  <a:lnTo>
                    <a:pt x="667468" y="1302527"/>
                  </a:lnTo>
                  <a:lnTo>
                    <a:pt x="667625" y="1304349"/>
                  </a:lnTo>
                  <a:lnTo>
                    <a:pt x="667738" y="1305364"/>
                  </a:lnTo>
                  <a:lnTo>
                    <a:pt x="667866" y="1307058"/>
                  </a:lnTo>
                  <a:lnTo>
                    <a:pt x="667865" y="1307323"/>
                  </a:lnTo>
                  <a:lnTo>
                    <a:pt x="668010" y="1308841"/>
                  </a:lnTo>
                  <a:lnTo>
                    <a:pt x="668058" y="1309352"/>
                  </a:lnTo>
                  <a:lnTo>
                    <a:pt x="668257" y="1311782"/>
                  </a:lnTo>
                  <a:lnTo>
                    <a:pt x="668318" y="1312522"/>
                  </a:lnTo>
                  <a:lnTo>
                    <a:pt x="668421" y="1313939"/>
                  </a:lnTo>
                  <a:lnTo>
                    <a:pt x="668902" y="1320593"/>
                  </a:lnTo>
                  <a:lnTo>
                    <a:pt x="669180" y="1324557"/>
                  </a:lnTo>
                  <a:lnTo>
                    <a:pt x="669209" y="1324817"/>
                  </a:lnTo>
                  <a:lnTo>
                    <a:pt x="669289" y="1325559"/>
                  </a:lnTo>
                  <a:lnTo>
                    <a:pt x="670685" y="1325442"/>
                  </a:lnTo>
                  <a:lnTo>
                    <a:pt x="683199" y="1319356"/>
                  </a:lnTo>
                  <a:lnTo>
                    <a:pt x="686821" y="1317648"/>
                  </a:lnTo>
                  <a:lnTo>
                    <a:pt x="698680" y="1306108"/>
                  </a:lnTo>
                  <a:lnTo>
                    <a:pt x="699760" y="1304306"/>
                  </a:lnTo>
                  <a:lnTo>
                    <a:pt x="700842" y="1302503"/>
                  </a:lnTo>
                  <a:lnTo>
                    <a:pt x="714273" y="1280126"/>
                  </a:lnTo>
                  <a:lnTo>
                    <a:pt x="715355" y="1278325"/>
                  </a:lnTo>
                  <a:lnTo>
                    <a:pt x="715958" y="1278885"/>
                  </a:lnTo>
                  <a:lnTo>
                    <a:pt x="721534" y="1283214"/>
                  </a:lnTo>
                  <a:lnTo>
                    <a:pt x="727646" y="1288198"/>
                  </a:lnTo>
                  <a:lnTo>
                    <a:pt x="737586" y="1295776"/>
                  </a:lnTo>
                  <a:lnTo>
                    <a:pt x="744979" y="1300914"/>
                  </a:lnTo>
                  <a:lnTo>
                    <a:pt x="750539" y="1304239"/>
                  </a:lnTo>
                  <a:lnTo>
                    <a:pt x="757042" y="1308130"/>
                  </a:lnTo>
                  <a:lnTo>
                    <a:pt x="759372" y="1309362"/>
                  </a:lnTo>
                  <a:lnTo>
                    <a:pt x="762766" y="1311052"/>
                  </a:lnTo>
                  <a:lnTo>
                    <a:pt x="771688" y="1315163"/>
                  </a:lnTo>
                  <a:lnTo>
                    <a:pt x="772363" y="1315474"/>
                  </a:lnTo>
                  <a:lnTo>
                    <a:pt x="785858" y="1320820"/>
                  </a:lnTo>
                  <a:lnTo>
                    <a:pt x="800125" y="1325244"/>
                  </a:lnTo>
                  <a:lnTo>
                    <a:pt x="800319" y="1324641"/>
                  </a:lnTo>
                  <a:lnTo>
                    <a:pt x="802275" y="1325119"/>
                  </a:lnTo>
                  <a:lnTo>
                    <a:pt x="810460" y="1327015"/>
                  </a:lnTo>
                  <a:lnTo>
                    <a:pt x="811455" y="1327238"/>
                  </a:lnTo>
                  <a:lnTo>
                    <a:pt x="811489" y="1327446"/>
                  </a:lnTo>
                  <a:lnTo>
                    <a:pt x="812157" y="1327583"/>
                  </a:lnTo>
                  <a:lnTo>
                    <a:pt x="812511" y="1327447"/>
                  </a:lnTo>
                  <a:lnTo>
                    <a:pt x="814573" y="1327827"/>
                  </a:lnTo>
                  <a:lnTo>
                    <a:pt x="815732" y="1328001"/>
                  </a:lnTo>
                  <a:lnTo>
                    <a:pt x="816889" y="1328170"/>
                  </a:lnTo>
                  <a:lnTo>
                    <a:pt x="818048" y="1328335"/>
                  </a:lnTo>
                  <a:lnTo>
                    <a:pt x="819207" y="1328498"/>
                  </a:lnTo>
                  <a:lnTo>
                    <a:pt x="820367" y="1328657"/>
                  </a:lnTo>
                  <a:lnTo>
                    <a:pt x="821528" y="1328812"/>
                  </a:lnTo>
                  <a:lnTo>
                    <a:pt x="822689" y="1328964"/>
                  </a:lnTo>
                  <a:lnTo>
                    <a:pt x="823850" y="1329110"/>
                  </a:lnTo>
                  <a:lnTo>
                    <a:pt x="825012" y="1329256"/>
                  </a:lnTo>
                  <a:lnTo>
                    <a:pt x="826173" y="1329396"/>
                  </a:lnTo>
                  <a:lnTo>
                    <a:pt x="827337" y="1329532"/>
                  </a:lnTo>
                  <a:lnTo>
                    <a:pt x="828500" y="1329664"/>
                  </a:lnTo>
                  <a:lnTo>
                    <a:pt x="829663" y="1329795"/>
                  </a:lnTo>
                  <a:lnTo>
                    <a:pt x="830827" y="1329920"/>
                  </a:lnTo>
                  <a:lnTo>
                    <a:pt x="831992" y="1330043"/>
                  </a:lnTo>
                  <a:lnTo>
                    <a:pt x="833156" y="1330162"/>
                  </a:lnTo>
                  <a:lnTo>
                    <a:pt x="834320" y="1330275"/>
                  </a:lnTo>
                  <a:lnTo>
                    <a:pt x="835485" y="1330386"/>
                  </a:lnTo>
                  <a:lnTo>
                    <a:pt x="836651" y="1330494"/>
                  </a:lnTo>
                  <a:lnTo>
                    <a:pt x="837818" y="1330598"/>
                  </a:lnTo>
                  <a:lnTo>
                    <a:pt x="838984" y="1330698"/>
                  </a:lnTo>
                  <a:lnTo>
                    <a:pt x="842024" y="1330885"/>
                  </a:lnTo>
                  <a:lnTo>
                    <a:pt x="843169" y="1330977"/>
                  </a:lnTo>
                  <a:lnTo>
                    <a:pt x="845262" y="1331099"/>
                  </a:lnTo>
                  <a:lnTo>
                    <a:pt x="853796" y="1331598"/>
                  </a:lnTo>
                  <a:lnTo>
                    <a:pt x="857790" y="1331819"/>
                  </a:lnTo>
                  <a:lnTo>
                    <a:pt x="868876" y="1332431"/>
                  </a:lnTo>
                  <a:lnTo>
                    <a:pt x="868889" y="1335047"/>
                  </a:lnTo>
                  <a:lnTo>
                    <a:pt x="868903" y="1335754"/>
                  </a:lnTo>
                  <a:lnTo>
                    <a:pt x="868943" y="1336438"/>
                  </a:lnTo>
                  <a:lnTo>
                    <a:pt x="869024" y="1337165"/>
                  </a:lnTo>
                  <a:lnTo>
                    <a:pt x="869141" y="1337895"/>
                  </a:lnTo>
                  <a:lnTo>
                    <a:pt x="869241" y="1338396"/>
                  </a:lnTo>
                  <a:lnTo>
                    <a:pt x="869653" y="1340000"/>
                  </a:lnTo>
                  <a:lnTo>
                    <a:pt x="869718" y="1340237"/>
                  </a:lnTo>
                  <a:lnTo>
                    <a:pt x="869924" y="1340846"/>
                  </a:lnTo>
                  <a:lnTo>
                    <a:pt x="870157" y="1341454"/>
                  </a:lnTo>
                  <a:lnTo>
                    <a:pt x="870398" y="1342020"/>
                  </a:lnTo>
                  <a:lnTo>
                    <a:pt x="877849" y="1338705"/>
                  </a:lnTo>
                  <a:lnTo>
                    <a:pt x="879257" y="1338067"/>
                  </a:lnTo>
                  <a:lnTo>
                    <a:pt x="880683" y="1337467"/>
                  </a:lnTo>
                  <a:lnTo>
                    <a:pt x="882125" y="1336907"/>
                  </a:lnTo>
                  <a:lnTo>
                    <a:pt x="883108" y="1336548"/>
                  </a:lnTo>
                  <a:lnTo>
                    <a:pt x="884099" y="1336207"/>
                  </a:lnTo>
                  <a:lnTo>
                    <a:pt x="885097" y="1335896"/>
                  </a:lnTo>
                  <a:lnTo>
                    <a:pt x="886627" y="1335506"/>
                  </a:lnTo>
                  <a:lnTo>
                    <a:pt x="887920" y="1335225"/>
                  </a:lnTo>
                  <a:lnTo>
                    <a:pt x="888824" y="1335304"/>
                  </a:lnTo>
                  <a:lnTo>
                    <a:pt x="889487" y="1335365"/>
                  </a:lnTo>
                  <a:lnTo>
                    <a:pt x="890009" y="1335416"/>
                  </a:lnTo>
                  <a:lnTo>
                    <a:pt x="896101" y="1336250"/>
                  </a:lnTo>
                  <a:lnTo>
                    <a:pt x="896268" y="1336271"/>
                  </a:lnTo>
                  <a:lnTo>
                    <a:pt x="896410" y="1336293"/>
                  </a:lnTo>
                  <a:lnTo>
                    <a:pt x="898191" y="1336563"/>
                  </a:lnTo>
                  <a:lnTo>
                    <a:pt x="900484" y="1336884"/>
                  </a:lnTo>
                  <a:lnTo>
                    <a:pt x="902485" y="1337222"/>
                  </a:lnTo>
                  <a:lnTo>
                    <a:pt x="904296" y="1337520"/>
                  </a:lnTo>
                  <a:lnTo>
                    <a:pt x="905018" y="1337634"/>
                  </a:lnTo>
                  <a:lnTo>
                    <a:pt x="906982" y="1338091"/>
                  </a:lnTo>
                  <a:lnTo>
                    <a:pt x="909397" y="1338742"/>
                  </a:lnTo>
                  <a:lnTo>
                    <a:pt x="910070" y="1338959"/>
                  </a:lnTo>
                  <a:lnTo>
                    <a:pt x="911541" y="1339433"/>
                  </a:lnTo>
                  <a:lnTo>
                    <a:pt x="913909" y="1340218"/>
                  </a:lnTo>
                  <a:lnTo>
                    <a:pt x="916565" y="1341124"/>
                  </a:lnTo>
                  <a:lnTo>
                    <a:pt x="919192" y="1342132"/>
                  </a:lnTo>
                  <a:lnTo>
                    <a:pt x="922276" y="1343381"/>
                  </a:lnTo>
                  <a:lnTo>
                    <a:pt x="923550" y="1343879"/>
                  </a:lnTo>
                  <a:lnTo>
                    <a:pt x="924514" y="1344303"/>
                  </a:lnTo>
                  <a:lnTo>
                    <a:pt x="925531" y="1344750"/>
                  </a:lnTo>
                  <a:lnTo>
                    <a:pt x="927165" y="1345502"/>
                  </a:lnTo>
                  <a:lnTo>
                    <a:pt x="927784" y="1345786"/>
                  </a:lnTo>
                  <a:lnTo>
                    <a:pt x="929927" y="1346893"/>
                  </a:lnTo>
                  <a:lnTo>
                    <a:pt x="931857" y="1347948"/>
                  </a:lnTo>
                  <a:lnTo>
                    <a:pt x="933125" y="1348673"/>
                  </a:lnTo>
                  <a:lnTo>
                    <a:pt x="935118" y="1349845"/>
                  </a:lnTo>
                  <a:lnTo>
                    <a:pt x="936735" y="1350875"/>
                  </a:lnTo>
                  <a:lnTo>
                    <a:pt x="937448" y="1351330"/>
                  </a:lnTo>
                  <a:lnTo>
                    <a:pt x="938523" y="1351996"/>
                  </a:lnTo>
                  <a:lnTo>
                    <a:pt x="939702" y="1352767"/>
                  </a:lnTo>
                  <a:lnTo>
                    <a:pt x="940106" y="1353066"/>
                  </a:lnTo>
                  <a:lnTo>
                    <a:pt x="940821" y="1353594"/>
                  </a:lnTo>
                  <a:lnTo>
                    <a:pt x="953349" y="1362863"/>
                  </a:lnTo>
                  <a:lnTo>
                    <a:pt x="960612" y="1368308"/>
                  </a:lnTo>
                  <a:lnTo>
                    <a:pt x="968633" y="1374181"/>
                  </a:lnTo>
                  <a:lnTo>
                    <a:pt x="973512" y="1377737"/>
                  </a:lnTo>
                  <a:lnTo>
                    <a:pt x="974016" y="1378104"/>
                  </a:lnTo>
                  <a:lnTo>
                    <a:pt x="981311" y="1383416"/>
                  </a:lnTo>
                  <a:lnTo>
                    <a:pt x="981780" y="1383767"/>
                  </a:lnTo>
                  <a:lnTo>
                    <a:pt x="983241" y="1384865"/>
                  </a:lnTo>
                  <a:lnTo>
                    <a:pt x="985441" y="1386516"/>
                  </a:lnTo>
                  <a:lnTo>
                    <a:pt x="987264" y="1387804"/>
                  </a:lnTo>
                  <a:lnTo>
                    <a:pt x="988321" y="1388550"/>
                  </a:lnTo>
                  <a:lnTo>
                    <a:pt x="992692" y="1391641"/>
                  </a:lnTo>
                  <a:lnTo>
                    <a:pt x="994272" y="1392557"/>
                  </a:lnTo>
                  <a:lnTo>
                    <a:pt x="996003" y="1393561"/>
                  </a:lnTo>
                  <a:lnTo>
                    <a:pt x="996617" y="1394002"/>
                  </a:lnTo>
                  <a:lnTo>
                    <a:pt x="1003471" y="1398874"/>
                  </a:lnTo>
                  <a:lnTo>
                    <a:pt x="1004413" y="1399546"/>
                  </a:lnTo>
                  <a:lnTo>
                    <a:pt x="1009987" y="1403524"/>
                  </a:lnTo>
                  <a:lnTo>
                    <a:pt x="1011562" y="1404648"/>
                  </a:lnTo>
                  <a:lnTo>
                    <a:pt x="1017798" y="1409085"/>
                  </a:lnTo>
                  <a:lnTo>
                    <a:pt x="1025267" y="1414408"/>
                  </a:lnTo>
                  <a:lnTo>
                    <a:pt x="1030242" y="1417951"/>
                  </a:lnTo>
                  <a:lnTo>
                    <a:pt x="1033051" y="1419951"/>
                  </a:lnTo>
                  <a:lnTo>
                    <a:pt x="1035093" y="1421382"/>
                  </a:lnTo>
                  <a:lnTo>
                    <a:pt x="1035837" y="1421904"/>
                  </a:lnTo>
                  <a:lnTo>
                    <a:pt x="1037963" y="1423376"/>
                  </a:lnTo>
                  <a:lnTo>
                    <a:pt x="1038764" y="1424010"/>
                  </a:lnTo>
                  <a:lnTo>
                    <a:pt x="1042167" y="1426515"/>
                  </a:lnTo>
                  <a:lnTo>
                    <a:pt x="1050611" y="1432464"/>
                  </a:lnTo>
                  <a:lnTo>
                    <a:pt x="1058770" y="1438171"/>
                  </a:lnTo>
                  <a:lnTo>
                    <a:pt x="1066513" y="1443594"/>
                  </a:lnTo>
                  <a:lnTo>
                    <a:pt x="1067245" y="1444121"/>
                  </a:lnTo>
                  <a:lnTo>
                    <a:pt x="1067676" y="1444371"/>
                  </a:lnTo>
                  <a:lnTo>
                    <a:pt x="1068391" y="1445056"/>
                  </a:lnTo>
                  <a:lnTo>
                    <a:pt x="1069383" y="1446006"/>
                  </a:lnTo>
                  <a:lnTo>
                    <a:pt x="1072792" y="1447823"/>
                  </a:lnTo>
                  <a:lnTo>
                    <a:pt x="1074117" y="1448496"/>
                  </a:lnTo>
                  <a:lnTo>
                    <a:pt x="1077239" y="1450205"/>
                  </a:lnTo>
                  <a:lnTo>
                    <a:pt x="1077741" y="1450468"/>
                  </a:lnTo>
                  <a:lnTo>
                    <a:pt x="1081086" y="1452088"/>
                  </a:lnTo>
                  <a:lnTo>
                    <a:pt x="1083794" y="1453756"/>
                  </a:lnTo>
                  <a:lnTo>
                    <a:pt x="1094008" y="1460932"/>
                  </a:lnTo>
                  <a:lnTo>
                    <a:pt x="1097907" y="1463710"/>
                  </a:lnTo>
                  <a:lnTo>
                    <a:pt x="1100483" y="1465538"/>
                  </a:lnTo>
                  <a:lnTo>
                    <a:pt x="1115730" y="1477823"/>
                  </a:lnTo>
                  <a:lnTo>
                    <a:pt x="1116712" y="1478493"/>
                  </a:lnTo>
                  <a:lnTo>
                    <a:pt x="1120660" y="1482184"/>
                  </a:lnTo>
                  <a:lnTo>
                    <a:pt x="1122801" y="1483566"/>
                  </a:lnTo>
                  <a:lnTo>
                    <a:pt x="1125705" y="1484412"/>
                  </a:lnTo>
                  <a:lnTo>
                    <a:pt x="1128164" y="1487943"/>
                  </a:lnTo>
                  <a:lnTo>
                    <a:pt x="1128716" y="1488547"/>
                  </a:lnTo>
                  <a:lnTo>
                    <a:pt x="1129017" y="1488868"/>
                  </a:lnTo>
                  <a:lnTo>
                    <a:pt x="1129160" y="1489015"/>
                  </a:lnTo>
                  <a:lnTo>
                    <a:pt x="1130136" y="1490028"/>
                  </a:lnTo>
                  <a:lnTo>
                    <a:pt x="1130678" y="1490467"/>
                  </a:lnTo>
                  <a:lnTo>
                    <a:pt x="1130907" y="1490690"/>
                  </a:lnTo>
                  <a:lnTo>
                    <a:pt x="1131140" y="1490910"/>
                  </a:lnTo>
                  <a:lnTo>
                    <a:pt x="1131372" y="1491128"/>
                  </a:lnTo>
                  <a:lnTo>
                    <a:pt x="1131609" y="1491344"/>
                  </a:lnTo>
                  <a:lnTo>
                    <a:pt x="1131847" y="1491556"/>
                  </a:lnTo>
                  <a:lnTo>
                    <a:pt x="1132087" y="1491766"/>
                  </a:lnTo>
                  <a:lnTo>
                    <a:pt x="1132331" y="1491972"/>
                  </a:lnTo>
                  <a:lnTo>
                    <a:pt x="1132577" y="1492176"/>
                  </a:lnTo>
                  <a:lnTo>
                    <a:pt x="1132825" y="1492377"/>
                  </a:lnTo>
                  <a:lnTo>
                    <a:pt x="1133075" y="1492576"/>
                  </a:lnTo>
                  <a:lnTo>
                    <a:pt x="1133329" y="1492770"/>
                  </a:lnTo>
                  <a:lnTo>
                    <a:pt x="1133582" y="1492963"/>
                  </a:lnTo>
                  <a:lnTo>
                    <a:pt x="1133840" y="1493152"/>
                  </a:lnTo>
                  <a:lnTo>
                    <a:pt x="1134099" y="1493339"/>
                  </a:lnTo>
                  <a:lnTo>
                    <a:pt x="1134360" y="1493523"/>
                  </a:lnTo>
                  <a:lnTo>
                    <a:pt x="1134623" y="1493702"/>
                  </a:lnTo>
                  <a:lnTo>
                    <a:pt x="1134888" y="1493880"/>
                  </a:lnTo>
                  <a:lnTo>
                    <a:pt x="1135449" y="1494334"/>
                  </a:lnTo>
                  <a:lnTo>
                    <a:pt x="1136652" y="1495018"/>
                  </a:lnTo>
                  <a:lnTo>
                    <a:pt x="1136968" y="1495218"/>
                  </a:lnTo>
                  <a:lnTo>
                    <a:pt x="1137288" y="1495415"/>
                  </a:lnTo>
                  <a:lnTo>
                    <a:pt x="1137609" y="1495608"/>
                  </a:lnTo>
                  <a:lnTo>
                    <a:pt x="1137933" y="1495799"/>
                  </a:lnTo>
                  <a:lnTo>
                    <a:pt x="1138257" y="1495988"/>
                  </a:lnTo>
                  <a:lnTo>
                    <a:pt x="1138585" y="1496171"/>
                  </a:lnTo>
                  <a:lnTo>
                    <a:pt x="1138913" y="1496352"/>
                  </a:lnTo>
                  <a:lnTo>
                    <a:pt x="1139242" y="1496530"/>
                  </a:lnTo>
                  <a:lnTo>
                    <a:pt x="1139576" y="1496705"/>
                  </a:lnTo>
                  <a:lnTo>
                    <a:pt x="1139910" y="1496877"/>
                  </a:lnTo>
                  <a:lnTo>
                    <a:pt x="1140243" y="1497045"/>
                  </a:lnTo>
                  <a:lnTo>
                    <a:pt x="1140581" y="1497211"/>
                  </a:lnTo>
                  <a:lnTo>
                    <a:pt x="1140920" y="1497373"/>
                  </a:lnTo>
                  <a:lnTo>
                    <a:pt x="1141259" y="1497532"/>
                  </a:lnTo>
                  <a:lnTo>
                    <a:pt x="1141501" y="1497650"/>
                  </a:lnTo>
                  <a:lnTo>
                    <a:pt x="1141745" y="1497765"/>
                  </a:lnTo>
                  <a:lnTo>
                    <a:pt x="1141991" y="1497877"/>
                  </a:lnTo>
                  <a:lnTo>
                    <a:pt x="1142239" y="1497986"/>
                  </a:lnTo>
                  <a:lnTo>
                    <a:pt x="1142487" y="1498091"/>
                  </a:lnTo>
                  <a:lnTo>
                    <a:pt x="1142736" y="1498192"/>
                  </a:lnTo>
                  <a:lnTo>
                    <a:pt x="1142988" y="1498291"/>
                  </a:lnTo>
                  <a:lnTo>
                    <a:pt x="1149591" y="1501163"/>
                  </a:lnTo>
                  <a:lnTo>
                    <a:pt x="1150069" y="1501346"/>
                  </a:lnTo>
                  <a:lnTo>
                    <a:pt x="1158421" y="1504512"/>
                  </a:lnTo>
                  <a:lnTo>
                    <a:pt x="1165570" y="1507181"/>
                  </a:lnTo>
                  <a:lnTo>
                    <a:pt x="1167156" y="1507732"/>
                  </a:lnTo>
                  <a:lnTo>
                    <a:pt x="1169773" y="1508626"/>
                  </a:lnTo>
                  <a:lnTo>
                    <a:pt x="1177015" y="1510901"/>
                  </a:lnTo>
                  <a:lnTo>
                    <a:pt x="1182830" y="1512450"/>
                  </a:lnTo>
                  <a:lnTo>
                    <a:pt x="1185381" y="1513075"/>
                  </a:lnTo>
                  <a:lnTo>
                    <a:pt x="1194359" y="1514995"/>
                  </a:lnTo>
                  <a:lnTo>
                    <a:pt x="1199062" y="1515761"/>
                  </a:lnTo>
                  <a:lnTo>
                    <a:pt x="1204428" y="1516485"/>
                  </a:lnTo>
                  <a:lnTo>
                    <a:pt x="1205383" y="1516605"/>
                  </a:lnTo>
                  <a:lnTo>
                    <a:pt x="1209519" y="1517125"/>
                  </a:lnTo>
                  <a:lnTo>
                    <a:pt x="1213022" y="1517589"/>
                  </a:lnTo>
                  <a:lnTo>
                    <a:pt x="1221012" y="1518698"/>
                  </a:lnTo>
                  <a:lnTo>
                    <a:pt x="1229768" y="1519930"/>
                  </a:lnTo>
                  <a:lnTo>
                    <a:pt x="1238442" y="1521135"/>
                  </a:lnTo>
                  <a:lnTo>
                    <a:pt x="1246231" y="1522232"/>
                  </a:lnTo>
                  <a:lnTo>
                    <a:pt x="1256935" y="1523737"/>
                  </a:lnTo>
                  <a:lnTo>
                    <a:pt x="1259917" y="1524165"/>
                  </a:lnTo>
                  <a:lnTo>
                    <a:pt x="1271153" y="1525749"/>
                  </a:lnTo>
                  <a:lnTo>
                    <a:pt x="1279210" y="1526872"/>
                  </a:lnTo>
                  <a:lnTo>
                    <a:pt x="1288499" y="1528179"/>
                  </a:lnTo>
                  <a:lnTo>
                    <a:pt x="1297531" y="1529439"/>
                  </a:lnTo>
                  <a:lnTo>
                    <a:pt x="1305300" y="1530533"/>
                  </a:lnTo>
                  <a:lnTo>
                    <a:pt x="1314574" y="1531845"/>
                  </a:lnTo>
                  <a:lnTo>
                    <a:pt x="1321969" y="1532866"/>
                  </a:lnTo>
                  <a:lnTo>
                    <a:pt x="1330803" y="1534116"/>
                  </a:lnTo>
                  <a:lnTo>
                    <a:pt x="1339795" y="1535379"/>
                  </a:lnTo>
                  <a:lnTo>
                    <a:pt x="1342803" y="1535835"/>
                  </a:lnTo>
                  <a:lnTo>
                    <a:pt x="1348286" y="1536667"/>
                  </a:lnTo>
                  <a:lnTo>
                    <a:pt x="1354254" y="1537598"/>
                  </a:lnTo>
                  <a:lnTo>
                    <a:pt x="1358701" y="1538311"/>
                  </a:lnTo>
                  <a:lnTo>
                    <a:pt x="1365165" y="1539364"/>
                  </a:lnTo>
                  <a:lnTo>
                    <a:pt x="1367365" y="1539741"/>
                  </a:lnTo>
                  <a:lnTo>
                    <a:pt x="1369997" y="1540192"/>
                  </a:lnTo>
                  <a:lnTo>
                    <a:pt x="1374463" y="1540958"/>
                  </a:lnTo>
                  <a:lnTo>
                    <a:pt x="1381575" y="1542182"/>
                  </a:lnTo>
                  <a:lnTo>
                    <a:pt x="1389284" y="1543569"/>
                  </a:lnTo>
                  <a:lnTo>
                    <a:pt x="1393145" y="1544291"/>
                  </a:lnTo>
                  <a:lnTo>
                    <a:pt x="1399077" y="1545581"/>
                  </a:lnTo>
                  <a:lnTo>
                    <a:pt x="1409393" y="1547838"/>
                  </a:lnTo>
                  <a:lnTo>
                    <a:pt x="1412690" y="1548564"/>
                  </a:lnTo>
                  <a:lnTo>
                    <a:pt x="1414132" y="1548882"/>
                  </a:lnTo>
                  <a:lnTo>
                    <a:pt x="1417675" y="1549663"/>
                  </a:lnTo>
                  <a:lnTo>
                    <a:pt x="1424527" y="1551169"/>
                  </a:lnTo>
                  <a:lnTo>
                    <a:pt x="1433224" y="1553029"/>
                  </a:lnTo>
                  <a:lnTo>
                    <a:pt x="1441559" y="1554907"/>
                  </a:lnTo>
                  <a:lnTo>
                    <a:pt x="1443397" y="1555309"/>
                  </a:lnTo>
                  <a:lnTo>
                    <a:pt x="1446509" y="1555990"/>
                  </a:lnTo>
                  <a:lnTo>
                    <a:pt x="1457713" y="1558434"/>
                  </a:lnTo>
                  <a:lnTo>
                    <a:pt x="1467269" y="1560558"/>
                  </a:lnTo>
                  <a:lnTo>
                    <a:pt x="1478140" y="1562945"/>
                  </a:lnTo>
                  <a:lnTo>
                    <a:pt x="1482357" y="1563891"/>
                  </a:lnTo>
                  <a:lnTo>
                    <a:pt x="1485421" y="1564633"/>
                  </a:lnTo>
                  <a:lnTo>
                    <a:pt x="1486460" y="1564900"/>
                  </a:lnTo>
                  <a:lnTo>
                    <a:pt x="1488028" y="1565303"/>
                  </a:lnTo>
                  <a:lnTo>
                    <a:pt x="1490703" y="1565991"/>
                  </a:lnTo>
                  <a:lnTo>
                    <a:pt x="1492776" y="1566556"/>
                  </a:lnTo>
                  <a:lnTo>
                    <a:pt x="1497557" y="1567660"/>
                  </a:lnTo>
                  <a:lnTo>
                    <a:pt x="1501414" y="1568731"/>
                  </a:lnTo>
                  <a:lnTo>
                    <a:pt x="1507891" y="1570528"/>
                  </a:lnTo>
                  <a:lnTo>
                    <a:pt x="1510279" y="1571190"/>
                  </a:lnTo>
                  <a:lnTo>
                    <a:pt x="1511752" y="1571585"/>
                  </a:lnTo>
                  <a:lnTo>
                    <a:pt x="1526096" y="1575579"/>
                  </a:lnTo>
                  <a:lnTo>
                    <a:pt x="1528156" y="1576191"/>
                  </a:lnTo>
                  <a:lnTo>
                    <a:pt x="1529921" y="1576758"/>
                  </a:lnTo>
                  <a:lnTo>
                    <a:pt x="1543924" y="1581135"/>
                  </a:lnTo>
                  <a:lnTo>
                    <a:pt x="1545228" y="1581541"/>
                  </a:lnTo>
                  <a:lnTo>
                    <a:pt x="1547747" y="1582318"/>
                  </a:lnTo>
                  <a:lnTo>
                    <a:pt x="1562290" y="1586899"/>
                  </a:lnTo>
                  <a:lnTo>
                    <a:pt x="1568502" y="1588837"/>
                  </a:lnTo>
                  <a:lnTo>
                    <a:pt x="1573230" y="1590304"/>
                  </a:lnTo>
                  <a:lnTo>
                    <a:pt x="1577512" y="1591634"/>
                  </a:lnTo>
                  <a:lnTo>
                    <a:pt x="1581623" y="1592910"/>
                  </a:lnTo>
                  <a:lnTo>
                    <a:pt x="1594879" y="1597028"/>
                  </a:lnTo>
                  <a:lnTo>
                    <a:pt x="1605553" y="1600396"/>
                  </a:lnTo>
                  <a:lnTo>
                    <a:pt x="1607802" y="1601105"/>
                  </a:lnTo>
                  <a:lnTo>
                    <a:pt x="1612015" y="1602449"/>
                  </a:lnTo>
                  <a:lnTo>
                    <a:pt x="1620692" y="1605202"/>
                  </a:lnTo>
                  <a:lnTo>
                    <a:pt x="1621446" y="1605442"/>
                  </a:lnTo>
                  <a:lnTo>
                    <a:pt x="1621857" y="1605572"/>
                  </a:lnTo>
                  <a:lnTo>
                    <a:pt x="1623817" y="1606212"/>
                  </a:lnTo>
                  <a:lnTo>
                    <a:pt x="1633424" y="1609351"/>
                  </a:lnTo>
                  <a:lnTo>
                    <a:pt x="1635214" y="1609935"/>
                  </a:lnTo>
                  <a:lnTo>
                    <a:pt x="1637233" y="1610579"/>
                  </a:lnTo>
                  <a:lnTo>
                    <a:pt x="1650968" y="1614932"/>
                  </a:lnTo>
                  <a:lnTo>
                    <a:pt x="1654628" y="1616112"/>
                  </a:lnTo>
                  <a:lnTo>
                    <a:pt x="1654776" y="1616160"/>
                  </a:lnTo>
                  <a:lnTo>
                    <a:pt x="1669023" y="1620649"/>
                  </a:lnTo>
                  <a:lnTo>
                    <a:pt x="1672840" y="1621852"/>
                  </a:lnTo>
                  <a:lnTo>
                    <a:pt x="1676454" y="1623013"/>
                  </a:lnTo>
                  <a:lnTo>
                    <a:pt x="1680097" y="1624086"/>
                  </a:lnTo>
                  <a:lnTo>
                    <a:pt x="1683029" y="1624878"/>
                  </a:lnTo>
                  <a:lnTo>
                    <a:pt x="1685240" y="1625433"/>
                  </a:lnTo>
                  <a:lnTo>
                    <a:pt x="1687457" y="1625954"/>
                  </a:lnTo>
                  <a:lnTo>
                    <a:pt x="1689683" y="1626445"/>
                  </a:lnTo>
                  <a:lnTo>
                    <a:pt x="1691914" y="1626901"/>
                  </a:lnTo>
                  <a:lnTo>
                    <a:pt x="1694153" y="1627323"/>
                  </a:lnTo>
                  <a:lnTo>
                    <a:pt x="1696397" y="1627712"/>
                  </a:lnTo>
                  <a:lnTo>
                    <a:pt x="1697896" y="1627952"/>
                  </a:lnTo>
                  <a:lnTo>
                    <a:pt x="1698395" y="1627996"/>
                  </a:lnTo>
                  <a:lnTo>
                    <a:pt x="1698897" y="1628036"/>
                  </a:lnTo>
                  <a:lnTo>
                    <a:pt x="1699398" y="1628072"/>
                  </a:lnTo>
                  <a:lnTo>
                    <a:pt x="1699897" y="1628104"/>
                  </a:lnTo>
                  <a:lnTo>
                    <a:pt x="1700400" y="1628131"/>
                  </a:lnTo>
                  <a:lnTo>
                    <a:pt x="1700823" y="1628148"/>
                  </a:lnTo>
                  <a:lnTo>
                    <a:pt x="1704822" y="1628314"/>
                  </a:lnTo>
                  <a:lnTo>
                    <a:pt x="1719350" y="1628921"/>
                  </a:lnTo>
                  <a:lnTo>
                    <a:pt x="1721200" y="1628975"/>
                  </a:lnTo>
                  <a:lnTo>
                    <a:pt x="1723351" y="1629020"/>
                  </a:lnTo>
                  <a:lnTo>
                    <a:pt x="1737316" y="1629378"/>
                  </a:lnTo>
                  <a:lnTo>
                    <a:pt x="1741105" y="1629484"/>
                  </a:lnTo>
                  <a:lnTo>
                    <a:pt x="1741314" y="1629492"/>
                  </a:lnTo>
                  <a:lnTo>
                    <a:pt x="1754967" y="1630060"/>
                  </a:lnTo>
                  <a:lnTo>
                    <a:pt x="1758962" y="1630262"/>
                  </a:lnTo>
                  <a:lnTo>
                    <a:pt x="1774214" y="1631037"/>
                  </a:lnTo>
                  <a:lnTo>
                    <a:pt x="1776622" y="1631160"/>
                  </a:lnTo>
                  <a:lnTo>
                    <a:pt x="1778209" y="1631257"/>
                  </a:lnTo>
                  <a:lnTo>
                    <a:pt x="1792462" y="1632054"/>
                  </a:lnTo>
                  <a:lnTo>
                    <a:pt x="1792984" y="1632082"/>
                  </a:lnTo>
                  <a:lnTo>
                    <a:pt x="1796080" y="1632284"/>
                  </a:lnTo>
                  <a:lnTo>
                    <a:pt x="1797028" y="1632331"/>
                  </a:lnTo>
                  <a:lnTo>
                    <a:pt x="1799499" y="1632447"/>
                  </a:lnTo>
                  <a:lnTo>
                    <a:pt x="1812538" y="1633717"/>
                  </a:lnTo>
                  <a:lnTo>
                    <a:pt x="1813319" y="1633871"/>
                  </a:lnTo>
                  <a:lnTo>
                    <a:pt x="1814101" y="1634030"/>
                  </a:lnTo>
                  <a:lnTo>
                    <a:pt x="1814880" y="1634194"/>
                  </a:lnTo>
                  <a:lnTo>
                    <a:pt x="1815657" y="1634360"/>
                  </a:lnTo>
                  <a:lnTo>
                    <a:pt x="1816455" y="1634536"/>
                  </a:lnTo>
                  <a:lnTo>
                    <a:pt x="1826014" y="1637171"/>
                  </a:lnTo>
                  <a:lnTo>
                    <a:pt x="1826395" y="1637280"/>
                  </a:lnTo>
                  <a:lnTo>
                    <a:pt x="1827159" y="1637502"/>
                  </a:lnTo>
                  <a:lnTo>
                    <a:pt x="1827891" y="1637718"/>
                  </a:lnTo>
                  <a:lnTo>
                    <a:pt x="1829341" y="1633679"/>
                  </a:lnTo>
                  <a:lnTo>
                    <a:pt x="1830531" y="1630365"/>
                  </a:lnTo>
                  <a:lnTo>
                    <a:pt x="1831201" y="1628501"/>
                  </a:lnTo>
                  <a:lnTo>
                    <a:pt x="1834769" y="1628026"/>
                  </a:lnTo>
                  <a:lnTo>
                    <a:pt x="1834944" y="1627632"/>
                  </a:lnTo>
                  <a:lnTo>
                    <a:pt x="1836454" y="1624258"/>
                  </a:lnTo>
                  <a:lnTo>
                    <a:pt x="1831655" y="1611202"/>
                  </a:lnTo>
                  <a:lnTo>
                    <a:pt x="1839270" y="1590198"/>
                  </a:lnTo>
                  <a:lnTo>
                    <a:pt x="1843693" y="1577998"/>
                  </a:lnTo>
                  <a:lnTo>
                    <a:pt x="1846026" y="1573513"/>
                  </a:lnTo>
                  <a:lnTo>
                    <a:pt x="1846163" y="1573495"/>
                  </a:lnTo>
                  <a:lnTo>
                    <a:pt x="1846299" y="1573477"/>
                  </a:lnTo>
                  <a:lnTo>
                    <a:pt x="1846435" y="1573460"/>
                  </a:lnTo>
                  <a:lnTo>
                    <a:pt x="1846844" y="1573415"/>
                  </a:lnTo>
                  <a:lnTo>
                    <a:pt x="1846981" y="1573401"/>
                  </a:lnTo>
                  <a:lnTo>
                    <a:pt x="1847117" y="1573388"/>
                  </a:lnTo>
                  <a:lnTo>
                    <a:pt x="1847254" y="1573376"/>
                  </a:lnTo>
                  <a:lnTo>
                    <a:pt x="1847391" y="1573365"/>
                  </a:lnTo>
                  <a:lnTo>
                    <a:pt x="1847527" y="1573354"/>
                  </a:lnTo>
                  <a:lnTo>
                    <a:pt x="1847664" y="1573345"/>
                  </a:lnTo>
                  <a:lnTo>
                    <a:pt x="1847801" y="1573336"/>
                  </a:lnTo>
                  <a:lnTo>
                    <a:pt x="1848075" y="1573320"/>
                  </a:lnTo>
                  <a:lnTo>
                    <a:pt x="1848348" y="1573308"/>
                  </a:lnTo>
                  <a:lnTo>
                    <a:pt x="1848484" y="1573303"/>
                  </a:lnTo>
                  <a:lnTo>
                    <a:pt x="1848757" y="1573296"/>
                  </a:lnTo>
                  <a:lnTo>
                    <a:pt x="1848893" y="1573293"/>
                  </a:lnTo>
                  <a:lnTo>
                    <a:pt x="1849166" y="1573291"/>
                  </a:lnTo>
                  <a:lnTo>
                    <a:pt x="1849302" y="1573291"/>
                  </a:lnTo>
                  <a:lnTo>
                    <a:pt x="1849439" y="1573291"/>
                  </a:lnTo>
                  <a:lnTo>
                    <a:pt x="1849712" y="1573295"/>
                  </a:lnTo>
                  <a:lnTo>
                    <a:pt x="1849848" y="1573298"/>
                  </a:lnTo>
                  <a:lnTo>
                    <a:pt x="1849984" y="1573302"/>
                  </a:lnTo>
                  <a:lnTo>
                    <a:pt x="1850121" y="1573306"/>
                  </a:lnTo>
                  <a:lnTo>
                    <a:pt x="1850257" y="1573311"/>
                  </a:lnTo>
                  <a:lnTo>
                    <a:pt x="1850393" y="1573318"/>
                  </a:lnTo>
                  <a:lnTo>
                    <a:pt x="1850530" y="1573324"/>
                  </a:lnTo>
                  <a:lnTo>
                    <a:pt x="1850666" y="1573332"/>
                  </a:lnTo>
                  <a:lnTo>
                    <a:pt x="1850938" y="1573350"/>
                  </a:lnTo>
                  <a:lnTo>
                    <a:pt x="1851074" y="1573360"/>
                  </a:lnTo>
                  <a:lnTo>
                    <a:pt x="1891323" y="1577183"/>
                  </a:lnTo>
                  <a:lnTo>
                    <a:pt x="1899953" y="1578004"/>
                  </a:lnTo>
                  <a:lnTo>
                    <a:pt x="1900159" y="1578023"/>
                  </a:lnTo>
                  <a:lnTo>
                    <a:pt x="1900365" y="1578042"/>
                  </a:lnTo>
                  <a:lnTo>
                    <a:pt x="1900570" y="1578060"/>
                  </a:lnTo>
                  <a:lnTo>
                    <a:pt x="1900841" y="1578082"/>
                  </a:lnTo>
                  <a:lnTo>
                    <a:pt x="1900982" y="1578093"/>
                  </a:lnTo>
                  <a:lnTo>
                    <a:pt x="1901188" y="1578109"/>
                  </a:lnTo>
                  <a:lnTo>
                    <a:pt x="1901394" y="1578124"/>
                  </a:lnTo>
                  <a:lnTo>
                    <a:pt x="1901600" y="1578138"/>
                  </a:lnTo>
                  <a:lnTo>
                    <a:pt x="1901806" y="1578151"/>
                  </a:lnTo>
                  <a:lnTo>
                    <a:pt x="1902012" y="1578164"/>
                  </a:lnTo>
                  <a:lnTo>
                    <a:pt x="1902218" y="1578176"/>
                  </a:lnTo>
                  <a:lnTo>
                    <a:pt x="1902424" y="1578187"/>
                  </a:lnTo>
                  <a:lnTo>
                    <a:pt x="1902630" y="1578197"/>
                  </a:lnTo>
                  <a:lnTo>
                    <a:pt x="1902837" y="1578207"/>
                  </a:lnTo>
                  <a:lnTo>
                    <a:pt x="1903043" y="1578216"/>
                  </a:lnTo>
                  <a:lnTo>
                    <a:pt x="1903249" y="1578224"/>
                  </a:lnTo>
                  <a:lnTo>
                    <a:pt x="1903456" y="1578231"/>
                  </a:lnTo>
                  <a:lnTo>
                    <a:pt x="1903662" y="1578238"/>
                  </a:lnTo>
                  <a:lnTo>
                    <a:pt x="1903868" y="1578244"/>
                  </a:lnTo>
                  <a:lnTo>
                    <a:pt x="1904075" y="1578249"/>
                  </a:lnTo>
                  <a:lnTo>
                    <a:pt x="1904281" y="1578254"/>
                  </a:lnTo>
                  <a:lnTo>
                    <a:pt x="1904488" y="1578257"/>
                  </a:lnTo>
                  <a:lnTo>
                    <a:pt x="1904694" y="1578260"/>
                  </a:lnTo>
                  <a:lnTo>
                    <a:pt x="1904901" y="1578263"/>
                  </a:lnTo>
                  <a:lnTo>
                    <a:pt x="1905107" y="1578264"/>
                  </a:lnTo>
                  <a:lnTo>
                    <a:pt x="1905314" y="1578265"/>
                  </a:lnTo>
                  <a:lnTo>
                    <a:pt x="1905520" y="1578264"/>
                  </a:lnTo>
                  <a:lnTo>
                    <a:pt x="1905727" y="1578263"/>
                  </a:lnTo>
                  <a:lnTo>
                    <a:pt x="1905933" y="1578261"/>
                  </a:lnTo>
                  <a:lnTo>
                    <a:pt x="1906140" y="1578259"/>
                  </a:lnTo>
                  <a:lnTo>
                    <a:pt x="1906346" y="1578255"/>
                  </a:lnTo>
                  <a:lnTo>
                    <a:pt x="1906553" y="1578251"/>
                  </a:lnTo>
                  <a:lnTo>
                    <a:pt x="1906759" y="1578246"/>
                  </a:lnTo>
                  <a:lnTo>
                    <a:pt x="1906965" y="1578240"/>
                  </a:lnTo>
                  <a:lnTo>
                    <a:pt x="1907172" y="1578234"/>
                  </a:lnTo>
                  <a:lnTo>
                    <a:pt x="1907378" y="1578226"/>
                  </a:lnTo>
                  <a:lnTo>
                    <a:pt x="1907585" y="1578219"/>
                  </a:lnTo>
                  <a:lnTo>
                    <a:pt x="1907791" y="1578210"/>
                  </a:lnTo>
                  <a:lnTo>
                    <a:pt x="1907997" y="1578200"/>
                  </a:lnTo>
                  <a:lnTo>
                    <a:pt x="1908203" y="1578190"/>
                  </a:lnTo>
                  <a:lnTo>
                    <a:pt x="1908410" y="1578179"/>
                  </a:lnTo>
                  <a:lnTo>
                    <a:pt x="1908616" y="1578167"/>
                  </a:lnTo>
                  <a:lnTo>
                    <a:pt x="1908822" y="1578155"/>
                  </a:lnTo>
                  <a:lnTo>
                    <a:pt x="1909028" y="1578142"/>
                  </a:lnTo>
                  <a:lnTo>
                    <a:pt x="1909234" y="1578128"/>
                  </a:lnTo>
                  <a:lnTo>
                    <a:pt x="1909440" y="1578113"/>
                  </a:lnTo>
                  <a:lnTo>
                    <a:pt x="1909646" y="1578098"/>
                  </a:lnTo>
                  <a:lnTo>
                    <a:pt x="1909852" y="1578082"/>
                  </a:lnTo>
                  <a:lnTo>
                    <a:pt x="1910057" y="1578065"/>
                  </a:lnTo>
                  <a:lnTo>
                    <a:pt x="1910263" y="1578047"/>
                  </a:lnTo>
                  <a:lnTo>
                    <a:pt x="1910469" y="1578029"/>
                  </a:lnTo>
                  <a:lnTo>
                    <a:pt x="1910674" y="1578010"/>
                  </a:lnTo>
                  <a:lnTo>
                    <a:pt x="1910880" y="1577990"/>
                  </a:lnTo>
                  <a:lnTo>
                    <a:pt x="1911085" y="1577969"/>
                  </a:lnTo>
                  <a:lnTo>
                    <a:pt x="1912814" y="1577794"/>
                  </a:lnTo>
                  <a:lnTo>
                    <a:pt x="1914781" y="1577595"/>
                  </a:lnTo>
                  <a:lnTo>
                    <a:pt x="1914649" y="1576192"/>
                  </a:lnTo>
                  <a:lnTo>
                    <a:pt x="1914432" y="1573887"/>
                  </a:lnTo>
                  <a:lnTo>
                    <a:pt x="1914384" y="1573381"/>
                  </a:lnTo>
                  <a:lnTo>
                    <a:pt x="1914350" y="1573018"/>
                  </a:lnTo>
                  <a:lnTo>
                    <a:pt x="1915728" y="1568303"/>
                  </a:lnTo>
                  <a:lnTo>
                    <a:pt x="1917116" y="1563549"/>
                  </a:lnTo>
                  <a:lnTo>
                    <a:pt x="1917636" y="1561769"/>
                  </a:lnTo>
                  <a:lnTo>
                    <a:pt x="1913025" y="1559691"/>
                  </a:lnTo>
                  <a:lnTo>
                    <a:pt x="1879423" y="1544567"/>
                  </a:lnTo>
                  <a:lnTo>
                    <a:pt x="1874716" y="1542528"/>
                  </a:lnTo>
                  <a:lnTo>
                    <a:pt x="1873624" y="1541665"/>
                  </a:lnTo>
                  <a:lnTo>
                    <a:pt x="1866920" y="1536373"/>
                  </a:lnTo>
                  <a:lnTo>
                    <a:pt x="1866423" y="1535978"/>
                  </a:lnTo>
                  <a:lnTo>
                    <a:pt x="1866001" y="1535465"/>
                  </a:lnTo>
                  <a:lnTo>
                    <a:pt x="1864891" y="1533982"/>
                  </a:lnTo>
                  <a:lnTo>
                    <a:pt x="1862920" y="1531383"/>
                  </a:lnTo>
                  <a:lnTo>
                    <a:pt x="1862672" y="1531055"/>
                  </a:lnTo>
                  <a:lnTo>
                    <a:pt x="1858565" y="1525710"/>
                  </a:lnTo>
                  <a:lnTo>
                    <a:pt x="1858985" y="1524528"/>
                  </a:lnTo>
                  <a:lnTo>
                    <a:pt x="1859305" y="1523631"/>
                  </a:lnTo>
                  <a:lnTo>
                    <a:pt x="1866245" y="1504645"/>
                  </a:lnTo>
                  <a:lnTo>
                    <a:pt x="1864976" y="1504183"/>
                  </a:lnTo>
                  <a:lnTo>
                    <a:pt x="1843671" y="1496543"/>
                  </a:lnTo>
                  <a:lnTo>
                    <a:pt x="1837537" y="1494333"/>
                  </a:lnTo>
                  <a:lnTo>
                    <a:pt x="1810153" y="1484514"/>
                  </a:lnTo>
                  <a:lnTo>
                    <a:pt x="1807679" y="1483627"/>
                  </a:lnTo>
                  <a:lnTo>
                    <a:pt x="1808342" y="1481888"/>
                  </a:lnTo>
                  <a:lnTo>
                    <a:pt x="1817474" y="1456825"/>
                  </a:lnTo>
                  <a:lnTo>
                    <a:pt x="1823903" y="1439085"/>
                  </a:lnTo>
                  <a:lnTo>
                    <a:pt x="1826737" y="1414002"/>
                  </a:lnTo>
                  <a:lnTo>
                    <a:pt x="1828466" y="1398998"/>
                  </a:lnTo>
                  <a:lnTo>
                    <a:pt x="1829541" y="1389669"/>
                  </a:lnTo>
                  <a:lnTo>
                    <a:pt x="1829785" y="1387189"/>
                  </a:lnTo>
                  <a:lnTo>
                    <a:pt x="1829984" y="1385332"/>
                  </a:lnTo>
                  <a:lnTo>
                    <a:pt x="1843641" y="1385135"/>
                  </a:lnTo>
                  <a:lnTo>
                    <a:pt x="1854085" y="1384985"/>
                  </a:lnTo>
                  <a:lnTo>
                    <a:pt x="1877452" y="1384618"/>
                  </a:lnTo>
                  <a:lnTo>
                    <a:pt x="1887896" y="1384476"/>
                  </a:lnTo>
                  <a:lnTo>
                    <a:pt x="1890440" y="1384373"/>
                  </a:lnTo>
                  <a:lnTo>
                    <a:pt x="1888333" y="1382747"/>
                  </a:lnTo>
                  <a:lnTo>
                    <a:pt x="1886440" y="1381317"/>
                  </a:lnTo>
                  <a:lnTo>
                    <a:pt x="1867371" y="1366903"/>
                  </a:lnTo>
                  <a:lnTo>
                    <a:pt x="1865383" y="1365412"/>
                  </a:lnTo>
                  <a:lnTo>
                    <a:pt x="1861993" y="1362870"/>
                  </a:lnTo>
                  <a:lnTo>
                    <a:pt x="1860415" y="1361687"/>
                  </a:lnTo>
                  <a:lnTo>
                    <a:pt x="1843631" y="1349095"/>
                  </a:lnTo>
                  <a:lnTo>
                    <a:pt x="1836123" y="1343464"/>
                  </a:lnTo>
                  <a:lnTo>
                    <a:pt x="1834625" y="1342340"/>
                  </a:lnTo>
                  <a:lnTo>
                    <a:pt x="1831716" y="1340158"/>
                  </a:lnTo>
                  <a:lnTo>
                    <a:pt x="1819583" y="1331182"/>
                  </a:lnTo>
                  <a:lnTo>
                    <a:pt x="1798795" y="1315778"/>
                  </a:lnTo>
                  <a:lnTo>
                    <a:pt x="1788347" y="1307897"/>
                  </a:lnTo>
                  <a:lnTo>
                    <a:pt x="1788193" y="1307781"/>
                  </a:lnTo>
                  <a:lnTo>
                    <a:pt x="1786040" y="1307007"/>
                  </a:lnTo>
                  <a:lnTo>
                    <a:pt x="1778132" y="1304169"/>
                  </a:lnTo>
                  <a:lnTo>
                    <a:pt x="1776028" y="1303412"/>
                  </a:lnTo>
                  <a:lnTo>
                    <a:pt x="1759372" y="1297426"/>
                  </a:lnTo>
                  <a:lnTo>
                    <a:pt x="1756020" y="1298656"/>
                  </a:lnTo>
                  <a:lnTo>
                    <a:pt x="1752926" y="1299791"/>
                  </a:lnTo>
                  <a:lnTo>
                    <a:pt x="1753518" y="1297290"/>
                  </a:lnTo>
                  <a:lnTo>
                    <a:pt x="1754493" y="1291404"/>
                  </a:lnTo>
                  <a:lnTo>
                    <a:pt x="1754318" y="1287001"/>
                  </a:lnTo>
                  <a:lnTo>
                    <a:pt x="1754272" y="1285829"/>
                  </a:lnTo>
                  <a:lnTo>
                    <a:pt x="1742680" y="1281206"/>
                  </a:lnTo>
                  <a:lnTo>
                    <a:pt x="1739013" y="1279991"/>
                  </a:lnTo>
                  <a:lnTo>
                    <a:pt x="1731599" y="1276799"/>
                  </a:lnTo>
                  <a:lnTo>
                    <a:pt x="1731374" y="1276703"/>
                  </a:lnTo>
                  <a:lnTo>
                    <a:pt x="1731150" y="1276608"/>
                  </a:lnTo>
                  <a:lnTo>
                    <a:pt x="1730907" y="1276505"/>
                  </a:lnTo>
                  <a:lnTo>
                    <a:pt x="1730700" y="1276419"/>
                  </a:lnTo>
                  <a:lnTo>
                    <a:pt x="1730475" y="1276326"/>
                  </a:lnTo>
                  <a:lnTo>
                    <a:pt x="1730161" y="1276197"/>
                  </a:lnTo>
                  <a:lnTo>
                    <a:pt x="1730023" y="1276141"/>
                  </a:lnTo>
                  <a:lnTo>
                    <a:pt x="1729797" y="1276050"/>
                  </a:lnTo>
                  <a:lnTo>
                    <a:pt x="1729571" y="1275960"/>
                  </a:lnTo>
                  <a:lnTo>
                    <a:pt x="1729344" y="1275870"/>
                  </a:lnTo>
                  <a:lnTo>
                    <a:pt x="1729117" y="1275781"/>
                  </a:lnTo>
                  <a:lnTo>
                    <a:pt x="1728889" y="1275693"/>
                  </a:lnTo>
                  <a:lnTo>
                    <a:pt x="1728662" y="1275606"/>
                  </a:lnTo>
                  <a:lnTo>
                    <a:pt x="1728434" y="1275519"/>
                  </a:lnTo>
                  <a:lnTo>
                    <a:pt x="1728206" y="1275433"/>
                  </a:lnTo>
                  <a:lnTo>
                    <a:pt x="1727977" y="1275348"/>
                  </a:lnTo>
                  <a:lnTo>
                    <a:pt x="1727748" y="1275264"/>
                  </a:lnTo>
                  <a:lnTo>
                    <a:pt x="1727519" y="1275180"/>
                  </a:lnTo>
                  <a:lnTo>
                    <a:pt x="1727290" y="1275097"/>
                  </a:lnTo>
                  <a:lnTo>
                    <a:pt x="1727060" y="1275015"/>
                  </a:lnTo>
                  <a:lnTo>
                    <a:pt x="1726831" y="1274933"/>
                  </a:lnTo>
                  <a:lnTo>
                    <a:pt x="1726601" y="1274852"/>
                  </a:lnTo>
                  <a:lnTo>
                    <a:pt x="1726370" y="1274772"/>
                  </a:lnTo>
                  <a:lnTo>
                    <a:pt x="1726140" y="1274693"/>
                  </a:lnTo>
                  <a:lnTo>
                    <a:pt x="1725909" y="1274615"/>
                  </a:lnTo>
                  <a:lnTo>
                    <a:pt x="1725678" y="1274537"/>
                  </a:lnTo>
                  <a:lnTo>
                    <a:pt x="1725446" y="1274460"/>
                  </a:lnTo>
                  <a:lnTo>
                    <a:pt x="1725215" y="1274384"/>
                  </a:lnTo>
                  <a:lnTo>
                    <a:pt x="1724983" y="1274308"/>
                  </a:lnTo>
                  <a:lnTo>
                    <a:pt x="1724503" y="1274155"/>
                  </a:lnTo>
                  <a:lnTo>
                    <a:pt x="1724058" y="1274012"/>
                  </a:lnTo>
                  <a:lnTo>
                    <a:pt x="1718424" y="1272276"/>
                  </a:lnTo>
                  <a:lnTo>
                    <a:pt x="1715308" y="1271320"/>
                  </a:lnTo>
                  <a:lnTo>
                    <a:pt x="1712140" y="1270396"/>
                  </a:lnTo>
                  <a:lnTo>
                    <a:pt x="1706426" y="1268641"/>
                  </a:lnTo>
                  <a:lnTo>
                    <a:pt x="1704372" y="1267829"/>
                  </a:lnTo>
                  <a:lnTo>
                    <a:pt x="1700868" y="1266444"/>
                  </a:lnTo>
                  <a:lnTo>
                    <a:pt x="1700678" y="1266364"/>
                  </a:lnTo>
                  <a:lnTo>
                    <a:pt x="1698145" y="1265296"/>
                  </a:lnTo>
                  <a:lnTo>
                    <a:pt x="1698004" y="1265242"/>
                  </a:lnTo>
                  <a:lnTo>
                    <a:pt x="1697864" y="1265188"/>
                  </a:lnTo>
                  <a:lnTo>
                    <a:pt x="1697723" y="1265136"/>
                  </a:lnTo>
                  <a:lnTo>
                    <a:pt x="1697582" y="1265083"/>
                  </a:lnTo>
                  <a:lnTo>
                    <a:pt x="1697441" y="1265032"/>
                  </a:lnTo>
                  <a:lnTo>
                    <a:pt x="1697300" y="1264981"/>
                  </a:lnTo>
                  <a:lnTo>
                    <a:pt x="1697016" y="1264882"/>
                  </a:lnTo>
                  <a:lnTo>
                    <a:pt x="1696874" y="1264833"/>
                  </a:lnTo>
                  <a:lnTo>
                    <a:pt x="1696731" y="1264785"/>
                  </a:lnTo>
                  <a:lnTo>
                    <a:pt x="1696589" y="1264738"/>
                  </a:lnTo>
                  <a:lnTo>
                    <a:pt x="1696446" y="1264691"/>
                  </a:lnTo>
                  <a:lnTo>
                    <a:pt x="1696303" y="1264646"/>
                  </a:lnTo>
                  <a:lnTo>
                    <a:pt x="1696159" y="1264600"/>
                  </a:lnTo>
                  <a:lnTo>
                    <a:pt x="1696016" y="1264556"/>
                  </a:lnTo>
                  <a:lnTo>
                    <a:pt x="1695872" y="1264512"/>
                  </a:lnTo>
                  <a:lnTo>
                    <a:pt x="1695728" y="1264469"/>
                  </a:lnTo>
                  <a:lnTo>
                    <a:pt x="1695584" y="1264427"/>
                  </a:lnTo>
                  <a:lnTo>
                    <a:pt x="1695440" y="1264385"/>
                  </a:lnTo>
                  <a:lnTo>
                    <a:pt x="1695295" y="1264344"/>
                  </a:lnTo>
                  <a:lnTo>
                    <a:pt x="1695150" y="1264304"/>
                  </a:lnTo>
                  <a:lnTo>
                    <a:pt x="1695005" y="1264265"/>
                  </a:lnTo>
                  <a:lnTo>
                    <a:pt x="1694858" y="1264225"/>
                  </a:lnTo>
                  <a:lnTo>
                    <a:pt x="1694711" y="1264187"/>
                  </a:lnTo>
                  <a:lnTo>
                    <a:pt x="1694563" y="1264149"/>
                  </a:lnTo>
                  <a:lnTo>
                    <a:pt x="1694415" y="1264112"/>
                  </a:lnTo>
                  <a:lnTo>
                    <a:pt x="1694267" y="1264075"/>
                  </a:lnTo>
                  <a:lnTo>
                    <a:pt x="1694119" y="1264040"/>
                  </a:lnTo>
                  <a:lnTo>
                    <a:pt x="1693970" y="1264004"/>
                  </a:lnTo>
                  <a:lnTo>
                    <a:pt x="1693822" y="1263970"/>
                  </a:lnTo>
                  <a:lnTo>
                    <a:pt x="1693673" y="1263937"/>
                  </a:lnTo>
                  <a:lnTo>
                    <a:pt x="1693524" y="1263904"/>
                  </a:lnTo>
                  <a:lnTo>
                    <a:pt x="1693375" y="1263872"/>
                  </a:lnTo>
                  <a:lnTo>
                    <a:pt x="1693226" y="1263841"/>
                  </a:lnTo>
                  <a:lnTo>
                    <a:pt x="1693077" y="1263810"/>
                  </a:lnTo>
                  <a:lnTo>
                    <a:pt x="1692927" y="1263780"/>
                  </a:lnTo>
                  <a:lnTo>
                    <a:pt x="1692777" y="1263751"/>
                  </a:lnTo>
                  <a:lnTo>
                    <a:pt x="1692628" y="1263723"/>
                  </a:lnTo>
                  <a:lnTo>
                    <a:pt x="1692478" y="1263696"/>
                  </a:lnTo>
                  <a:lnTo>
                    <a:pt x="1692328" y="1263669"/>
                  </a:lnTo>
                  <a:lnTo>
                    <a:pt x="1692178" y="1263643"/>
                  </a:lnTo>
                  <a:lnTo>
                    <a:pt x="1692028" y="1263618"/>
                  </a:lnTo>
                  <a:lnTo>
                    <a:pt x="1691878" y="1263594"/>
                  </a:lnTo>
                  <a:lnTo>
                    <a:pt x="1691728" y="1263570"/>
                  </a:lnTo>
                  <a:lnTo>
                    <a:pt x="1691577" y="1263547"/>
                  </a:lnTo>
                  <a:lnTo>
                    <a:pt x="1691427" y="1263525"/>
                  </a:lnTo>
                  <a:lnTo>
                    <a:pt x="1691276" y="1263503"/>
                  </a:lnTo>
                  <a:lnTo>
                    <a:pt x="1691126" y="1263483"/>
                  </a:lnTo>
                  <a:lnTo>
                    <a:pt x="1690975" y="1263463"/>
                  </a:lnTo>
                  <a:lnTo>
                    <a:pt x="1690824" y="1263444"/>
                  </a:lnTo>
                  <a:lnTo>
                    <a:pt x="1690673" y="1263425"/>
                  </a:lnTo>
                  <a:lnTo>
                    <a:pt x="1690522" y="1263407"/>
                  </a:lnTo>
                  <a:lnTo>
                    <a:pt x="1690370" y="1263390"/>
                  </a:lnTo>
                  <a:lnTo>
                    <a:pt x="1690219" y="1263374"/>
                  </a:lnTo>
                  <a:lnTo>
                    <a:pt x="1690068" y="1263359"/>
                  </a:lnTo>
                  <a:lnTo>
                    <a:pt x="1689916" y="1263344"/>
                  </a:lnTo>
                  <a:lnTo>
                    <a:pt x="1689765" y="1263330"/>
                  </a:lnTo>
                  <a:lnTo>
                    <a:pt x="1689462" y="1263305"/>
                  </a:lnTo>
                  <a:lnTo>
                    <a:pt x="1689310" y="1263293"/>
                  </a:lnTo>
                  <a:lnTo>
                    <a:pt x="1689158" y="1263282"/>
                  </a:lnTo>
                  <a:lnTo>
                    <a:pt x="1689006" y="1263272"/>
                  </a:lnTo>
                  <a:lnTo>
                    <a:pt x="1688854" y="1263263"/>
                  </a:lnTo>
                  <a:lnTo>
                    <a:pt x="1688702" y="1263254"/>
                  </a:lnTo>
                  <a:lnTo>
                    <a:pt x="1688551" y="1263246"/>
                  </a:lnTo>
                  <a:lnTo>
                    <a:pt x="1688398" y="1263239"/>
                  </a:lnTo>
                  <a:lnTo>
                    <a:pt x="1688247" y="1263233"/>
                  </a:lnTo>
                  <a:lnTo>
                    <a:pt x="1688095" y="1263227"/>
                  </a:lnTo>
                  <a:lnTo>
                    <a:pt x="1687942" y="1263222"/>
                  </a:lnTo>
                  <a:lnTo>
                    <a:pt x="1687790" y="1263218"/>
                  </a:lnTo>
                  <a:lnTo>
                    <a:pt x="1687638" y="1263215"/>
                  </a:lnTo>
                  <a:lnTo>
                    <a:pt x="1687486" y="1263212"/>
                  </a:lnTo>
                  <a:lnTo>
                    <a:pt x="1687334" y="1263210"/>
                  </a:lnTo>
                  <a:lnTo>
                    <a:pt x="1687182" y="1263209"/>
                  </a:lnTo>
                  <a:lnTo>
                    <a:pt x="1686877" y="1263209"/>
                  </a:lnTo>
                  <a:lnTo>
                    <a:pt x="1686725" y="1263210"/>
                  </a:lnTo>
                  <a:lnTo>
                    <a:pt x="1686573" y="1263212"/>
                  </a:lnTo>
                  <a:lnTo>
                    <a:pt x="1686421" y="1263215"/>
                  </a:lnTo>
                  <a:lnTo>
                    <a:pt x="1686269" y="1263219"/>
                  </a:lnTo>
                  <a:lnTo>
                    <a:pt x="1680163" y="1263412"/>
                  </a:lnTo>
                  <a:lnTo>
                    <a:pt x="1677956" y="1263482"/>
                  </a:lnTo>
                  <a:lnTo>
                    <a:pt x="1676991" y="1266316"/>
                  </a:lnTo>
                  <a:lnTo>
                    <a:pt x="1675060" y="1265879"/>
                  </a:lnTo>
                  <a:lnTo>
                    <a:pt x="1629451" y="1255496"/>
                  </a:lnTo>
                  <a:lnTo>
                    <a:pt x="1623323" y="1253981"/>
                  </a:lnTo>
                  <a:lnTo>
                    <a:pt x="1620344" y="1253248"/>
                  </a:lnTo>
                  <a:lnTo>
                    <a:pt x="1613448" y="1251401"/>
                  </a:lnTo>
                  <a:lnTo>
                    <a:pt x="1610803" y="1250775"/>
                  </a:lnTo>
                  <a:lnTo>
                    <a:pt x="1605381" y="1247556"/>
                  </a:lnTo>
                  <a:lnTo>
                    <a:pt x="1604207" y="1246858"/>
                  </a:lnTo>
                  <a:lnTo>
                    <a:pt x="1588615" y="1237694"/>
                  </a:lnTo>
                  <a:lnTo>
                    <a:pt x="1578621" y="1231771"/>
                  </a:lnTo>
                  <a:lnTo>
                    <a:pt x="1570064" y="1226700"/>
                  </a:lnTo>
                  <a:lnTo>
                    <a:pt x="1568303" y="1225670"/>
                  </a:lnTo>
                  <a:lnTo>
                    <a:pt x="1565750" y="1224178"/>
                  </a:lnTo>
                  <a:lnTo>
                    <a:pt x="1563350" y="1222774"/>
                  </a:lnTo>
                  <a:lnTo>
                    <a:pt x="1558408" y="1219848"/>
                  </a:lnTo>
                  <a:lnTo>
                    <a:pt x="1551255" y="1215884"/>
                  </a:lnTo>
                  <a:lnTo>
                    <a:pt x="1546577" y="1212959"/>
                  </a:lnTo>
                  <a:lnTo>
                    <a:pt x="1545959" y="1212571"/>
                  </a:lnTo>
                  <a:lnTo>
                    <a:pt x="1545658" y="1212398"/>
                  </a:lnTo>
                  <a:lnTo>
                    <a:pt x="1544817" y="1211905"/>
                  </a:lnTo>
                  <a:lnTo>
                    <a:pt x="1544313" y="1211590"/>
                  </a:lnTo>
                  <a:lnTo>
                    <a:pt x="1543582" y="1211123"/>
                  </a:lnTo>
                  <a:lnTo>
                    <a:pt x="1542978" y="1210739"/>
                  </a:lnTo>
                  <a:lnTo>
                    <a:pt x="1540854" y="1209385"/>
                  </a:lnTo>
                  <a:lnTo>
                    <a:pt x="1539935" y="1209586"/>
                  </a:lnTo>
                  <a:lnTo>
                    <a:pt x="1524414" y="1212972"/>
                  </a:lnTo>
                  <a:lnTo>
                    <a:pt x="1523448" y="1213223"/>
                  </a:lnTo>
                  <a:lnTo>
                    <a:pt x="1515315" y="1215338"/>
                  </a:lnTo>
                  <a:lnTo>
                    <a:pt x="1506702" y="1218106"/>
                  </a:lnTo>
                  <a:lnTo>
                    <a:pt x="1504238" y="1219049"/>
                  </a:lnTo>
                  <a:lnTo>
                    <a:pt x="1500426" y="1220509"/>
                  </a:lnTo>
                  <a:lnTo>
                    <a:pt x="1496634" y="1221961"/>
                  </a:lnTo>
                  <a:lnTo>
                    <a:pt x="1494399" y="1222817"/>
                  </a:lnTo>
                  <a:lnTo>
                    <a:pt x="1491000" y="1224119"/>
                  </a:lnTo>
                  <a:lnTo>
                    <a:pt x="1486448" y="1225862"/>
                  </a:lnTo>
                  <a:lnTo>
                    <a:pt x="1486257" y="1225928"/>
                  </a:lnTo>
                  <a:lnTo>
                    <a:pt x="1486060" y="1225996"/>
                  </a:lnTo>
                  <a:lnTo>
                    <a:pt x="1485862" y="1226063"/>
                  </a:lnTo>
                  <a:lnTo>
                    <a:pt x="1485663" y="1226130"/>
                  </a:lnTo>
                  <a:lnTo>
                    <a:pt x="1485465" y="1226196"/>
                  </a:lnTo>
                  <a:lnTo>
                    <a:pt x="1485266" y="1226261"/>
                  </a:lnTo>
                  <a:lnTo>
                    <a:pt x="1485067" y="1226325"/>
                  </a:lnTo>
                  <a:lnTo>
                    <a:pt x="1484868" y="1226389"/>
                  </a:lnTo>
                  <a:lnTo>
                    <a:pt x="1484668" y="1226452"/>
                  </a:lnTo>
                  <a:lnTo>
                    <a:pt x="1484468" y="1226514"/>
                  </a:lnTo>
                  <a:lnTo>
                    <a:pt x="1484269" y="1226576"/>
                  </a:lnTo>
                  <a:lnTo>
                    <a:pt x="1484069" y="1226636"/>
                  </a:lnTo>
                  <a:lnTo>
                    <a:pt x="1483868" y="1226696"/>
                  </a:lnTo>
                  <a:lnTo>
                    <a:pt x="1483668" y="1226756"/>
                  </a:lnTo>
                  <a:lnTo>
                    <a:pt x="1483467" y="1226814"/>
                  </a:lnTo>
                  <a:lnTo>
                    <a:pt x="1483266" y="1226872"/>
                  </a:lnTo>
                  <a:lnTo>
                    <a:pt x="1483065" y="1226929"/>
                  </a:lnTo>
                  <a:lnTo>
                    <a:pt x="1482863" y="1226985"/>
                  </a:lnTo>
                  <a:lnTo>
                    <a:pt x="1482662" y="1227041"/>
                  </a:lnTo>
                  <a:lnTo>
                    <a:pt x="1482460" y="1227096"/>
                  </a:lnTo>
                  <a:lnTo>
                    <a:pt x="1482258" y="1227150"/>
                  </a:lnTo>
                  <a:lnTo>
                    <a:pt x="1482056" y="1227203"/>
                  </a:lnTo>
                  <a:lnTo>
                    <a:pt x="1481853" y="1227256"/>
                  </a:lnTo>
                  <a:lnTo>
                    <a:pt x="1481650" y="1227308"/>
                  </a:lnTo>
                  <a:lnTo>
                    <a:pt x="1481448" y="1227359"/>
                  </a:lnTo>
                  <a:lnTo>
                    <a:pt x="1481245" y="1227409"/>
                  </a:lnTo>
                  <a:lnTo>
                    <a:pt x="1481042" y="1227459"/>
                  </a:lnTo>
                  <a:lnTo>
                    <a:pt x="1480838" y="1227508"/>
                  </a:lnTo>
                  <a:lnTo>
                    <a:pt x="1480635" y="1227556"/>
                  </a:lnTo>
                  <a:lnTo>
                    <a:pt x="1480431" y="1227603"/>
                  </a:lnTo>
                  <a:lnTo>
                    <a:pt x="1480227" y="1227650"/>
                  </a:lnTo>
                  <a:lnTo>
                    <a:pt x="1480023" y="1227696"/>
                  </a:lnTo>
                  <a:lnTo>
                    <a:pt x="1479819" y="1227741"/>
                  </a:lnTo>
                  <a:lnTo>
                    <a:pt x="1479615" y="1227786"/>
                  </a:lnTo>
                  <a:lnTo>
                    <a:pt x="1479410" y="1227829"/>
                  </a:lnTo>
                  <a:lnTo>
                    <a:pt x="1479205" y="1227872"/>
                  </a:lnTo>
                  <a:lnTo>
                    <a:pt x="1479001" y="1227914"/>
                  </a:lnTo>
                  <a:lnTo>
                    <a:pt x="1478796" y="1227956"/>
                  </a:lnTo>
                  <a:lnTo>
                    <a:pt x="1478590" y="1227996"/>
                  </a:lnTo>
                  <a:lnTo>
                    <a:pt x="1478385" y="1228036"/>
                  </a:lnTo>
                  <a:lnTo>
                    <a:pt x="1478180" y="1228075"/>
                  </a:lnTo>
                  <a:lnTo>
                    <a:pt x="1477974" y="1228114"/>
                  </a:lnTo>
                  <a:lnTo>
                    <a:pt x="1477769" y="1228151"/>
                  </a:lnTo>
                  <a:lnTo>
                    <a:pt x="1477563" y="1228188"/>
                  </a:lnTo>
                  <a:lnTo>
                    <a:pt x="1477357" y="1228224"/>
                  </a:lnTo>
                  <a:lnTo>
                    <a:pt x="1477151" y="1228260"/>
                  </a:lnTo>
                  <a:lnTo>
                    <a:pt x="1476944" y="1228294"/>
                  </a:lnTo>
                  <a:lnTo>
                    <a:pt x="1476738" y="1228328"/>
                  </a:lnTo>
                  <a:lnTo>
                    <a:pt x="1476532" y="1228361"/>
                  </a:lnTo>
                  <a:lnTo>
                    <a:pt x="1476325" y="1228394"/>
                  </a:lnTo>
                  <a:lnTo>
                    <a:pt x="1476118" y="1228425"/>
                  </a:lnTo>
                  <a:lnTo>
                    <a:pt x="1475912" y="1228456"/>
                  </a:lnTo>
                  <a:lnTo>
                    <a:pt x="1475705" y="1228486"/>
                  </a:lnTo>
                  <a:lnTo>
                    <a:pt x="1475497" y="1228515"/>
                  </a:lnTo>
                  <a:lnTo>
                    <a:pt x="1475290" y="1228544"/>
                  </a:lnTo>
                  <a:lnTo>
                    <a:pt x="1475083" y="1228572"/>
                  </a:lnTo>
                  <a:lnTo>
                    <a:pt x="1474876" y="1228599"/>
                  </a:lnTo>
                  <a:lnTo>
                    <a:pt x="1474668" y="1228625"/>
                  </a:lnTo>
                  <a:lnTo>
                    <a:pt x="1474461" y="1228650"/>
                  </a:lnTo>
                  <a:lnTo>
                    <a:pt x="1474253" y="1228675"/>
                  </a:lnTo>
                  <a:lnTo>
                    <a:pt x="1474045" y="1228699"/>
                  </a:lnTo>
                  <a:lnTo>
                    <a:pt x="1473838" y="1228723"/>
                  </a:lnTo>
                  <a:lnTo>
                    <a:pt x="1473630" y="1228745"/>
                  </a:lnTo>
                  <a:lnTo>
                    <a:pt x="1473422" y="1228767"/>
                  </a:lnTo>
                  <a:lnTo>
                    <a:pt x="1473214" y="1228788"/>
                  </a:lnTo>
                  <a:lnTo>
                    <a:pt x="1471308" y="1228889"/>
                  </a:lnTo>
                  <a:lnTo>
                    <a:pt x="1471108" y="1228900"/>
                  </a:lnTo>
                  <a:lnTo>
                    <a:pt x="1469442" y="1229038"/>
                  </a:lnTo>
                  <a:lnTo>
                    <a:pt x="1468095" y="1229070"/>
                  </a:lnTo>
                  <a:lnTo>
                    <a:pt x="1466711" y="1229065"/>
                  </a:lnTo>
                  <a:lnTo>
                    <a:pt x="1465789" y="1229064"/>
                  </a:lnTo>
                  <a:lnTo>
                    <a:pt x="1464441" y="1228988"/>
                  </a:lnTo>
                  <a:lnTo>
                    <a:pt x="1463485" y="1228948"/>
                  </a:lnTo>
                  <a:lnTo>
                    <a:pt x="1462244" y="1228875"/>
                  </a:lnTo>
                  <a:lnTo>
                    <a:pt x="1460896" y="1228763"/>
                  </a:lnTo>
                  <a:lnTo>
                    <a:pt x="1459654" y="1228653"/>
                  </a:lnTo>
                  <a:lnTo>
                    <a:pt x="1458379" y="1228542"/>
                  </a:lnTo>
                  <a:lnTo>
                    <a:pt x="1456818" y="1228360"/>
                  </a:lnTo>
                  <a:lnTo>
                    <a:pt x="1455871" y="1228249"/>
                  </a:lnTo>
                  <a:lnTo>
                    <a:pt x="1454620" y="1228103"/>
                  </a:lnTo>
                  <a:lnTo>
                    <a:pt x="1452599" y="1227843"/>
                  </a:lnTo>
                  <a:lnTo>
                    <a:pt x="1450825" y="1227593"/>
                  </a:lnTo>
                  <a:lnTo>
                    <a:pt x="1448310" y="1227231"/>
                  </a:lnTo>
                  <a:lnTo>
                    <a:pt x="1447105" y="1227035"/>
                  </a:lnTo>
                  <a:lnTo>
                    <a:pt x="1445929" y="1226868"/>
                  </a:lnTo>
                  <a:lnTo>
                    <a:pt x="1444467" y="1226574"/>
                  </a:lnTo>
                  <a:lnTo>
                    <a:pt x="1439201" y="1225656"/>
                  </a:lnTo>
                  <a:lnTo>
                    <a:pt x="1427595" y="1223342"/>
                  </a:lnTo>
                  <a:lnTo>
                    <a:pt x="1419477" y="1221556"/>
                  </a:lnTo>
                  <a:lnTo>
                    <a:pt x="1407882" y="1218661"/>
                  </a:lnTo>
                  <a:lnTo>
                    <a:pt x="1409339" y="1217819"/>
                  </a:lnTo>
                  <a:lnTo>
                    <a:pt x="1410177" y="1217285"/>
                  </a:lnTo>
                  <a:lnTo>
                    <a:pt x="1411762" y="1216376"/>
                  </a:lnTo>
                  <a:lnTo>
                    <a:pt x="1413543" y="1215319"/>
                  </a:lnTo>
                  <a:lnTo>
                    <a:pt x="1415368" y="1214146"/>
                  </a:lnTo>
                  <a:lnTo>
                    <a:pt x="1417090" y="1212869"/>
                  </a:lnTo>
                  <a:lnTo>
                    <a:pt x="1418881" y="1211384"/>
                  </a:lnTo>
                  <a:lnTo>
                    <a:pt x="1420412" y="1210039"/>
                  </a:lnTo>
                  <a:lnTo>
                    <a:pt x="1422454" y="1207986"/>
                  </a:lnTo>
                  <a:lnTo>
                    <a:pt x="1426724" y="1203691"/>
                  </a:lnTo>
                  <a:lnTo>
                    <a:pt x="1426705" y="1203369"/>
                  </a:lnTo>
                  <a:lnTo>
                    <a:pt x="1426653" y="1202492"/>
                  </a:lnTo>
                  <a:lnTo>
                    <a:pt x="1425990" y="1194525"/>
                  </a:lnTo>
                  <a:lnTo>
                    <a:pt x="1425767" y="1191793"/>
                  </a:lnTo>
                  <a:lnTo>
                    <a:pt x="1425694" y="1190925"/>
                  </a:lnTo>
                  <a:lnTo>
                    <a:pt x="1425587" y="1190260"/>
                  </a:lnTo>
                  <a:lnTo>
                    <a:pt x="1425395" y="1188092"/>
                  </a:lnTo>
                  <a:lnTo>
                    <a:pt x="1422634" y="1156090"/>
                  </a:lnTo>
                  <a:lnTo>
                    <a:pt x="1422562" y="1154868"/>
                  </a:lnTo>
                  <a:lnTo>
                    <a:pt x="1422521" y="1152532"/>
                  </a:lnTo>
                  <a:lnTo>
                    <a:pt x="1422541" y="1151327"/>
                  </a:lnTo>
                  <a:lnTo>
                    <a:pt x="1422590" y="1150130"/>
                  </a:lnTo>
                  <a:lnTo>
                    <a:pt x="1422795" y="1146663"/>
                  </a:lnTo>
                  <a:lnTo>
                    <a:pt x="1423003" y="1144202"/>
                  </a:lnTo>
                  <a:lnTo>
                    <a:pt x="1423312" y="1141154"/>
                  </a:lnTo>
                  <a:lnTo>
                    <a:pt x="1423369" y="1140585"/>
                  </a:lnTo>
                  <a:lnTo>
                    <a:pt x="1423425" y="1140013"/>
                  </a:lnTo>
                  <a:lnTo>
                    <a:pt x="1423470" y="1139576"/>
                  </a:lnTo>
                  <a:lnTo>
                    <a:pt x="1423484" y="1139443"/>
                  </a:lnTo>
                  <a:lnTo>
                    <a:pt x="1424060" y="1133741"/>
                  </a:lnTo>
                  <a:lnTo>
                    <a:pt x="1424452" y="1129869"/>
                  </a:lnTo>
                  <a:lnTo>
                    <a:pt x="1425897" y="1115585"/>
                  </a:lnTo>
                  <a:lnTo>
                    <a:pt x="1425954" y="1115013"/>
                  </a:lnTo>
                  <a:lnTo>
                    <a:pt x="1426026" y="1114302"/>
                  </a:lnTo>
                  <a:lnTo>
                    <a:pt x="1427283" y="1101871"/>
                  </a:lnTo>
                  <a:lnTo>
                    <a:pt x="1418975" y="1087657"/>
                  </a:lnTo>
                  <a:lnTo>
                    <a:pt x="1419003" y="1086416"/>
                  </a:lnTo>
                  <a:lnTo>
                    <a:pt x="1419265" y="1074391"/>
                  </a:lnTo>
                  <a:lnTo>
                    <a:pt x="1419428" y="1069018"/>
                  </a:lnTo>
                  <a:lnTo>
                    <a:pt x="1418239" y="1067688"/>
                  </a:lnTo>
                  <a:lnTo>
                    <a:pt x="1414385" y="1067259"/>
                  </a:lnTo>
                  <a:lnTo>
                    <a:pt x="1409267" y="1066686"/>
                  </a:lnTo>
                  <a:lnTo>
                    <a:pt x="1404827" y="1066190"/>
                  </a:lnTo>
                  <a:lnTo>
                    <a:pt x="1404583" y="1066168"/>
                  </a:lnTo>
                  <a:lnTo>
                    <a:pt x="1402909" y="1066014"/>
                  </a:lnTo>
                  <a:lnTo>
                    <a:pt x="1400862" y="1065736"/>
                  </a:lnTo>
                  <a:lnTo>
                    <a:pt x="1400061" y="1065574"/>
                  </a:lnTo>
                  <a:lnTo>
                    <a:pt x="1398109" y="1065176"/>
                  </a:lnTo>
                  <a:lnTo>
                    <a:pt x="1397255" y="1064955"/>
                  </a:lnTo>
                  <a:lnTo>
                    <a:pt x="1395547" y="1064512"/>
                  </a:lnTo>
                  <a:lnTo>
                    <a:pt x="1394096" y="1064033"/>
                  </a:lnTo>
                  <a:lnTo>
                    <a:pt x="1392477" y="1063501"/>
                  </a:lnTo>
                  <a:lnTo>
                    <a:pt x="1391341" y="1063008"/>
                  </a:lnTo>
                  <a:lnTo>
                    <a:pt x="1388496" y="1061777"/>
                  </a:lnTo>
                  <a:lnTo>
                    <a:pt x="1387886" y="1061422"/>
                  </a:lnTo>
                  <a:lnTo>
                    <a:pt x="1384803" y="1059623"/>
                  </a:lnTo>
                  <a:lnTo>
                    <a:pt x="1382905" y="1058517"/>
                  </a:lnTo>
                  <a:lnTo>
                    <a:pt x="1381847" y="1057740"/>
                  </a:lnTo>
                  <a:lnTo>
                    <a:pt x="1379417" y="1055956"/>
                  </a:lnTo>
                  <a:lnTo>
                    <a:pt x="1379148" y="1055793"/>
                  </a:lnTo>
                  <a:lnTo>
                    <a:pt x="1376479" y="1054191"/>
                  </a:lnTo>
                  <a:lnTo>
                    <a:pt x="1374974" y="1053288"/>
                  </a:lnTo>
                  <a:lnTo>
                    <a:pt x="1373784" y="1052585"/>
                  </a:lnTo>
                  <a:lnTo>
                    <a:pt x="1370741" y="1051262"/>
                  </a:lnTo>
                  <a:lnTo>
                    <a:pt x="1369902" y="1050897"/>
                  </a:lnTo>
                  <a:lnTo>
                    <a:pt x="1367641" y="1050052"/>
                  </a:lnTo>
                  <a:lnTo>
                    <a:pt x="1367019" y="1049819"/>
                  </a:lnTo>
                  <a:lnTo>
                    <a:pt x="1365858" y="1049384"/>
                  </a:lnTo>
                  <a:lnTo>
                    <a:pt x="1364472" y="1048930"/>
                  </a:lnTo>
                  <a:lnTo>
                    <a:pt x="1363805" y="1048710"/>
                  </a:lnTo>
                  <a:lnTo>
                    <a:pt x="1361721" y="1048146"/>
                  </a:lnTo>
                  <a:lnTo>
                    <a:pt x="1361403" y="1048098"/>
                  </a:lnTo>
                  <a:lnTo>
                    <a:pt x="1359597" y="1047824"/>
                  </a:lnTo>
                  <a:lnTo>
                    <a:pt x="1357966" y="1047684"/>
                  </a:lnTo>
                  <a:lnTo>
                    <a:pt x="1357447" y="1047640"/>
                  </a:lnTo>
                  <a:lnTo>
                    <a:pt x="1354247" y="1047629"/>
                  </a:lnTo>
                  <a:lnTo>
                    <a:pt x="1353130" y="1047626"/>
                  </a:lnTo>
                  <a:lnTo>
                    <a:pt x="1350926" y="1047626"/>
                  </a:lnTo>
                  <a:lnTo>
                    <a:pt x="1347425" y="1047627"/>
                  </a:lnTo>
                  <a:lnTo>
                    <a:pt x="1346641" y="1047627"/>
                  </a:lnTo>
                  <a:lnTo>
                    <a:pt x="1343904" y="1047627"/>
                  </a:lnTo>
                  <a:lnTo>
                    <a:pt x="1340382" y="1047626"/>
                  </a:lnTo>
                  <a:lnTo>
                    <a:pt x="1337997" y="1047626"/>
                  </a:lnTo>
                  <a:lnTo>
                    <a:pt x="1336844" y="1047636"/>
                  </a:lnTo>
                  <a:lnTo>
                    <a:pt x="1335837" y="1047645"/>
                  </a:lnTo>
                  <a:lnTo>
                    <a:pt x="1333676" y="1047648"/>
                  </a:lnTo>
                  <a:lnTo>
                    <a:pt x="1332955" y="1047630"/>
                  </a:lnTo>
                  <a:lnTo>
                    <a:pt x="1331511" y="1047592"/>
                  </a:lnTo>
                  <a:lnTo>
                    <a:pt x="1329568" y="1047470"/>
                  </a:lnTo>
                  <a:lnTo>
                    <a:pt x="1329353" y="1047456"/>
                  </a:lnTo>
                  <a:lnTo>
                    <a:pt x="1327210" y="1047156"/>
                  </a:lnTo>
                  <a:lnTo>
                    <a:pt x="1325959" y="1046906"/>
                  </a:lnTo>
                  <a:lnTo>
                    <a:pt x="1325105" y="1046737"/>
                  </a:lnTo>
                  <a:lnTo>
                    <a:pt x="1323311" y="1046233"/>
                  </a:lnTo>
                  <a:lnTo>
                    <a:pt x="1323067" y="1046167"/>
                  </a:lnTo>
                  <a:lnTo>
                    <a:pt x="1313840" y="1051667"/>
                  </a:lnTo>
                  <a:lnTo>
                    <a:pt x="1312147" y="1050779"/>
                  </a:lnTo>
                  <a:lnTo>
                    <a:pt x="1312881" y="1048693"/>
                  </a:lnTo>
                  <a:lnTo>
                    <a:pt x="1313427" y="1047226"/>
                  </a:lnTo>
                  <a:lnTo>
                    <a:pt x="1313360" y="1047054"/>
                  </a:lnTo>
                  <a:lnTo>
                    <a:pt x="1312855" y="1046853"/>
                  </a:lnTo>
                  <a:lnTo>
                    <a:pt x="1311699" y="1046397"/>
                  </a:lnTo>
                  <a:lnTo>
                    <a:pt x="1304733" y="1044733"/>
                  </a:lnTo>
                  <a:lnTo>
                    <a:pt x="1302572" y="1044551"/>
                  </a:lnTo>
                  <a:lnTo>
                    <a:pt x="1295453" y="1043951"/>
                  </a:lnTo>
                  <a:lnTo>
                    <a:pt x="1288050" y="1044257"/>
                  </a:lnTo>
                  <a:lnTo>
                    <a:pt x="1281690" y="1045430"/>
                  </a:lnTo>
                  <a:lnTo>
                    <a:pt x="1279296" y="1045512"/>
                  </a:lnTo>
                  <a:lnTo>
                    <a:pt x="1275813" y="1044804"/>
                  </a:lnTo>
                  <a:lnTo>
                    <a:pt x="1274326" y="1044531"/>
                  </a:lnTo>
                  <a:lnTo>
                    <a:pt x="1266767" y="1042107"/>
                  </a:lnTo>
                  <a:lnTo>
                    <a:pt x="1265766" y="1041785"/>
                  </a:lnTo>
                  <a:lnTo>
                    <a:pt x="1265334" y="1041647"/>
                  </a:lnTo>
                  <a:lnTo>
                    <a:pt x="1262398" y="1040705"/>
                  </a:lnTo>
                  <a:lnTo>
                    <a:pt x="1258678" y="1039511"/>
                  </a:lnTo>
                  <a:lnTo>
                    <a:pt x="1254194" y="1038073"/>
                  </a:lnTo>
                  <a:lnTo>
                    <a:pt x="1253737" y="1037927"/>
                  </a:lnTo>
                  <a:lnTo>
                    <a:pt x="1249792" y="1036463"/>
                  </a:lnTo>
                  <a:lnTo>
                    <a:pt x="1249314" y="1036499"/>
                  </a:lnTo>
                  <a:lnTo>
                    <a:pt x="1249119" y="1036514"/>
                  </a:lnTo>
                  <a:lnTo>
                    <a:pt x="1247827" y="1035997"/>
                  </a:lnTo>
                  <a:lnTo>
                    <a:pt x="1247195" y="1035744"/>
                  </a:lnTo>
                  <a:lnTo>
                    <a:pt x="1245765" y="1035172"/>
                  </a:lnTo>
                  <a:lnTo>
                    <a:pt x="1244522" y="1034082"/>
                  </a:lnTo>
                  <a:lnTo>
                    <a:pt x="1242245" y="1032085"/>
                  </a:lnTo>
                  <a:lnTo>
                    <a:pt x="1228548" y="1020073"/>
                  </a:lnTo>
                  <a:lnTo>
                    <a:pt x="1228370" y="1019917"/>
                  </a:lnTo>
                  <a:lnTo>
                    <a:pt x="1225955" y="1017759"/>
                  </a:lnTo>
                  <a:lnTo>
                    <a:pt x="1225493" y="1016931"/>
                  </a:lnTo>
                  <a:lnTo>
                    <a:pt x="1224930" y="1015924"/>
                  </a:lnTo>
                  <a:lnTo>
                    <a:pt x="1224031" y="1014787"/>
                  </a:lnTo>
                  <a:lnTo>
                    <a:pt x="1223403" y="1013994"/>
                  </a:lnTo>
                  <a:lnTo>
                    <a:pt x="1222834" y="1012381"/>
                  </a:lnTo>
                  <a:lnTo>
                    <a:pt x="1222621" y="1011496"/>
                  </a:lnTo>
                  <a:lnTo>
                    <a:pt x="1222449" y="1010507"/>
                  </a:lnTo>
                  <a:lnTo>
                    <a:pt x="1222085" y="1008437"/>
                  </a:lnTo>
                  <a:lnTo>
                    <a:pt x="1218402" y="1006277"/>
                  </a:lnTo>
                  <a:lnTo>
                    <a:pt x="1218083" y="1005108"/>
                  </a:lnTo>
                  <a:lnTo>
                    <a:pt x="1217366" y="1004449"/>
                  </a:lnTo>
                  <a:lnTo>
                    <a:pt x="1208495" y="996318"/>
                  </a:lnTo>
                  <a:lnTo>
                    <a:pt x="1206948" y="994899"/>
                  </a:lnTo>
                  <a:lnTo>
                    <a:pt x="1201809" y="992919"/>
                  </a:lnTo>
                  <a:lnTo>
                    <a:pt x="1200731" y="994295"/>
                  </a:lnTo>
                  <a:lnTo>
                    <a:pt x="1198634" y="994356"/>
                  </a:lnTo>
                  <a:lnTo>
                    <a:pt x="1190567" y="994590"/>
                  </a:lnTo>
                  <a:lnTo>
                    <a:pt x="1188471" y="994651"/>
                  </a:lnTo>
                  <a:lnTo>
                    <a:pt x="1186281" y="993028"/>
                  </a:lnTo>
                  <a:lnTo>
                    <a:pt x="1183815" y="991860"/>
                  </a:lnTo>
                  <a:lnTo>
                    <a:pt x="1181338" y="992914"/>
                  </a:lnTo>
                  <a:lnTo>
                    <a:pt x="1179307" y="992392"/>
                  </a:lnTo>
                  <a:lnTo>
                    <a:pt x="1161730" y="987876"/>
                  </a:lnTo>
                  <a:lnTo>
                    <a:pt x="1161348" y="986859"/>
                  </a:lnTo>
                  <a:lnTo>
                    <a:pt x="1161145" y="986324"/>
                  </a:lnTo>
                  <a:lnTo>
                    <a:pt x="1159397" y="986086"/>
                  </a:lnTo>
                  <a:lnTo>
                    <a:pt x="1158712" y="985429"/>
                  </a:lnTo>
                  <a:lnTo>
                    <a:pt x="1157376" y="985520"/>
                  </a:lnTo>
                  <a:lnTo>
                    <a:pt x="1144653" y="986389"/>
                  </a:lnTo>
                  <a:lnTo>
                    <a:pt x="1142562" y="986532"/>
                  </a:lnTo>
                  <a:lnTo>
                    <a:pt x="1140518" y="987010"/>
                  </a:lnTo>
                  <a:lnTo>
                    <a:pt x="1135916" y="988091"/>
                  </a:lnTo>
                  <a:lnTo>
                    <a:pt x="1130662" y="990073"/>
                  </a:lnTo>
                  <a:lnTo>
                    <a:pt x="1128402" y="990927"/>
                  </a:lnTo>
                  <a:lnTo>
                    <a:pt x="1127076" y="991378"/>
                  </a:lnTo>
                  <a:lnTo>
                    <a:pt x="1127153" y="992699"/>
                  </a:lnTo>
                  <a:lnTo>
                    <a:pt x="1126353" y="992362"/>
                  </a:lnTo>
                  <a:lnTo>
                    <a:pt x="1126425" y="991979"/>
                  </a:lnTo>
                  <a:lnTo>
                    <a:pt x="1125717" y="991691"/>
                  </a:lnTo>
                  <a:lnTo>
                    <a:pt x="1111493" y="985909"/>
                  </a:lnTo>
                  <a:lnTo>
                    <a:pt x="1106241" y="975482"/>
                  </a:lnTo>
                  <a:lnTo>
                    <a:pt x="1099681" y="970297"/>
                  </a:lnTo>
                  <a:lnTo>
                    <a:pt x="1098953" y="968955"/>
                  </a:lnTo>
                  <a:lnTo>
                    <a:pt x="1098873" y="968808"/>
                  </a:lnTo>
                  <a:lnTo>
                    <a:pt x="1098628" y="968237"/>
                  </a:lnTo>
                  <a:lnTo>
                    <a:pt x="1097427" y="967760"/>
                  </a:lnTo>
                  <a:lnTo>
                    <a:pt x="1096431" y="967364"/>
                  </a:lnTo>
                  <a:lnTo>
                    <a:pt x="1096290" y="967208"/>
                  </a:lnTo>
                  <a:lnTo>
                    <a:pt x="1093382" y="966153"/>
                  </a:lnTo>
                  <a:lnTo>
                    <a:pt x="1092821" y="965931"/>
                  </a:lnTo>
                  <a:lnTo>
                    <a:pt x="1087423" y="963787"/>
                  </a:lnTo>
                  <a:lnTo>
                    <a:pt x="1081411" y="960343"/>
                  </a:lnTo>
                  <a:lnTo>
                    <a:pt x="1081026" y="960122"/>
                  </a:lnTo>
                  <a:lnTo>
                    <a:pt x="1077394" y="958227"/>
                  </a:lnTo>
                  <a:lnTo>
                    <a:pt x="1072247" y="955943"/>
                  </a:lnTo>
                  <a:lnTo>
                    <a:pt x="1069731" y="953923"/>
                  </a:lnTo>
                  <a:lnTo>
                    <a:pt x="1066679" y="952438"/>
                  </a:lnTo>
                  <a:lnTo>
                    <a:pt x="1064124" y="950341"/>
                  </a:lnTo>
                  <a:lnTo>
                    <a:pt x="1058446" y="949167"/>
                  </a:lnTo>
                  <a:lnTo>
                    <a:pt x="1055211" y="950511"/>
                  </a:lnTo>
                  <a:lnTo>
                    <a:pt x="1053688" y="950704"/>
                  </a:lnTo>
                  <a:lnTo>
                    <a:pt x="1053001" y="950018"/>
                  </a:lnTo>
                  <a:lnTo>
                    <a:pt x="1051552" y="949906"/>
                  </a:lnTo>
                  <a:lnTo>
                    <a:pt x="1046373" y="950795"/>
                  </a:lnTo>
                  <a:lnTo>
                    <a:pt x="1045077" y="950624"/>
                  </a:lnTo>
                  <a:lnTo>
                    <a:pt x="1043019" y="949120"/>
                  </a:lnTo>
                  <a:lnTo>
                    <a:pt x="1039665" y="949048"/>
                  </a:lnTo>
                  <a:lnTo>
                    <a:pt x="1037265" y="948252"/>
                  </a:lnTo>
                  <a:lnTo>
                    <a:pt x="1030063" y="947117"/>
                  </a:lnTo>
                  <a:lnTo>
                    <a:pt x="1025183" y="945101"/>
                  </a:lnTo>
                  <a:lnTo>
                    <a:pt x="1019505" y="944310"/>
                  </a:lnTo>
                  <a:lnTo>
                    <a:pt x="1015654" y="941605"/>
                  </a:lnTo>
                  <a:lnTo>
                    <a:pt x="1012029" y="938670"/>
                  </a:lnTo>
                  <a:lnTo>
                    <a:pt x="1007447" y="932910"/>
                  </a:lnTo>
                  <a:lnTo>
                    <a:pt x="1004894" y="931614"/>
                  </a:lnTo>
                  <a:lnTo>
                    <a:pt x="997346" y="929870"/>
                  </a:lnTo>
                  <a:lnTo>
                    <a:pt x="995895" y="927811"/>
                  </a:lnTo>
                  <a:lnTo>
                    <a:pt x="992922" y="926365"/>
                  </a:lnTo>
                  <a:lnTo>
                    <a:pt x="990098" y="923886"/>
                  </a:lnTo>
                  <a:lnTo>
                    <a:pt x="986759" y="921557"/>
                  </a:lnTo>
                  <a:lnTo>
                    <a:pt x="985292" y="920533"/>
                  </a:lnTo>
                  <a:lnTo>
                    <a:pt x="982054" y="919063"/>
                  </a:lnTo>
                  <a:lnTo>
                    <a:pt x="981442" y="918782"/>
                  </a:lnTo>
                  <a:lnTo>
                    <a:pt x="972064" y="911052"/>
                  </a:lnTo>
                  <a:lnTo>
                    <a:pt x="969766" y="909101"/>
                  </a:lnTo>
                  <a:lnTo>
                    <a:pt x="968481" y="910615"/>
                  </a:lnTo>
                  <a:lnTo>
                    <a:pt x="967052" y="912300"/>
                  </a:lnTo>
                  <a:lnTo>
                    <a:pt x="966194" y="913311"/>
                  </a:lnTo>
                  <a:lnTo>
                    <a:pt x="966088" y="913652"/>
                  </a:lnTo>
                  <a:lnTo>
                    <a:pt x="965512" y="915030"/>
                  </a:lnTo>
                  <a:lnTo>
                    <a:pt x="964969" y="916328"/>
                  </a:lnTo>
                  <a:lnTo>
                    <a:pt x="964185" y="918204"/>
                  </a:lnTo>
                  <a:lnTo>
                    <a:pt x="963794" y="918489"/>
                  </a:lnTo>
                  <a:lnTo>
                    <a:pt x="961236" y="920349"/>
                  </a:lnTo>
                  <a:lnTo>
                    <a:pt x="960306" y="922797"/>
                  </a:lnTo>
                  <a:lnTo>
                    <a:pt x="955972" y="926817"/>
                  </a:lnTo>
                  <a:lnTo>
                    <a:pt x="954163" y="927221"/>
                  </a:lnTo>
                  <a:lnTo>
                    <a:pt x="954221" y="928196"/>
                  </a:lnTo>
                  <a:lnTo>
                    <a:pt x="955290" y="929378"/>
                  </a:lnTo>
                  <a:lnTo>
                    <a:pt x="955027" y="930715"/>
                  </a:lnTo>
                  <a:lnTo>
                    <a:pt x="954267" y="931481"/>
                  </a:lnTo>
                  <a:lnTo>
                    <a:pt x="950952" y="931660"/>
                  </a:lnTo>
                  <a:lnTo>
                    <a:pt x="949620" y="932331"/>
                  </a:lnTo>
                  <a:lnTo>
                    <a:pt x="949776" y="933096"/>
                  </a:lnTo>
                  <a:lnTo>
                    <a:pt x="951605" y="934199"/>
                  </a:lnTo>
                  <a:lnTo>
                    <a:pt x="950845" y="935213"/>
                  </a:lnTo>
                  <a:lnTo>
                    <a:pt x="949930" y="935254"/>
                  </a:lnTo>
                  <a:lnTo>
                    <a:pt x="944976" y="933219"/>
                  </a:lnTo>
                  <a:lnTo>
                    <a:pt x="944251" y="933488"/>
                  </a:lnTo>
                  <a:lnTo>
                    <a:pt x="943987" y="934253"/>
                  </a:lnTo>
                  <a:lnTo>
                    <a:pt x="943836" y="935398"/>
                  </a:lnTo>
                  <a:lnTo>
                    <a:pt x="943076" y="935973"/>
                  </a:lnTo>
                  <a:lnTo>
                    <a:pt x="938317" y="937091"/>
                  </a:lnTo>
                  <a:lnTo>
                    <a:pt x="937821" y="936900"/>
                  </a:lnTo>
                  <a:lnTo>
                    <a:pt x="937513" y="935564"/>
                  </a:lnTo>
                  <a:lnTo>
                    <a:pt x="936903" y="935297"/>
                  </a:lnTo>
                  <a:lnTo>
                    <a:pt x="935459" y="936675"/>
                  </a:lnTo>
                  <a:lnTo>
                    <a:pt x="933098" y="937674"/>
                  </a:lnTo>
                  <a:lnTo>
                    <a:pt x="932145" y="937140"/>
                  </a:lnTo>
                  <a:lnTo>
                    <a:pt x="931079" y="937487"/>
                  </a:lnTo>
                  <a:lnTo>
                    <a:pt x="929596" y="938732"/>
                  </a:lnTo>
                  <a:lnTo>
                    <a:pt x="928114" y="940397"/>
                  </a:lnTo>
                  <a:lnTo>
                    <a:pt x="926975" y="942346"/>
                  </a:lnTo>
                  <a:lnTo>
                    <a:pt x="925872" y="943533"/>
                  </a:lnTo>
                  <a:lnTo>
                    <a:pt x="924693" y="944337"/>
                  </a:lnTo>
                  <a:lnTo>
                    <a:pt x="924580" y="945141"/>
                  </a:lnTo>
                  <a:lnTo>
                    <a:pt x="925918" y="946896"/>
                  </a:lnTo>
                  <a:lnTo>
                    <a:pt x="925881" y="947965"/>
                  </a:lnTo>
                  <a:lnTo>
                    <a:pt x="925312" y="948539"/>
                  </a:lnTo>
                  <a:lnTo>
                    <a:pt x="925098" y="948587"/>
                  </a:lnTo>
                  <a:lnTo>
                    <a:pt x="922950" y="949156"/>
                  </a:lnTo>
                  <a:lnTo>
                    <a:pt x="918766" y="952564"/>
                  </a:lnTo>
                  <a:lnTo>
                    <a:pt x="916351" y="954746"/>
                  </a:lnTo>
                  <a:lnTo>
                    <a:pt x="916202" y="955741"/>
                  </a:lnTo>
                  <a:lnTo>
                    <a:pt x="916488" y="956199"/>
                  </a:lnTo>
                  <a:lnTo>
                    <a:pt x="917499" y="956617"/>
                  </a:lnTo>
                  <a:lnTo>
                    <a:pt x="917328" y="957267"/>
                  </a:lnTo>
                  <a:lnTo>
                    <a:pt x="914112" y="960141"/>
                  </a:lnTo>
                  <a:lnTo>
                    <a:pt x="913425" y="959346"/>
                  </a:lnTo>
                  <a:lnTo>
                    <a:pt x="911401" y="957010"/>
                  </a:lnTo>
                  <a:lnTo>
                    <a:pt x="909683" y="955027"/>
                  </a:lnTo>
                  <a:lnTo>
                    <a:pt x="910926" y="953334"/>
                  </a:lnTo>
                  <a:lnTo>
                    <a:pt x="931415" y="925319"/>
                  </a:lnTo>
                  <a:lnTo>
                    <a:pt x="932282" y="923683"/>
                  </a:lnTo>
                  <a:lnTo>
                    <a:pt x="933378" y="921615"/>
                  </a:lnTo>
                  <a:lnTo>
                    <a:pt x="936664" y="915413"/>
                  </a:lnTo>
                  <a:lnTo>
                    <a:pt x="943465" y="902571"/>
                  </a:lnTo>
                  <a:lnTo>
                    <a:pt x="943750" y="902022"/>
                  </a:lnTo>
                  <a:lnTo>
                    <a:pt x="944138" y="901232"/>
                  </a:lnTo>
                  <a:lnTo>
                    <a:pt x="944619" y="900253"/>
                  </a:lnTo>
                  <a:lnTo>
                    <a:pt x="945052" y="899519"/>
                  </a:lnTo>
                  <a:lnTo>
                    <a:pt x="945259" y="899170"/>
                  </a:lnTo>
                  <a:lnTo>
                    <a:pt x="945959" y="898098"/>
                  </a:lnTo>
                  <a:lnTo>
                    <a:pt x="952798" y="889905"/>
                  </a:lnTo>
                  <a:lnTo>
                    <a:pt x="958407" y="883087"/>
                  </a:lnTo>
                  <a:lnTo>
                    <a:pt x="960459" y="880320"/>
                  </a:lnTo>
                  <a:lnTo>
                    <a:pt x="961995" y="878035"/>
                  </a:lnTo>
                  <a:lnTo>
                    <a:pt x="963135" y="876261"/>
                  </a:lnTo>
                  <a:lnTo>
                    <a:pt x="964489" y="873633"/>
                  </a:lnTo>
                  <a:lnTo>
                    <a:pt x="964938" y="872761"/>
                  </a:lnTo>
                  <a:lnTo>
                    <a:pt x="965551" y="871572"/>
                  </a:lnTo>
                  <a:lnTo>
                    <a:pt x="966148" y="869860"/>
                  </a:lnTo>
                  <a:lnTo>
                    <a:pt x="968524" y="863286"/>
                  </a:lnTo>
                  <a:lnTo>
                    <a:pt x="969923" y="859487"/>
                  </a:lnTo>
                  <a:lnTo>
                    <a:pt x="971005" y="856842"/>
                  </a:lnTo>
                  <a:lnTo>
                    <a:pt x="972321" y="854034"/>
                  </a:lnTo>
                  <a:lnTo>
                    <a:pt x="984593" y="828518"/>
                  </a:lnTo>
                  <a:lnTo>
                    <a:pt x="985428" y="825957"/>
                  </a:lnTo>
                  <a:lnTo>
                    <a:pt x="988055" y="817900"/>
                  </a:lnTo>
                  <a:lnTo>
                    <a:pt x="993475" y="795558"/>
                  </a:lnTo>
                  <a:lnTo>
                    <a:pt x="995392" y="786105"/>
                  </a:lnTo>
                  <a:lnTo>
                    <a:pt x="994079" y="771300"/>
                  </a:lnTo>
                  <a:lnTo>
                    <a:pt x="995686" y="760231"/>
                  </a:lnTo>
                  <a:lnTo>
                    <a:pt x="1000857" y="746364"/>
                  </a:lnTo>
                  <a:lnTo>
                    <a:pt x="1005201" y="737702"/>
                  </a:lnTo>
                  <a:lnTo>
                    <a:pt x="1007761" y="733609"/>
                  </a:lnTo>
                  <a:lnTo>
                    <a:pt x="1009292" y="731294"/>
                  </a:lnTo>
                  <a:lnTo>
                    <a:pt x="1009936" y="730330"/>
                  </a:lnTo>
                  <a:lnTo>
                    <a:pt x="1015872" y="724369"/>
                  </a:lnTo>
                  <a:lnTo>
                    <a:pt x="1018041" y="723094"/>
                  </a:lnTo>
                  <a:lnTo>
                    <a:pt x="1027663" y="717218"/>
                  </a:lnTo>
                  <a:lnTo>
                    <a:pt x="1028584" y="716656"/>
                  </a:lnTo>
                  <a:lnTo>
                    <a:pt x="1031620" y="714802"/>
                  </a:lnTo>
                  <a:lnTo>
                    <a:pt x="1035800" y="712249"/>
                  </a:lnTo>
                  <a:lnTo>
                    <a:pt x="1037084" y="711465"/>
                  </a:lnTo>
                  <a:lnTo>
                    <a:pt x="1040000" y="709684"/>
                  </a:lnTo>
                  <a:lnTo>
                    <a:pt x="1041093" y="709017"/>
                  </a:lnTo>
                  <a:lnTo>
                    <a:pt x="1041591" y="708713"/>
                  </a:lnTo>
                  <a:lnTo>
                    <a:pt x="1044372" y="707015"/>
                  </a:lnTo>
                  <a:lnTo>
                    <a:pt x="1047962" y="704823"/>
                  </a:lnTo>
                  <a:lnTo>
                    <a:pt x="1063891" y="695845"/>
                  </a:lnTo>
                  <a:lnTo>
                    <a:pt x="1073107" y="688844"/>
                  </a:lnTo>
                  <a:lnTo>
                    <a:pt x="1079831" y="683795"/>
                  </a:lnTo>
                  <a:lnTo>
                    <a:pt x="1081978" y="681476"/>
                  </a:lnTo>
                  <a:lnTo>
                    <a:pt x="1094657" y="669077"/>
                  </a:lnTo>
                  <a:lnTo>
                    <a:pt x="1097373" y="665262"/>
                  </a:lnTo>
                  <a:lnTo>
                    <a:pt x="1103561" y="654105"/>
                  </a:lnTo>
                  <a:lnTo>
                    <a:pt x="1107912" y="647365"/>
                  </a:lnTo>
                  <a:lnTo>
                    <a:pt x="1109611" y="645415"/>
                  </a:lnTo>
                  <a:lnTo>
                    <a:pt x="1116077" y="639032"/>
                  </a:lnTo>
                  <a:lnTo>
                    <a:pt x="1121092" y="634619"/>
                  </a:lnTo>
                  <a:lnTo>
                    <a:pt x="1127573" y="628915"/>
                  </a:lnTo>
                  <a:lnTo>
                    <a:pt x="1128364" y="628223"/>
                  </a:lnTo>
                  <a:lnTo>
                    <a:pt x="1144653" y="613979"/>
                  </a:lnTo>
                  <a:lnTo>
                    <a:pt x="1156730" y="604485"/>
                  </a:lnTo>
                  <a:lnTo>
                    <a:pt x="1158270" y="603256"/>
                  </a:lnTo>
                  <a:lnTo>
                    <a:pt x="1159354" y="602322"/>
                  </a:lnTo>
                  <a:lnTo>
                    <a:pt x="1160762" y="601030"/>
                  </a:lnTo>
                  <a:lnTo>
                    <a:pt x="1162519" y="599340"/>
                  </a:lnTo>
                  <a:lnTo>
                    <a:pt x="1163654" y="598169"/>
                  </a:lnTo>
                  <a:lnTo>
                    <a:pt x="1164378" y="597369"/>
                  </a:lnTo>
                  <a:lnTo>
                    <a:pt x="1167405" y="593884"/>
                  </a:lnTo>
                  <a:lnTo>
                    <a:pt x="1168841" y="592139"/>
                  </a:lnTo>
                  <a:lnTo>
                    <a:pt x="1170961" y="589476"/>
                  </a:lnTo>
                  <a:lnTo>
                    <a:pt x="1176903" y="580612"/>
                  </a:lnTo>
                  <a:lnTo>
                    <a:pt x="1184685" y="569080"/>
                  </a:lnTo>
                  <a:lnTo>
                    <a:pt x="1185772" y="567411"/>
                  </a:lnTo>
                  <a:lnTo>
                    <a:pt x="1187287" y="565454"/>
                  </a:lnTo>
                  <a:lnTo>
                    <a:pt x="1187683" y="564943"/>
                  </a:lnTo>
                  <a:lnTo>
                    <a:pt x="1188125" y="564341"/>
                  </a:lnTo>
                  <a:lnTo>
                    <a:pt x="1189326" y="561911"/>
                  </a:lnTo>
                  <a:lnTo>
                    <a:pt x="1189367" y="561215"/>
                  </a:lnTo>
                  <a:lnTo>
                    <a:pt x="1189390" y="561078"/>
                  </a:lnTo>
                  <a:lnTo>
                    <a:pt x="1189329" y="559219"/>
                  </a:lnTo>
                  <a:lnTo>
                    <a:pt x="1190564" y="557880"/>
                  </a:lnTo>
                  <a:lnTo>
                    <a:pt x="1190474" y="557417"/>
                  </a:lnTo>
                  <a:lnTo>
                    <a:pt x="1190279" y="557346"/>
                  </a:lnTo>
                  <a:lnTo>
                    <a:pt x="1189048" y="558437"/>
                  </a:lnTo>
                  <a:lnTo>
                    <a:pt x="1188521" y="559994"/>
                  </a:lnTo>
                  <a:lnTo>
                    <a:pt x="1187084" y="560286"/>
                  </a:lnTo>
                  <a:lnTo>
                    <a:pt x="1186080" y="561304"/>
                  </a:lnTo>
                  <a:lnTo>
                    <a:pt x="1185913" y="562727"/>
                  </a:lnTo>
                  <a:lnTo>
                    <a:pt x="1185696" y="562955"/>
                  </a:lnTo>
                  <a:lnTo>
                    <a:pt x="1184359" y="563350"/>
                  </a:lnTo>
                  <a:lnTo>
                    <a:pt x="1183791" y="564857"/>
                  </a:lnTo>
                  <a:lnTo>
                    <a:pt x="1182151" y="565791"/>
                  </a:lnTo>
                  <a:lnTo>
                    <a:pt x="1181949" y="565906"/>
                  </a:lnTo>
                  <a:lnTo>
                    <a:pt x="1180474" y="567057"/>
                  </a:lnTo>
                  <a:lnTo>
                    <a:pt x="1180362" y="568948"/>
                  </a:lnTo>
                  <a:lnTo>
                    <a:pt x="1180229" y="569726"/>
                  </a:lnTo>
                  <a:lnTo>
                    <a:pt x="1179979" y="570069"/>
                  </a:lnTo>
                  <a:lnTo>
                    <a:pt x="1179659" y="570163"/>
                  </a:lnTo>
                  <a:lnTo>
                    <a:pt x="1179318" y="570163"/>
                  </a:lnTo>
                  <a:lnTo>
                    <a:pt x="1178666" y="570536"/>
                  </a:lnTo>
                  <a:lnTo>
                    <a:pt x="1178542" y="570787"/>
                  </a:lnTo>
                  <a:lnTo>
                    <a:pt x="1178654" y="571917"/>
                  </a:lnTo>
                  <a:lnTo>
                    <a:pt x="1178492" y="572051"/>
                  </a:lnTo>
                  <a:lnTo>
                    <a:pt x="1178353" y="572166"/>
                  </a:lnTo>
                  <a:lnTo>
                    <a:pt x="1176417" y="572364"/>
                  </a:lnTo>
                  <a:lnTo>
                    <a:pt x="1175424" y="573227"/>
                  </a:lnTo>
                  <a:lnTo>
                    <a:pt x="1175166" y="574054"/>
                  </a:lnTo>
                  <a:lnTo>
                    <a:pt x="1174888" y="574941"/>
                  </a:lnTo>
                  <a:lnTo>
                    <a:pt x="1172936" y="575117"/>
                  </a:lnTo>
                  <a:lnTo>
                    <a:pt x="1171091" y="574059"/>
                  </a:lnTo>
                  <a:lnTo>
                    <a:pt x="1168451" y="573998"/>
                  </a:lnTo>
                  <a:lnTo>
                    <a:pt x="1166612" y="572639"/>
                  </a:lnTo>
                  <a:lnTo>
                    <a:pt x="1162769" y="571738"/>
                  </a:lnTo>
                  <a:lnTo>
                    <a:pt x="1161492" y="570689"/>
                  </a:lnTo>
                  <a:lnTo>
                    <a:pt x="1160499" y="571126"/>
                  </a:lnTo>
                  <a:lnTo>
                    <a:pt x="1159941" y="572362"/>
                  </a:lnTo>
                  <a:lnTo>
                    <a:pt x="1159724" y="572632"/>
                  </a:lnTo>
                  <a:lnTo>
                    <a:pt x="1157036" y="573131"/>
                  </a:lnTo>
                  <a:lnTo>
                    <a:pt x="1156549" y="573017"/>
                  </a:lnTo>
                  <a:lnTo>
                    <a:pt x="1155429" y="569582"/>
                  </a:lnTo>
                  <a:lnTo>
                    <a:pt x="1154734" y="569458"/>
                  </a:lnTo>
                  <a:lnTo>
                    <a:pt x="1154279" y="569832"/>
                  </a:lnTo>
                  <a:lnTo>
                    <a:pt x="1153699" y="569947"/>
                  </a:lnTo>
                  <a:lnTo>
                    <a:pt x="1152727" y="569948"/>
                  </a:lnTo>
                  <a:lnTo>
                    <a:pt x="1152799" y="569406"/>
                  </a:lnTo>
                  <a:lnTo>
                    <a:pt x="1152119" y="568918"/>
                  </a:lnTo>
                  <a:lnTo>
                    <a:pt x="1151012" y="568959"/>
                  </a:lnTo>
                  <a:lnTo>
                    <a:pt x="1149458" y="570071"/>
                  </a:lnTo>
                  <a:lnTo>
                    <a:pt x="1148532" y="570456"/>
                  </a:lnTo>
                  <a:lnTo>
                    <a:pt x="1148155" y="570613"/>
                  </a:lnTo>
                  <a:lnTo>
                    <a:pt x="1146436" y="570573"/>
                  </a:lnTo>
                  <a:lnTo>
                    <a:pt x="1145551" y="567889"/>
                  </a:lnTo>
                  <a:lnTo>
                    <a:pt x="1145573" y="567495"/>
                  </a:lnTo>
                  <a:lnTo>
                    <a:pt x="1146490" y="566598"/>
                  </a:lnTo>
                  <a:lnTo>
                    <a:pt x="1145761" y="563815"/>
                  </a:lnTo>
                  <a:lnTo>
                    <a:pt x="1144367" y="564175"/>
                  </a:lnTo>
                  <a:lnTo>
                    <a:pt x="1144199" y="564055"/>
                  </a:lnTo>
                  <a:lnTo>
                    <a:pt x="1144028" y="562812"/>
                  </a:lnTo>
                  <a:lnTo>
                    <a:pt x="1141192" y="561895"/>
                  </a:lnTo>
                  <a:lnTo>
                    <a:pt x="1140559" y="560580"/>
                  </a:lnTo>
                  <a:lnTo>
                    <a:pt x="1138440" y="561420"/>
                  </a:lnTo>
                  <a:lnTo>
                    <a:pt x="1136291" y="561575"/>
                  </a:lnTo>
                  <a:lnTo>
                    <a:pt x="1136556" y="563534"/>
                  </a:lnTo>
                  <a:lnTo>
                    <a:pt x="1136270" y="563582"/>
                  </a:lnTo>
                  <a:lnTo>
                    <a:pt x="1135220" y="563153"/>
                  </a:lnTo>
                  <a:lnTo>
                    <a:pt x="1134753" y="561362"/>
                  </a:lnTo>
                  <a:lnTo>
                    <a:pt x="1133769" y="561036"/>
                  </a:lnTo>
                  <a:lnTo>
                    <a:pt x="1130744" y="562043"/>
                  </a:lnTo>
                  <a:lnTo>
                    <a:pt x="1129492" y="560944"/>
                  </a:lnTo>
                  <a:lnTo>
                    <a:pt x="1129558" y="560308"/>
                  </a:lnTo>
                  <a:lnTo>
                    <a:pt x="1129645" y="559476"/>
                  </a:lnTo>
                  <a:lnTo>
                    <a:pt x="1128895" y="558830"/>
                  </a:lnTo>
                  <a:lnTo>
                    <a:pt x="1129073" y="558126"/>
                  </a:lnTo>
                  <a:lnTo>
                    <a:pt x="1128298" y="557399"/>
                  </a:lnTo>
                  <a:lnTo>
                    <a:pt x="1125691" y="556965"/>
                  </a:lnTo>
                  <a:lnTo>
                    <a:pt x="1120126" y="553932"/>
                  </a:lnTo>
                  <a:lnTo>
                    <a:pt x="1119890" y="552772"/>
                  </a:lnTo>
                  <a:lnTo>
                    <a:pt x="1118156" y="552007"/>
                  </a:lnTo>
                  <a:lnTo>
                    <a:pt x="1115286" y="552176"/>
                  </a:lnTo>
                  <a:lnTo>
                    <a:pt x="1113655" y="551887"/>
                  </a:lnTo>
                  <a:lnTo>
                    <a:pt x="1113268" y="551650"/>
                  </a:lnTo>
                  <a:lnTo>
                    <a:pt x="1113160" y="552398"/>
                  </a:lnTo>
                  <a:lnTo>
                    <a:pt x="1111465" y="552422"/>
                  </a:lnTo>
                  <a:lnTo>
                    <a:pt x="1110656" y="552759"/>
                  </a:lnTo>
                  <a:lnTo>
                    <a:pt x="1110040" y="552083"/>
                  </a:lnTo>
                  <a:lnTo>
                    <a:pt x="1108879" y="552801"/>
                  </a:lnTo>
                  <a:lnTo>
                    <a:pt x="1108301" y="552289"/>
                  </a:lnTo>
                  <a:lnTo>
                    <a:pt x="1108462" y="551264"/>
                  </a:lnTo>
                  <a:lnTo>
                    <a:pt x="1107168" y="550455"/>
                  </a:lnTo>
                  <a:lnTo>
                    <a:pt x="1105567" y="550619"/>
                  </a:lnTo>
                  <a:lnTo>
                    <a:pt x="1101179" y="546866"/>
                  </a:lnTo>
                  <a:lnTo>
                    <a:pt x="1099939" y="546800"/>
                  </a:lnTo>
                  <a:lnTo>
                    <a:pt x="1097851" y="545167"/>
                  </a:lnTo>
                  <a:lnTo>
                    <a:pt x="1097109" y="543090"/>
                  </a:lnTo>
                  <a:lnTo>
                    <a:pt x="1097069" y="542564"/>
                  </a:lnTo>
                  <a:lnTo>
                    <a:pt x="1097732" y="542059"/>
                  </a:lnTo>
                  <a:lnTo>
                    <a:pt x="1097712" y="541368"/>
                  </a:lnTo>
                  <a:lnTo>
                    <a:pt x="1096445" y="540660"/>
                  </a:lnTo>
                  <a:lnTo>
                    <a:pt x="1096342" y="540035"/>
                  </a:lnTo>
                  <a:lnTo>
                    <a:pt x="1095609" y="540013"/>
                  </a:lnTo>
                  <a:lnTo>
                    <a:pt x="1095163" y="540002"/>
                  </a:lnTo>
                  <a:lnTo>
                    <a:pt x="1094869" y="539843"/>
                  </a:lnTo>
                  <a:lnTo>
                    <a:pt x="1094676" y="539327"/>
                  </a:lnTo>
                  <a:lnTo>
                    <a:pt x="1094419" y="539393"/>
                  </a:lnTo>
                  <a:lnTo>
                    <a:pt x="1093911" y="540232"/>
                  </a:lnTo>
                  <a:lnTo>
                    <a:pt x="1092324" y="540052"/>
                  </a:lnTo>
                  <a:lnTo>
                    <a:pt x="1091771" y="539045"/>
                  </a:lnTo>
                  <a:lnTo>
                    <a:pt x="1089962" y="538645"/>
                  </a:lnTo>
                  <a:lnTo>
                    <a:pt x="1088150" y="537309"/>
                  </a:lnTo>
                  <a:lnTo>
                    <a:pt x="1085606" y="536927"/>
                  </a:lnTo>
                  <a:lnTo>
                    <a:pt x="1084818" y="536243"/>
                  </a:lnTo>
                  <a:lnTo>
                    <a:pt x="1082113" y="535672"/>
                  </a:lnTo>
                  <a:lnTo>
                    <a:pt x="1080128" y="533435"/>
                  </a:lnTo>
                  <a:lnTo>
                    <a:pt x="1079576" y="533051"/>
                  </a:lnTo>
                  <a:lnTo>
                    <a:pt x="1078720" y="533452"/>
                  </a:lnTo>
                  <a:lnTo>
                    <a:pt x="1077750" y="533474"/>
                  </a:lnTo>
                  <a:lnTo>
                    <a:pt x="1077802" y="533889"/>
                  </a:lnTo>
                  <a:lnTo>
                    <a:pt x="1077035" y="534364"/>
                  </a:lnTo>
                  <a:lnTo>
                    <a:pt x="1076585" y="533921"/>
                  </a:lnTo>
                  <a:lnTo>
                    <a:pt x="1074919" y="534452"/>
                  </a:lnTo>
                  <a:lnTo>
                    <a:pt x="1073954" y="532818"/>
                  </a:lnTo>
                  <a:lnTo>
                    <a:pt x="1072947" y="533096"/>
                  </a:lnTo>
                  <a:lnTo>
                    <a:pt x="1071945" y="532072"/>
                  </a:lnTo>
                  <a:lnTo>
                    <a:pt x="1071155" y="531173"/>
                  </a:lnTo>
                  <a:lnTo>
                    <a:pt x="1070663" y="530875"/>
                  </a:lnTo>
                  <a:lnTo>
                    <a:pt x="1068838" y="531219"/>
                  </a:lnTo>
                  <a:lnTo>
                    <a:pt x="1068025" y="530623"/>
                  </a:lnTo>
                  <a:lnTo>
                    <a:pt x="1066887" y="530922"/>
                  </a:lnTo>
                  <a:lnTo>
                    <a:pt x="1065885" y="530342"/>
                  </a:lnTo>
                  <a:lnTo>
                    <a:pt x="1064035" y="530594"/>
                  </a:lnTo>
                  <a:lnTo>
                    <a:pt x="1063647" y="529434"/>
                  </a:lnTo>
                  <a:lnTo>
                    <a:pt x="1061033" y="528175"/>
                  </a:lnTo>
                  <a:lnTo>
                    <a:pt x="1060357" y="529128"/>
                  </a:lnTo>
                  <a:lnTo>
                    <a:pt x="1059386" y="528819"/>
                  </a:lnTo>
                  <a:lnTo>
                    <a:pt x="1058474" y="528057"/>
                  </a:lnTo>
                  <a:lnTo>
                    <a:pt x="1054689" y="526562"/>
                  </a:lnTo>
                  <a:lnTo>
                    <a:pt x="1054658" y="526166"/>
                  </a:lnTo>
                  <a:lnTo>
                    <a:pt x="1054622" y="526032"/>
                  </a:lnTo>
                  <a:lnTo>
                    <a:pt x="1053757" y="523691"/>
                  </a:lnTo>
                  <a:lnTo>
                    <a:pt x="1053839" y="523482"/>
                  </a:lnTo>
                  <a:lnTo>
                    <a:pt x="1053818" y="523186"/>
                  </a:lnTo>
                  <a:lnTo>
                    <a:pt x="1052232" y="521457"/>
                  </a:lnTo>
                  <a:lnTo>
                    <a:pt x="1051338" y="521547"/>
                  </a:lnTo>
                  <a:lnTo>
                    <a:pt x="1050037" y="520777"/>
                  </a:lnTo>
                  <a:lnTo>
                    <a:pt x="1048797" y="520105"/>
                  </a:lnTo>
                  <a:lnTo>
                    <a:pt x="1048109" y="520582"/>
                  </a:lnTo>
                  <a:lnTo>
                    <a:pt x="1047127" y="520608"/>
                  </a:lnTo>
                  <a:lnTo>
                    <a:pt x="1044665" y="521935"/>
                  </a:lnTo>
                  <a:lnTo>
                    <a:pt x="1043391" y="521982"/>
                  </a:lnTo>
                  <a:lnTo>
                    <a:pt x="1041873" y="521846"/>
                  </a:lnTo>
                  <a:lnTo>
                    <a:pt x="1040702" y="522345"/>
                  </a:lnTo>
                  <a:lnTo>
                    <a:pt x="1037912" y="522189"/>
                  </a:lnTo>
                  <a:lnTo>
                    <a:pt x="1034568" y="521326"/>
                  </a:lnTo>
                  <a:lnTo>
                    <a:pt x="1031767" y="520315"/>
                  </a:lnTo>
                  <a:lnTo>
                    <a:pt x="1027984" y="518675"/>
                  </a:lnTo>
                  <a:lnTo>
                    <a:pt x="1027245" y="517959"/>
                  </a:lnTo>
                  <a:lnTo>
                    <a:pt x="1026824" y="517886"/>
                  </a:lnTo>
                  <a:lnTo>
                    <a:pt x="1024526" y="518483"/>
                  </a:lnTo>
                  <a:lnTo>
                    <a:pt x="1022029" y="517769"/>
                  </a:lnTo>
                  <a:lnTo>
                    <a:pt x="1021208" y="517995"/>
                  </a:lnTo>
                  <a:lnTo>
                    <a:pt x="1021149" y="518412"/>
                  </a:lnTo>
                  <a:lnTo>
                    <a:pt x="1019705" y="518326"/>
                  </a:lnTo>
                  <a:lnTo>
                    <a:pt x="1018201" y="518536"/>
                  </a:lnTo>
                  <a:lnTo>
                    <a:pt x="1017769" y="517894"/>
                  </a:lnTo>
                  <a:lnTo>
                    <a:pt x="1016877" y="517851"/>
                  </a:lnTo>
                  <a:lnTo>
                    <a:pt x="1016340" y="517507"/>
                  </a:lnTo>
                  <a:lnTo>
                    <a:pt x="1015926" y="517263"/>
                  </a:lnTo>
                  <a:lnTo>
                    <a:pt x="1012120" y="517227"/>
                  </a:lnTo>
                  <a:lnTo>
                    <a:pt x="1009070" y="517229"/>
                  </a:lnTo>
                  <a:lnTo>
                    <a:pt x="1007524" y="517230"/>
                  </a:lnTo>
                  <a:lnTo>
                    <a:pt x="1006951" y="517231"/>
                  </a:lnTo>
                  <a:lnTo>
                    <a:pt x="1002415" y="517235"/>
                  </a:lnTo>
                  <a:lnTo>
                    <a:pt x="1000144" y="515534"/>
                  </a:lnTo>
                  <a:lnTo>
                    <a:pt x="986321" y="513118"/>
                  </a:lnTo>
                  <a:lnTo>
                    <a:pt x="982787" y="509760"/>
                  </a:lnTo>
                  <a:lnTo>
                    <a:pt x="965130" y="508603"/>
                  </a:lnTo>
                  <a:lnTo>
                    <a:pt x="955722" y="507807"/>
                  </a:lnTo>
                  <a:lnTo>
                    <a:pt x="947443" y="507502"/>
                  </a:lnTo>
                  <a:lnTo>
                    <a:pt x="933731" y="506997"/>
                  </a:lnTo>
                  <a:lnTo>
                    <a:pt x="927076" y="509926"/>
                  </a:lnTo>
                  <a:lnTo>
                    <a:pt x="919837" y="508378"/>
                  </a:lnTo>
                  <a:lnTo>
                    <a:pt x="902207" y="519421"/>
                  </a:lnTo>
                  <a:lnTo>
                    <a:pt x="900902" y="520162"/>
                  </a:lnTo>
                  <a:lnTo>
                    <a:pt x="890389" y="526128"/>
                  </a:lnTo>
                  <a:lnTo>
                    <a:pt x="889890" y="526315"/>
                  </a:lnTo>
                  <a:lnTo>
                    <a:pt x="882099" y="529232"/>
                  </a:lnTo>
                  <a:lnTo>
                    <a:pt x="870760" y="534514"/>
                  </a:lnTo>
                  <a:lnTo>
                    <a:pt x="859297" y="537182"/>
                  </a:lnTo>
                  <a:lnTo>
                    <a:pt x="848413" y="537258"/>
                  </a:lnTo>
                  <a:lnTo>
                    <a:pt x="840930" y="535408"/>
                  </a:lnTo>
                  <a:lnTo>
                    <a:pt x="829109" y="539330"/>
                  </a:lnTo>
                  <a:lnTo>
                    <a:pt x="828293" y="539601"/>
                  </a:lnTo>
                  <a:lnTo>
                    <a:pt x="816986" y="540649"/>
                  </a:lnTo>
                  <a:lnTo>
                    <a:pt x="810428" y="540690"/>
                  </a:lnTo>
                  <a:lnTo>
                    <a:pt x="800272" y="549008"/>
                  </a:lnTo>
                  <a:lnTo>
                    <a:pt x="798922" y="550114"/>
                  </a:lnTo>
                  <a:lnTo>
                    <a:pt x="798678" y="550313"/>
                  </a:lnTo>
                  <a:lnTo>
                    <a:pt x="798489" y="550469"/>
                  </a:lnTo>
                  <a:lnTo>
                    <a:pt x="797394" y="548759"/>
                  </a:lnTo>
                  <a:lnTo>
                    <a:pt x="797203" y="547216"/>
                  </a:lnTo>
                  <a:lnTo>
                    <a:pt x="797136" y="546700"/>
                  </a:lnTo>
                  <a:lnTo>
                    <a:pt x="796441" y="546386"/>
                  </a:lnTo>
                  <a:lnTo>
                    <a:pt x="795698" y="545532"/>
                  </a:lnTo>
                  <a:lnTo>
                    <a:pt x="794854" y="543788"/>
                  </a:lnTo>
                  <a:lnTo>
                    <a:pt x="793869" y="541750"/>
                  </a:lnTo>
                  <a:lnTo>
                    <a:pt x="792599" y="540518"/>
                  </a:lnTo>
                  <a:lnTo>
                    <a:pt x="792461" y="540467"/>
                  </a:lnTo>
                  <a:lnTo>
                    <a:pt x="791420" y="540080"/>
                  </a:lnTo>
                  <a:lnTo>
                    <a:pt x="788479" y="540187"/>
                  </a:lnTo>
                  <a:lnTo>
                    <a:pt x="787373" y="539914"/>
                  </a:lnTo>
                  <a:lnTo>
                    <a:pt x="786564" y="539715"/>
                  </a:lnTo>
                  <a:lnTo>
                    <a:pt x="786084" y="539383"/>
                  </a:lnTo>
                  <a:lnTo>
                    <a:pt x="785747" y="539150"/>
                  </a:lnTo>
                  <a:lnTo>
                    <a:pt x="784933" y="537975"/>
                  </a:lnTo>
                  <a:lnTo>
                    <a:pt x="783780" y="536889"/>
                  </a:lnTo>
                  <a:lnTo>
                    <a:pt x="783603" y="536232"/>
                  </a:lnTo>
                  <a:lnTo>
                    <a:pt x="783511" y="535875"/>
                  </a:lnTo>
                  <a:lnTo>
                    <a:pt x="783282" y="534978"/>
                  </a:lnTo>
                  <a:lnTo>
                    <a:pt x="781682" y="533312"/>
                  </a:lnTo>
                  <a:lnTo>
                    <a:pt x="781538" y="533153"/>
                  </a:lnTo>
                  <a:lnTo>
                    <a:pt x="780504" y="532008"/>
                  </a:lnTo>
                  <a:lnTo>
                    <a:pt x="779952" y="529940"/>
                  </a:lnTo>
                  <a:lnTo>
                    <a:pt x="779557" y="529609"/>
                  </a:lnTo>
                  <a:lnTo>
                    <a:pt x="778411" y="529683"/>
                  </a:lnTo>
                  <a:lnTo>
                    <a:pt x="776954" y="529544"/>
                  </a:lnTo>
                  <a:lnTo>
                    <a:pt x="776439" y="529805"/>
                  </a:lnTo>
                  <a:lnTo>
                    <a:pt x="775333" y="529569"/>
                  </a:lnTo>
                  <a:lnTo>
                    <a:pt x="775219" y="529007"/>
                  </a:lnTo>
                  <a:lnTo>
                    <a:pt x="774409" y="527733"/>
                  </a:lnTo>
                  <a:lnTo>
                    <a:pt x="774202" y="526572"/>
                  </a:lnTo>
                  <a:lnTo>
                    <a:pt x="774163" y="526127"/>
                  </a:lnTo>
                  <a:lnTo>
                    <a:pt x="774053" y="524874"/>
                  </a:lnTo>
                  <a:lnTo>
                    <a:pt x="774942" y="521898"/>
                  </a:lnTo>
                  <a:lnTo>
                    <a:pt x="776095" y="521620"/>
                  </a:lnTo>
                  <a:lnTo>
                    <a:pt x="776214" y="520887"/>
                  </a:lnTo>
                  <a:lnTo>
                    <a:pt x="773904" y="519894"/>
                  </a:lnTo>
                  <a:lnTo>
                    <a:pt x="770969" y="518704"/>
                  </a:lnTo>
                  <a:lnTo>
                    <a:pt x="770691" y="518639"/>
                  </a:lnTo>
                  <a:lnTo>
                    <a:pt x="768018" y="518016"/>
                  </a:lnTo>
                  <a:lnTo>
                    <a:pt x="766575" y="517326"/>
                  </a:lnTo>
                  <a:lnTo>
                    <a:pt x="766245" y="515668"/>
                  </a:lnTo>
                  <a:lnTo>
                    <a:pt x="765071" y="515961"/>
                  </a:lnTo>
                  <a:lnTo>
                    <a:pt x="763514" y="515008"/>
                  </a:lnTo>
                  <a:lnTo>
                    <a:pt x="760502" y="514656"/>
                  </a:lnTo>
                  <a:lnTo>
                    <a:pt x="759559" y="514545"/>
                  </a:lnTo>
                  <a:lnTo>
                    <a:pt x="758459" y="514416"/>
                  </a:lnTo>
                  <a:lnTo>
                    <a:pt x="754824" y="511526"/>
                  </a:lnTo>
                  <a:lnTo>
                    <a:pt x="752569" y="509191"/>
                  </a:lnTo>
                  <a:lnTo>
                    <a:pt x="752408" y="507059"/>
                  </a:lnTo>
                  <a:lnTo>
                    <a:pt x="751672" y="505842"/>
                  </a:lnTo>
                  <a:lnTo>
                    <a:pt x="748737" y="504240"/>
                  </a:lnTo>
                  <a:lnTo>
                    <a:pt x="745054" y="498009"/>
                  </a:lnTo>
                  <a:lnTo>
                    <a:pt x="743883" y="493201"/>
                  </a:lnTo>
                  <a:lnTo>
                    <a:pt x="743719" y="492528"/>
                  </a:lnTo>
                  <a:lnTo>
                    <a:pt x="740998" y="481357"/>
                  </a:lnTo>
                  <a:lnTo>
                    <a:pt x="739644" y="467909"/>
                  </a:lnTo>
                  <a:lnTo>
                    <a:pt x="739176" y="461488"/>
                  </a:lnTo>
                  <a:lnTo>
                    <a:pt x="738586" y="455645"/>
                  </a:lnTo>
                  <a:lnTo>
                    <a:pt x="741563" y="443838"/>
                  </a:lnTo>
                  <a:lnTo>
                    <a:pt x="741748" y="443106"/>
                  </a:lnTo>
                  <a:lnTo>
                    <a:pt x="758040" y="429234"/>
                  </a:lnTo>
                  <a:lnTo>
                    <a:pt x="760148" y="411129"/>
                  </a:lnTo>
                  <a:lnTo>
                    <a:pt x="763668" y="398511"/>
                  </a:lnTo>
                  <a:lnTo>
                    <a:pt x="770532" y="392476"/>
                  </a:lnTo>
                  <a:lnTo>
                    <a:pt x="773112" y="390208"/>
                  </a:lnTo>
                  <a:lnTo>
                    <a:pt x="773073" y="378730"/>
                  </a:lnTo>
                  <a:lnTo>
                    <a:pt x="781592" y="362823"/>
                  </a:lnTo>
                  <a:lnTo>
                    <a:pt x="787761" y="347714"/>
                  </a:lnTo>
                  <a:lnTo>
                    <a:pt x="791273" y="342200"/>
                  </a:lnTo>
                  <a:lnTo>
                    <a:pt x="791520" y="336587"/>
                  </a:lnTo>
                  <a:lnTo>
                    <a:pt x="787994" y="334764"/>
                  </a:lnTo>
                  <a:lnTo>
                    <a:pt x="777647" y="328349"/>
                  </a:lnTo>
                  <a:lnTo>
                    <a:pt x="773187" y="326442"/>
                  </a:lnTo>
                  <a:lnTo>
                    <a:pt x="770447" y="324569"/>
                  </a:lnTo>
                  <a:lnTo>
                    <a:pt x="766375" y="321784"/>
                  </a:lnTo>
                  <a:lnTo>
                    <a:pt x="767440" y="318800"/>
                  </a:lnTo>
                  <a:lnTo>
                    <a:pt x="763698" y="318206"/>
                  </a:lnTo>
                  <a:lnTo>
                    <a:pt x="757791" y="316617"/>
                  </a:lnTo>
                  <a:lnTo>
                    <a:pt x="755539" y="315669"/>
                  </a:lnTo>
                  <a:lnTo>
                    <a:pt x="754348" y="315169"/>
                  </a:lnTo>
                  <a:lnTo>
                    <a:pt x="747447" y="312267"/>
                  </a:lnTo>
                  <a:lnTo>
                    <a:pt x="729750" y="304555"/>
                  </a:lnTo>
                  <a:lnTo>
                    <a:pt x="727406" y="304338"/>
                  </a:lnTo>
                  <a:lnTo>
                    <a:pt x="726095" y="304216"/>
                  </a:lnTo>
                  <a:lnTo>
                    <a:pt x="724037" y="302585"/>
                  </a:lnTo>
                  <a:lnTo>
                    <a:pt x="723802" y="302397"/>
                  </a:lnTo>
                  <a:lnTo>
                    <a:pt x="708302" y="301234"/>
                  </a:lnTo>
                  <a:lnTo>
                    <a:pt x="704625" y="300277"/>
                  </a:lnTo>
                  <a:lnTo>
                    <a:pt x="698366" y="298079"/>
                  </a:lnTo>
                  <a:lnTo>
                    <a:pt x="692606" y="296713"/>
                  </a:lnTo>
                  <a:lnTo>
                    <a:pt x="689397" y="296175"/>
                  </a:lnTo>
                  <a:lnTo>
                    <a:pt x="685892" y="286977"/>
                  </a:lnTo>
                  <a:lnTo>
                    <a:pt x="674128" y="276551"/>
                  </a:lnTo>
                  <a:lnTo>
                    <a:pt x="655377" y="267445"/>
                  </a:lnTo>
                  <a:lnTo>
                    <a:pt x="651149" y="261435"/>
                  </a:lnTo>
                  <a:lnTo>
                    <a:pt x="645050" y="252765"/>
                  </a:lnTo>
                  <a:lnTo>
                    <a:pt x="634252" y="237415"/>
                  </a:lnTo>
                  <a:lnTo>
                    <a:pt x="621146" y="228676"/>
                  </a:lnTo>
                  <a:lnTo>
                    <a:pt x="603941" y="216844"/>
                  </a:lnTo>
                  <a:lnTo>
                    <a:pt x="592264" y="206570"/>
                  </a:lnTo>
                  <a:lnTo>
                    <a:pt x="582732" y="205807"/>
                  </a:lnTo>
                  <a:lnTo>
                    <a:pt x="580685" y="204550"/>
                  </a:lnTo>
                  <a:lnTo>
                    <a:pt x="579877" y="202716"/>
                  </a:lnTo>
                  <a:lnTo>
                    <a:pt x="580357" y="200788"/>
                  </a:lnTo>
                  <a:lnTo>
                    <a:pt x="584903" y="195468"/>
                  </a:lnTo>
                  <a:lnTo>
                    <a:pt x="585097" y="195240"/>
                  </a:lnTo>
                  <a:lnTo>
                    <a:pt x="544633" y="168932"/>
                  </a:lnTo>
                  <a:lnTo>
                    <a:pt x="535517" y="157320"/>
                  </a:lnTo>
                  <a:lnTo>
                    <a:pt x="531770" y="152547"/>
                  </a:lnTo>
                  <a:lnTo>
                    <a:pt x="512427" y="127910"/>
                  </a:lnTo>
                  <a:lnTo>
                    <a:pt x="500912" y="119910"/>
                  </a:lnTo>
                  <a:lnTo>
                    <a:pt x="489609" y="118969"/>
                  </a:lnTo>
                  <a:lnTo>
                    <a:pt x="463021" y="105653"/>
                  </a:lnTo>
                  <a:lnTo>
                    <a:pt x="449280" y="102194"/>
                  </a:lnTo>
                  <a:lnTo>
                    <a:pt x="445002" y="97063"/>
                  </a:lnTo>
                  <a:lnTo>
                    <a:pt x="439907" y="96356"/>
                  </a:lnTo>
                  <a:lnTo>
                    <a:pt x="436892" y="95538"/>
                  </a:lnTo>
                  <a:lnTo>
                    <a:pt x="431928" y="91927"/>
                  </a:lnTo>
                  <a:lnTo>
                    <a:pt x="429474" y="90850"/>
                  </a:lnTo>
                  <a:lnTo>
                    <a:pt x="427232" y="90716"/>
                  </a:lnTo>
                  <a:lnTo>
                    <a:pt x="416021" y="93357"/>
                  </a:lnTo>
                  <a:lnTo>
                    <a:pt x="414354" y="91710"/>
                  </a:lnTo>
                  <a:lnTo>
                    <a:pt x="414128" y="90773"/>
                  </a:lnTo>
                  <a:lnTo>
                    <a:pt x="414468" y="88610"/>
                  </a:lnTo>
                  <a:lnTo>
                    <a:pt x="417500" y="84277"/>
                  </a:lnTo>
                  <a:lnTo>
                    <a:pt x="418609" y="79386"/>
                  </a:lnTo>
                  <a:lnTo>
                    <a:pt x="415884" y="72335"/>
                  </a:lnTo>
                  <a:lnTo>
                    <a:pt x="413228" y="69402"/>
                  </a:lnTo>
                  <a:lnTo>
                    <a:pt x="412407" y="68946"/>
                  </a:lnTo>
                  <a:lnTo>
                    <a:pt x="400352" y="62251"/>
                  </a:lnTo>
                  <a:lnTo>
                    <a:pt x="399993" y="61928"/>
                  </a:lnTo>
                  <a:lnTo>
                    <a:pt x="393741" y="56309"/>
                  </a:lnTo>
                  <a:lnTo>
                    <a:pt x="376100" y="35761"/>
                  </a:lnTo>
                  <a:lnTo>
                    <a:pt x="359583" y="20098"/>
                  </a:lnTo>
                  <a:lnTo>
                    <a:pt x="355025" y="15266"/>
                  </a:lnTo>
                  <a:lnTo>
                    <a:pt x="353403" y="12940"/>
                  </a:lnTo>
                  <a:lnTo>
                    <a:pt x="352693" y="11922"/>
                  </a:lnTo>
                  <a:lnTo>
                    <a:pt x="352079" y="11041"/>
                  </a:lnTo>
                  <a:lnTo>
                    <a:pt x="351158" y="9720"/>
                  </a:lnTo>
                  <a:lnTo>
                    <a:pt x="349469" y="8506"/>
                  </a:lnTo>
                  <a:lnTo>
                    <a:pt x="342946" y="3821"/>
                  </a:lnTo>
                  <a:lnTo>
                    <a:pt x="339528" y="2058"/>
                  </a:lnTo>
                  <a:close/>
                </a:path>
              </a:pathLst>
            </a:custGeom>
            <a:solidFill>
              <a:srgbClr val="9FCF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g28"/>
            <p:cNvSpPr/>
            <p:nvPr/>
          </p:nvSpPr>
          <p:spPr>
            <a:xfrm>
              <a:off x="3594913" y="3282028"/>
              <a:ext cx="406636" cy="499964"/>
            </a:xfrm>
            <a:custGeom>
              <a:avLst/>
              <a:gdLst/>
              <a:ahLst/>
              <a:cxnLst/>
              <a:rect l="0" t="0" r="0" b="0"/>
              <a:pathLst>
                <a:path w="406636" h="499964">
                  <a:moveTo>
                    <a:pt x="207602" y="40909"/>
                  </a:moveTo>
                  <a:lnTo>
                    <a:pt x="184582" y="35637"/>
                  </a:lnTo>
                  <a:lnTo>
                    <a:pt x="170608" y="32437"/>
                  </a:lnTo>
                  <a:lnTo>
                    <a:pt x="121304" y="21151"/>
                  </a:lnTo>
                  <a:lnTo>
                    <a:pt x="118907" y="20604"/>
                  </a:lnTo>
                  <a:lnTo>
                    <a:pt x="112793" y="19210"/>
                  </a:lnTo>
                  <a:lnTo>
                    <a:pt x="97340" y="15686"/>
                  </a:lnTo>
                  <a:lnTo>
                    <a:pt x="62877" y="7615"/>
                  </a:lnTo>
                  <a:lnTo>
                    <a:pt x="48396" y="4514"/>
                  </a:lnTo>
                  <a:lnTo>
                    <a:pt x="35174" y="1466"/>
                  </a:lnTo>
                  <a:lnTo>
                    <a:pt x="29456" y="156"/>
                  </a:lnTo>
                  <a:lnTo>
                    <a:pt x="28772" y="0"/>
                  </a:lnTo>
                  <a:lnTo>
                    <a:pt x="28254" y="2269"/>
                  </a:lnTo>
                  <a:lnTo>
                    <a:pt x="25763" y="13180"/>
                  </a:lnTo>
                  <a:lnTo>
                    <a:pt x="25775" y="14914"/>
                  </a:lnTo>
                  <a:lnTo>
                    <a:pt x="25875" y="17532"/>
                  </a:lnTo>
                  <a:lnTo>
                    <a:pt x="26233" y="23755"/>
                  </a:lnTo>
                  <a:lnTo>
                    <a:pt x="26308" y="25067"/>
                  </a:lnTo>
                  <a:lnTo>
                    <a:pt x="26184" y="26065"/>
                  </a:lnTo>
                  <a:lnTo>
                    <a:pt x="24371" y="35528"/>
                  </a:lnTo>
                  <a:lnTo>
                    <a:pt x="23958" y="37370"/>
                  </a:lnTo>
                  <a:lnTo>
                    <a:pt x="25641" y="37750"/>
                  </a:lnTo>
                  <a:lnTo>
                    <a:pt x="25624" y="37938"/>
                  </a:lnTo>
                  <a:lnTo>
                    <a:pt x="25609" y="38127"/>
                  </a:lnTo>
                  <a:lnTo>
                    <a:pt x="25594" y="38316"/>
                  </a:lnTo>
                  <a:lnTo>
                    <a:pt x="25580" y="38505"/>
                  </a:lnTo>
                  <a:lnTo>
                    <a:pt x="25566" y="38694"/>
                  </a:lnTo>
                  <a:lnTo>
                    <a:pt x="25554" y="38883"/>
                  </a:lnTo>
                  <a:lnTo>
                    <a:pt x="25542" y="39072"/>
                  </a:lnTo>
                  <a:lnTo>
                    <a:pt x="25531" y="39261"/>
                  </a:lnTo>
                  <a:lnTo>
                    <a:pt x="25521" y="39450"/>
                  </a:lnTo>
                  <a:lnTo>
                    <a:pt x="25512" y="39639"/>
                  </a:lnTo>
                  <a:lnTo>
                    <a:pt x="25503" y="39828"/>
                  </a:lnTo>
                  <a:lnTo>
                    <a:pt x="25488" y="40207"/>
                  </a:lnTo>
                  <a:lnTo>
                    <a:pt x="25482" y="40396"/>
                  </a:lnTo>
                  <a:lnTo>
                    <a:pt x="25476" y="40585"/>
                  </a:lnTo>
                  <a:lnTo>
                    <a:pt x="25471" y="40774"/>
                  </a:lnTo>
                  <a:lnTo>
                    <a:pt x="25467" y="40964"/>
                  </a:lnTo>
                  <a:lnTo>
                    <a:pt x="25464" y="41153"/>
                  </a:lnTo>
                  <a:lnTo>
                    <a:pt x="25462" y="41342"/>
                  </a:lnTo>
                  <a:lnTo>
                    <a:pt x="25460" y="41532"/>
                  </a:lnTo>
                  <a:lnTo>
                    <a:pt x="25459" y="41721"/>
                  </a:lnTo>
                  <a:lnTo>
                    <a:pt x="25459" y="41906"/>
                  </a:lnTo>
                  <a:lnTo>
                    <a:pt x="25459" y="42090"/>
                  </a:lnTo>
                  <a:lnTo>
                    <a:pt x="25461" y="42275"/>
                  </a:lnTo>
                  <a:lnTo>
                    <a:pt x="25463" y="42460"/>
                  </a:lnTo>
                  <a:lnTo>
                    <a:pt x="25466" y="42644"/>
                  </a:lnTo>
                  <a:lnTo>
                    <a:pt x="25469" y="42829"/>
                  </a:lnTo>
                  <a:lnTo>
                    <a:pt x="25473" y="43013"/>
                  </a:lnTo>
                  <a:lnTo>
                    <a:pt x="25478" y="43198"/>
                  </a:lnTo>
                  <a:lnTo>
                    <a:pt x="25484" y="43382"/>
                  </a:lnTo>
                  <a:lnTo>
                    <a:pt x="25491" y="43567"/>
                  </a:lnTo>
                  <a:lnTo>
                    <a:pt x="25498" y="43751"/>
                  </a:lnTo>
                  <a:lnTo>
                    <a:pt x="25506" y="43936"/>
                  </a:lnTo>
                  <a:lnTo>
                    <a:pt x="25514" y="44120"/>
                  </a:lnTo>
                  <a:lnTo>
                    <a:pt x="25524" y="44305"/>
                  </a:lnTo>
                  <a:lnTo>
                    <a:pt x="25534" y="44489"/>
                  </a:lnTo>
                  <a:lnTo>
                    <a:pt x="25545" y="44673"/>
                  </a:lnTo>
                  <a:lnTo>
                    <a:pt x="25557" y="44857"/>
                  </a:lnTo>
                  <a:lnTo>
                    <a:pt x="25569" y="45042"/>
                  </a:lnTo>
                  <a:lnTo>
                    <a:pt x="25582" y="45226"/>
                  </a:lnTo>
                  <a:lnTo>
                    <a:pt x="27037" y="60850"/>
                  </a:lnTo>
                  <a:lnTo>
                    <a:pt x="27114" y="61678"/>
                  </a:lnTo>
                  <a:lnTo>
                    <a:pt x="24945" y="60979"/>
                  </a:lnTo>
                  <a:lnTo>
                    <a:pt x="20421" y="59520"/>
                  </a:lnTo>
                  <a:lnTo>
                    <a:pt x="17420" y="58551"/>
                  </a:lnTo>
                  <a:lnTo>
                    <a:pt x="12878" y="57084"/>
                  </a:lnTo>
                  <a:lnTo>
                    <a:pt x="9948" y="65254"/>
                  </a:lnTo>
                  <a:lnTo>
                    <a:pt x="6580" y="75098"/>
                  </a:lnTo>
                  <a:lnTo>
                    <a:pt x="1148" y="89686"/>
                  </a:lnTo>
                  <a:lnTo>
                    <a:pt x="1032" y="89996"/>
                  </a:lnTo>
                  <a:lnTo>
                    <a:pt x="898" y="90354"/>
                  </a:lnTo>
                  <a:lnTo>
                    <a:pt x="281" y="92012"/>
                  </a:lnTo>
                  <a:lnTo>
                    <a:pt x="0" y="92769"/>
                  </a:lnTo>
                  <a:lnTo>
                    <a:pt x="7907" y="95608"/>
                  </a:lnTo>
                  <a:lnTo>
                    <a:pt x="10072" y="96390"/>
                  </a:lnTo>
                  <a:lnTo>
                    <a:pt x="10214" y="96497"/>
                  </a:lnTo>
                  <a:lnTo>
                    <a:pt x="20663" y="104378"/>
                  </a:lnTo>
                  <a:lnTo>
                    <a:pt x="41450" y="119783"/>
                  </a:lnTo>
                  <a:lnTo>
                    <a:pt x="53584" y="128758"/>
                  </a:lnTo>
                  <a:lnTo>
                    <a:pt x="56492" y="130940"/>
                  </a:lnTo>
                  <a:lnTo>
                    <a:pt x="57991" y="132064"/>
                  </a:lnTo>
                  <a:lnTo>
                    <a:pt x="65498" y="137696"/>
                  </a:lnTo>
                  <a:lnTo>
                    <a:pt x="82283" y="150287"/>
                  </a:lnTo>
                  <a:lnTo>
                    <a:pt x="83860" y="151471"/>
                  </a:lnTo>
                  <a:lnTo>
                    <a:pt x="87250" y="154012"/>
                  </a:lnTo>
                  <a:lnTo>
                    <a:pt x="89239" y="155504"/>
                  </a:lnTo>
                  <a:lnTo>
                    <a:pt x="108307" y="169917"/>
                  </a:lnTo>
                  <a:lnTo>
                    <a:pt x="110200" y="171348"/>
                  </a:lnTo>
                  <a:lnTo>
                    <a:pt x="112396" y="173041"/>
                  </a:lnTo>
                  <a:lnTo>
                    <a:pt x="109763" y="173077"/>
                  </a:lnTo>
                  <a:lnTo>
                    <a:pt x="99320" y="173218"/>
                  </a:lnTo>
                  <a:lnTo>
                    <a:pt x="75952" y="173585"/>
                  </a:lnTo>
                  <a:lnTo>
                    <a:pt x="65508" y="173736"/>
                  </a:lnTo>
                  <a:lnTo>
                    <a:pt x="51851" y="173932"/>
                  </a:lnTo>
                  <a:lnTo>
                    <a:pt x="51653" y="175790"/>
                  </a:lnTo>
                  <a:lnTo>
                    <a:pt x="51408" y="178269"/>
                  </a:lnTo>
                  <a:lnTo>
                    <a:pt x="50333" y="187598"/>
                  </a:lnTo>
                  <a:lnTo>
                    <a:pt x="48605" y="202602"/>
                  </a:lnTo>
                  <a:lnTo>
                    <a:pt x="45771" y="227685"/>
                  </a:lnTo>
                  <a:lnTo>
                    <a:pt x="39341" y="245425"/>
                  </a:lnTo>
                  <a:lnTo>
                    <a:pt x="30210" y="270488"/>
                  </a:lnTo>
                  <a:lnTo>
                    <a:pt x="29546" y="272227"/>
                  </a:lnTo>
                  <a:lnTo>
                    <a:pt x="32021" y="273114"/>
                  </a:lnTo>
                  <a:lnTo>
                    <a:pt x="59404" y="282933"/>
                  </a:lnTo>
                  <a:lnTo>
                    <a:pt x="65538" y="285143"/>
                  </a:lnTo>
                  <a:lnTo>
                    <a:pt x="86844" y="292783"/>
                  </a:lnTo>
                  <a:lnTo>
                    <a:pt x="88113" y="293245"/>
                  </a:lnTo>
                  <a:lnTo>
                    <a:pt x="81173" y="312232"/>
                  </a:lnTo>
                  <a:lnTo>
                    <a:pt x="80853" y="313128"/>
                  </a:lnTo>
                  <a:lnTo>
                    <a:pt x="80432" y="314310"/>
                  </a:lnTo>
                  <a:lnTo>
                    <a:pt x="84539" y="319655"/>
                  </a:lnTo>
                  <a:lnTo>
                    <a:pt x="84787" y="319983"/>
                  </a:lnTo>
                  <a:lnTo>
                    <a:pt x="86758" y="322582"/>
                  </a:lnTo>
                  <a:lnTo>
                    <a:pt x="87869" y="324065"/>
                  </a:lnTo>
                  <a:lnTo>
                    <a:pt x="88298" y="324587"/>
                  </a:lnTo>
                  <a:lnTo>
                    <a:pt x="88787" y="324974"/>
                  </a:lnTo>
                  <a:lnTo>
                    <a:pt x="95491" y="330266"/>
                  </a:lnTo>
                  <a:lnTo>
                    <a:pt x="96583" y="331128"/>
                  </a:lnTo>
                  <a:lnTo>
                    <a:pt x="101290" y="333167"/>
                  </a:lnTo>
                  <a:lnTo>
                    <a:pt x="134892" y="348292"/>
                  </a:lnTo>
                  <a:lnTo>
                    <a:pt x="139503" y="350369"/>
                  </a:lnTo>
                  <a:lnTo>
                    <a:pt x="138984" y="352149"/>
                  </a:lnTo>
                  <a:lnTo>
                    <a:pt x="137596" y="356903"/>
                  </a:lnTo>
                  <a:lnTo>
                    <a:pt x="136217" y="361618"/>
                  </a:lnTo>
                  <a:lnTo>
                    <a:pt x="136252" y="361981"/>
                  </a:lnTo>
                  <a:lnTo>
                    <a:pt x="136299" y="362487"/>
                  </a:lnTo>
                  <a:lnTo>
                    <a:pt x="136516" y="364792"/>
                  </a:lnTo>
                  <a:lnTo>
                    <a:pt x="136649" y="366196"/>
                  </a:lnTo>
                  <a:lnTo>
                    <a:pt x="134682" y="366394"/>
                  </a:lnTo>
                  <a:lnTo>
                    <a:pt x="132953" y="366569"/>
                  </a:lnTo>
                  <a:lnTo>
                    <a:pt x="132747" y="366590"/>
                  </a:lnTo>
                  <a:lnTo>
                    <a:pt x="132542" y="366610"/>
                  </a:lnTo>
                  <a:lnTo>
                    <a:pt x="132336" y="366629"/>
                  </a:lnTo>
                  <a:lnTo>
                    <a:pt x="132131" y="366648"/>
                  </a:lnTo>
                  <a:lnTo>
                    <a:pt x="131925" y="366665"/>
                  </a:lnTo>
                  <a:lnTo>
                    <a:pt x="131719" y="366682"/>
                  </a:lnTo>
                  <a:lnTo>
                    <a:pt x="131513" y="366698"/>
                  </a:lnTo>
                  <a:lnTo>
                    <a:pt x="131307" y="366713"/>
                  </a:lnTo>
                  <a:lnTo>
                    <a:pt x="131101" y="366728"/>
                  </a:lnTo>
                  <a:lnTo>
                    <a:pt x="130895" y="366742"/>
                  </a:lnTo>
                  <a:lnTo>
                    <a:pt x="130689" y="366755"/>
                  </a:lnTo>
                  <a:lnTo>
                    <a:pt x="130483" y="366768"/>
                  </a:lnTo>
                  <a:lnTo>
                    <a:pt x="130277" y="366779"/>
                  </a:lnTo>
                  <a:lnTo>
                    <a:pt x="130071" y="366790"/>
                  </a:lnTo>
                  <a:lnTo>
                    <a:pt x="129865" y="366801"/>
                  </a:lnTo>
                  <a:lnTo>
                    <a:pt x="129658" y="366810"/>
                  </a:lnTo>
                  <a:lnTo>
                    <a:pt x="129452" y="366819"/>
                  </a:lnTo>
                  <a:lnTo>
                    <a:pt x="129246" y="366827"/>
                  </a:lnTo>
                  <a:lnTo>
                    <a:pt x="129039" y="366834"/>
                  </a:lnTo>
                  <a:lnTo>
                    <a:pt x="128833" y="366840"/>
                  </a:lnTo>
                  <a:lnTo>
                    <a:pt x="128627" y="366846"/>
                  </a:lnTo>
                  <a:lnTo>
                    <a:pt x="128420" y="366851"/>
                  </a:lnTo>
                  <a:lnTo>
                    <a:pt x="128214" y="366855"/>
                  </a:lnTo>
                  <a:lnTo>
                    <a:pt x="128007" y="366859"/>
                  </a:lnTo>
                  <a:lnTo>
                    <a:pt x="127801" y="366862"/>
                  </a:lnTo>
                  <a:lnTo>
                    <a:pt x="127594" y="366864"/>
                  </a:lnTo>
                  <a:lnTo>
                    <a:pt x="127388" y="366865"/>
                  </a:lnTo>
                  <a:lnTo>
                    <a:pt x="127165" y="366865"/>
                  </a:lnTo>
                  <a:lnTo>
                    <a:pt x="126975" y="366864"/>
                  </a:lnTo>
                  <a:lnTo>
                    <a:pt x="126768" y="366863"/>
                  </a:lnTo>
                  <a:lnTo>
                    <a:pt x="126562" y="366861"/>
                  </a:lnTo>
                  <a:lnTo>
                    <a:pt x="126355" y="366858"/>
                  </a:lnTo>
                  <a:lnTo>
                    <a:pt x="126149" y="366854"/>
                  </a:lnTo>
                  <a:lnTo>
                    <a:pt x="125942" y="366850"/>
                  </a:lnTo>
                  <a:lnTo>
                    <a:pt x="125736" y="366844"/>
                  </a:lnTo>
                  <a:lnTo>
                    <a:pt x="125530" y="366838"/>
                  </a:lnTo>
                  <a:lnTo>
                    <a:pt x="125323" y="366832"/>
                  </a:lnTo>
                  <a:lnTo>
                    <a:pt x="125117" y="366824"/>
                  </a:lnTo>
                  <a:lnTo>
                    <a:pt x="124910" y="366816"/>
                  </a:lnTo>
                  <a:lnTo>
                    <a:pt x="124704" y="366807"/>
                  </a:lnTo>
                  <a:lnTo>
                    <a:pt x="124498" y="366798"/>
                  </a:lnTo>
                  <a:lnTo>
                    <a:pt x="124292" y="366787"/>
                  </a:lnTo>
                  <a:lnTo>
                    <a:pt x="124085" y="366776"/>
                  </a:lnTo>
                  <a:lnTo>
                    <a:pt x="123879" y="366764"/>
                  </a:lnTo>
                  <a:lnTo>
                    <a:pt x="123673" y="366751"/>
                  </a:lnTo>
                  <a:lnTo>
                    <a:pt x="123467" y="366738"/>
                  </a:lnTo>
                  <a:lnTo>
                    <a:pt x="123261" y="366724"/>
                  </a:lnTo>
                  <a:lnTo>
                    <a:pt x="123055" y="366709"/>
                  </a:lnTo>
                  <a:lnTo>
                    <a:pt x="122849" y="366693"/>
                  </a:lnTo>
                  <a:lnTo>
                    <a:pt x="122643" y="366677"/>
                  </a:lnTo>
                  <a:lnTo>
                    <a:pt x="122438" y="366660"/>
                  </a:lnTo>
                  <a:lnTo>
                    <a:pt x="122232" y="366642"/>
                  </a:lnTo>
                  <a:lnTo>
                    <a:pt x="122026" y="366624"/>
                  </a:lnTo>
                  <a:lnTo>
                    <a:pt x="121821" y="366604"/>
                  </a:lnTo>
                  <a:lnTo>
                    <a:pt x="113190" y="365784"/>
                  </a:lnTo>
                  <a:lnTo>
                    <a:pt x="72942" y="361960"/>
                  </a:lnTo>
                  <a:lnTo>
                    <a:pt x="72669" y="361941"/>
                  </a:lnTo>
                  <a:lnTo>
                    <a:pt x="72533" y="361932"/>
                  </a:lnTo>
                  <a:lnTo>
                    <a:pt x="72397" y="361925"/>
                  </a:lnTo>
                  <a:lnTo>
                    <a:pt x="72261" y="361918"/>
                  </a:lnTo>
                  <a:lnTo>
                    <a:pt x="72125" y="361912"/>
                  </a:lnTo>
                  <a:lnTo>
                    <a:pt x="71988" y="361906"/>
                  </a:lnTo>
                  <a:lnTo>
                    <a:pt x="71852" y="361902"/>
                  </a:lnTo>
                  <a:lnTo>
                    <a:pt x="71716" y="361898"/>
                  </a:lnTo>
                  <a:lnTo>
                    <a:pt x="71443" y="361893"/>
                  </a:lnTo>
                  <a:lnTo>
                    <a:pt x="71306" y="361891"/>
                  </a:lnTo>
                  <a:lnTo>
                    <a:pt x="71170" y="361891"/>
                  </a:lnTo>
                  <a:lnTo>
                    <a:pt x="70897" y="361892"/>
                  </a:lnTo>
                  <a:lnTo>
                    <a:pt x="70761" y="361894"/>
                  </a:lnTo>
                  <a:lnTo>
                    <a:pt x="70488" y="361900"/>
                  </a:lnTo>
                  <a:lnTo>
                    <a:pt x="70352" y="361904"/>
                  </a:lnTo>
                  <a:lnTo>
                    <a:pt x="70079" y="361914"/>
                  </a:lnTo>
                  <a:lnTo>
                    <a:pt x="69806" y="361928"/>
                  </a:lnTo>
                  <a:lnTo>
                    <a:pt x="69669" y="361936"/>
                  </a:lnTo>
                  <a:lnTo>
                    <a:pt x="69532" y="361945"/>
                  </a:lnTo>
                  <a:lnTo>
                    <a:pt x="69395" y="361955"/>
                  </a:lnTo>
                  <a:lnTo>
                    <a:pt x="69258" y="361965"/>
                  </a:lnTo>
                  <a:lnTo>
                    <a:pt x="69121" y="361976"/>
                  </a:lnTo>
                  <a:lnTo>
                    <a:pt x="68985" y="361989"/>
                  </a:lnTo>
                  <a:lnTo>
                    <a:pt x="68848" y="362002"/>
                  </a:lnTo>
                  <a:lnTo>
                    <a:pt x="68439" y="362045"/>
                  </a:lnTo>
                  <a:lnTo>
                    <a:pt x="68302" y="362061"/>
                  </a:lnTo>
                  <a:lnTo>
                    <a:pt x="68166" y="362078"/>
                  </a:lnTo>
                  <a:lnTo>
                    <a:pt x="68030" y="362095"/>
                  </a:lnTo>
                  <a:lnTo>
                    <a:pt x="67144" y="362229"/>
                  </a:lnTo>
                  <a:lnTo>
                    <a:pt x="65560" y="366598"/>
                  </a:lnTo>
                  <a:lnTo>
                    <a:pt x="61137" y="378799"/>
                  </a:lnTo>
                  <a:lnTo>
                    <a:pt x="59146" y="411017"/>
                  </a:lnTo>
                  <a:lnTo>
                    <a:pt x="58322" y="412859"/>
                  </a:lnTo>
                  <a:lnTo>
                    <a:pt x="56812" y="416232"/>
                  </a:lnTo>
                  <a:lnTo>
                    <a:pt x="53545" y="417309"/>
                  </a:lnTo>
                  <a:lnTo>
                    <a:pt x="53069" y="417101"/>
                  </a:lnTo>
                  <a:lnTo>
                    <a:pt x="52399" y="418966"/>
                  </a:lnTo>
                  <a:lnTo>
                    <a:pt x="51209" y="422279"/>
                  </a:lnTo>
                  <a:lnTo>
                    <a:pt x="49791" y="426328"/>
                  </a:lnTo>
                  <a:lnTo>
                    <a:pt x="52464" y="427053"/>
                  </a:lnTo>
                  <a:lnTo>
                    <a:pt x="63003" y="429695"/>
                  </a:lnTo>
                  <a:lnTo>
                    <a:pt x="68361" y="431150"/>
                  </a:lnTo>
                  <a:lnTo>
                    <a:pt x="70337" y="431697"/>
                  </a:lnTo>
                  <a:lnTo>
                    <a:pt x="83702" y="435393"/>
                  </a:lnTo>
                  <a:lnTo>
                    <a:pt x="85022" y="435775"/>
                  </a:lnTo>
                  <a:lnTo>
                    <a:pt x="87021" y="436444"/>
                  </a:lnTo>
                  <a:lnTo>
                    <a:pt x="87510" y="436621"/>
                  </a:lnTo>
                  <a:lnTo>
                    <a:pt x="99403" y="441378"/>
                  </a:lnTo>
                  <a:lnTo>
                    <a:pt x="102150" y="442494"/>
                  </a:lnTo>
                  <a:lnTo>
                    <a:pt x="103109" y="442887"/>
                  </a:lnTo>
                  <a:lnTo>
                    <a:pt x="110030" y="445719"/>
                  </a:lnTo>
                  <a:lnTo>
                    <a:pt x="111469" y="446308"/>
                  </a:lnTo>
                  <a:lnTo>
                    <a:pt x="113208" y="447011"/>
                  </a:lnTo>
                  <a:lnTo>
                    <a:pt x="114031" y="447353"/>
                  </a:lnTo>
                  <a:lnTo>
                    <a:pt x="116382" y="448312"/>
                  </a:lnTo>
                  <a:lnTo>
                    <a:pt x="133789" y="455295"/>
                  </a:lnTo>
                  <a:lnTo>
                    <a:pt x="137967" y="457214"/>
                  </a:lnTo>
                  <a:lnTo>
                    <a:pt x="152740" y="463408"/>
                  </a:lnTo>
                  <a:lnTo>
                    <a:pt x="153484" y="463743"/>
                  </a:lnTo>
                  <a:lnTo>
                    <a:pt x="156377" y="465078"/>
                  </a:lnTo>
                  <a:lnTo>
                    <a:pt x="173026" y="472798"/>
                  </a:lnTo>
                  <a:lnTo>
                    <a:pt x="174441" y="473454"/>
                  </a:lnTo>
                  <a:lnTo>
                    <a:pt x="176467" y="474375"/>
                  </a:lnTo>
                  <a:lnTo>
                    <a:pt x="179494" y="475767"/>
                  </a:lnTo>
                  <a:lnTo>
                    <a:pt x="180104" y="476047"/>
                  </a:lnTo>
                  <a:lnTo>
                    <a:pt x="190774" y="480923"/>
                  </a:lnTo>
                  <a:lnTo>
                    <a:pt x="192074" y="481516"/>
                  </a:lnTo>
                  <a:lnTo>
                    <a:pt x="194438" y="482533"/>
                  </a:lnTo>
                  <a:lnTo>
                    <a:pt x="204785" y="486938"/>
                  </a:lnTo>
                  <a:lnTo>
                    <a:pt x="205728" y="487338"/>
                  </a:lnTo>
                  <a:lnTo>
                    <a:pt x="208467" y="488508"/>
                  </a:lnTo>
                  <a:lnTo>
                    <a:pt x="212154" y="490066"/>
                  </a:lnTo>
                  <a:lnTo>
                    <a:pt x="227655" y="495955"/>
                  </a:lnTo>
                  <a:lnTo>
                    <a:pt x="228463" y="496234"/>
                  </a:lnTo>
                  <a:lnTo>
                    <a:pt x="229566" y="496627"/>
                  </a:lnTo>
                  <a:lnTo>
                    <a:pt x="232995" y="497518"/>
                  </a:lnTo>
                  <a:lnTo>
                    <a:pt x="234542" y="497845"/>
                  </a:lnTo>
                  <a:lnTo>
                    <a:pt x="236051" y="498106"/>
                  </a:lnTo>
                  <a:lnTo>
                    <a:pt x="240247" y="498758"/>
                  </a:lnTo>
                  <a:lnTo>
                    <a:pt x="243775" y="499075"/>
                  </a:lnTo>
                  <a:lnTo>
                    <a:pt x="246227" y="499178"/>
                  </a:lnTo>
                  <a:lnTo>
                    <a:pt x="252293" y="499520"/>
                  </a:lnTo>
                  <a:lnTo>
                    <a:pt x="258436" y="499835"/>
                  </a:lnTo>
                  <a:lnTo>
                    <a:pt x="266344" y="499964"/>
                  </a:lnTo>
                  <a:lnTo>
                    <a:pt x="274251" y="499789"/>
                  </a:lnTo>
                  <a:lnTo>
                    <a:pt x="281269" y="499322"/>
                  </a:lnTo>
                  <a:lnTo>
                    <a:pt x="282145" y="499305"/>
                  </a:lnTo>
                  <a:lnTo>
                    <a:pt x="284077" y="499159"/>
                  </a:lnTo>
                  <a:lnTo>
                    <a:pt x="286132" y="498966"/>
                  </a:lnTo>
                  <a:lnTo>
                    <a:pt x="299814" y="497325"/>
                  </a:lnTo>
                  <a:lnTo>
                    <a:pt x="300837" y="497128"/>
                  </a:lnTo>
                  <a:lnTo>
                    <a:pt x="301877" y="496910"/>
                  </a:lnTo>
                  <a:lnTo>
                    <a:pt x="302913" y="496661"/>
                  </a:lnTo>
                  <a:lnTo>
                    <a:pt x="303717" y="496443"/>
                  </a:lnTo>
                  <a:lnTo>
                    <a:pt x="304797" y="496129"/>
                  </a:lnTo>
                  <a:lnTo>
                    <a:pt x="305729" y="495852"/>
                  </a:lnTo>
                  <a:lnTo>
                    <a:pt x="314415" y="492655"/>
                  </a:lnTo>
                  <a:lnTo>
                    <a:pt x="315495" y="492125"/>
                  </a:lnTo>
                  <a:lnTo>
                    <a:pt x="316726" y="491521"/>
                  </a:lnTo>
                  <a:lnTo>
                    <a:pt x="316602" y="491261"/>
                  </a:lnTo>
                  <a:lnTo>
                    <a:pt x="316755" y="491251"/>
                  </a:lnTo>
                  <a:lnTo>
                    <a:pt x="325209" y="486962"/>
                  </a:lnTo>
                  <a:lnTo>
                    <a:pt x="329218" y="484536"/>
                  </a:lnTo>
                  <a:lnTo>
                    <a:pt x="330030" y="484002"/>
                  </a:lnTo>
                  <a:lnTo>
                    <a:pt x="333034" y="481714"/>
                  </a:lnTo>
                  <a:lnTo>
                    <a:pt x="335206" y="479954"/>
                  </a:lnTo>
                  <a:lnTo>
                    <a:pt x="338753" y="476706"/>
                  </a:lnTo>
                  <a:lnTo>
                    <a:pt x="339622" y="475775"/>
                  </a:lnTo>
                  <a:lnTo>
                    <a:pt x="340944" y="474360"/>
                  </a:lnTo>
                  <a:lnTo>
                    <a:pt x="345467" y="469515"/>
                  </a:lnTo>
                  <a:lnTo>
                    <a:pt x="346609" y="468293"/>
                  </a:lnTo>
                  <a:lnTo>
                    <a:pt x="347339" y="467459"/>
                  </a:lnTo>
                  <a:lnTo>
                    <a:pt x="349412" y="465093"/>
                  </a:lnTo>
                  <a:lnTo>
                    <a:pt x="350181" y="464216"/>
                  </a:lnTo>
                  <a:lnTo>
                    <a:pt x="350495" y="463857"/>
                  </a:lnTo>
                  <a:lnTo>
                    <a:pt x="350684" y="463649"/>
                  </a:lnTo>
                  <a:lnTo>
                    <a:pt x="352518" y="461629"/>
                  </a:lnTo>
                  <a:lnTo>
                    <a:pt x="354301" y="459665"/>
                  </a:lnTo>
                  <a:lnTo>
                    <a:pt x="354439" y="459507"/>
                  </a:lnTo>
                  <a:lnTo>
                    <a:pt x="354575" y="459348"/>
                  </a:lnTo>
                  <a:lnTo>
                    <a:pt x="354711" y="459188"/>
                  </a:lnTo>
                  <a:lnTo>
                    <a:pt x="354847" y="459028"/>
                  </a:lnTo>
                  <a:lnTo>
                    <a:pt x="354982" y="458868"/>
                  </a:lnTo>
                  <a:lnTo>
                    <a:pt x="355116" y="458707"/>
                  </a:lnTo>
                  <a:lnTo>
                    <a:pt x="355250" y="458545"/>
                  </a:lnTo>
                  <a:lnTo>
                    <a:pt x="355383" y="458383"/>
                  </a:lnTo>
                  <a:lnTo>
                    <a:pt x="355516" y="458221"/>
                  </a:lnTo>
                  <a:lnTo>
                    <a:pt x="355648" y="458058"/>
                  </a:lnTo>
                  <a:lnTo>
                    <a:pt x="355779" y="457895"/>
                  </a:lnTo>
                  <a:lnTo>
                    <a:pt x="355910" y="457730"/>
                  </a:lnTo>
                  <a:lnTo>
                    <a:pt x="356040" y="457566"/>
                  </a:lnTo>
                  <a:lnTo>
                    <a:pt x="356170" y="457401"/>
                  </a:lnTo>
                  <a:lnTo>
                    <a:pt x="356299" y="457236"/>
                  </a:lnTo>
                  <a:lnTo>
                    <a:pt x="356427" y="457070"/>
                  </a:lnTo>
                  <a:lnTo>
                    <a:pt x="356555" y="456904"/>
                  </a:lnTo>
                  <a:lnTo>
                    <a:pt x="356682" y="456737"/>
                  </a:lnTo>
                  <a:lnTo>
                    <a:pt x="356809" y="456570"/>
                  </a:lnTo>
                  <a:lnTo>
                    <a:pt x="356935" y="456402"/>
                  </a:lnTo>
                  <a:lnTo>
                    <a:pt x="357061" y="456234"/>
                  </a:lnTo>
                  <a:lnTo>
                    <a:pt x="357185" y="456065"/>
                  </a:lnTo>
                  <a:lnTo>
                    <a:pt x="357310" y="455896"/>
                  </a:lnTo>
                  <a:lnTo>
                    <a:pt x="357433" y="455727"/>
                  </a:lnTo>
                  <a:lnTo>
                    <a:pt x="357556" y="455557"/>
                  </a:lnTo>
                  <a:lnTo>
                    <a:pt x="357678" y="455387"/>
                  </a:lnTo>
                  <a:lnTo>
                    <a:pt x="357800" y="455216"/>
                  </a:lnTo>
                  <a:lnTo>
                    <a:pt x="357921" y="455045"/>
                  </a:lnTo>
                  <a:lnTo>
                    <a:pt x="358042" y="454873"/>
                  </a:lnTo>
                  <a:lnTo>
                    <a:pt x="358161" y="454701"/>
                  </a:lnTo>
                  <a:lnTo>
                    <a:pt x="358281" y="454528"/>
                  </a:lnTo>
                  <a:lnTo>
                    <a:pt x="358399" y="454355"/>
                  </a:lnTo>
                  <a:lnTo>
                    <a:pt x="358517" y="454182"/>
                  </a:lnTo>
                  <a:lnTo>
                    <a:pt x="358635" y="454008"/>
                  </a:lnTo>
                  <a:lnTo>
                    <a:pt x="358751" y="453833"/>
                  </a:lnTo>
                  <a:lnTo>
                    <a:pt x="358867" y="453659"/>
                  </a:lnTo>
                  <a:lnTo>
                    <a:pt x="358983" y="453483"/>
                  </a:lnTo>
                  <a:lnTo>
                    <a:pt x="359098" y="453308"/>
                  </a:lnTo>
                  <a:lnTo>
                    <a:pt x="359212" y="453132"/>
                  </a:lnTo>
                  <a:lnTo>
                    <a:pt x="359325" y="452956"/>
                  </a:lnTo>
                  <a:lnTo>
                    <a:pt x="359438" y="452779"/>
                  </a:lnTo>
                  <a:lnTo>
                    <a:pt x="359551" y="452601"/>
                  </a:lnTo>
                  <a:lnTo>
                    <a:pt x="359662" y="452424"/>
                  </a:lnTo>
                  <a:lnTo>
                    <a:pt x="359773" y="452246"/>
                  </a:lnTo>
                  <a:lnTo>
                    <a:pt x="359883" y="452067"/>
                  </a:lnTo>
                  <a:lnTo>
                    <a:pt x="359993" y="451888"/>
                  </a:lnTo>
                  <a:lnTo>
                    <a:pt x="360102" y="451709"/>
                  </a:lnTo>
                  <a:lnTo>
                    <a:pt x="360211" y="451530"/>
                  </a:lnTo>
                  <a:lnTo>
                    <a:pt x="360318" y="451349"/>
                  </a:lnTo>
                  <a:lnTo>
                    <a:pt x="360425" y="451169"/>
                  </a:lnTo>
                  <a:lnTo>
                    <a:pt x="360532" y="450988"/>
                  </a:lnTo>
                  <a:lnTo>
                    <a:pt x="360637" y="450807"/>
                  </a:lnTo>
                  <a:lnTo>
                    <a:pt x="360743" y="450625"/>
                  </a:lnTo>
                  <a:lnTo>
                    <a:pt x="360847" y="450443"/>
                  </a:lnTo>
                  <a:lnTo>
                    <a:pt x="360951" y="450261"/>
                  </a:lnTo>
                  <a:lnTo>
                    <a:pt x="361054" y="450078"/>
                  </a:lnTo>
                  <a:lnTo>
                    <a:pt x="361156" y="449895"/>
                  </a:lnTo>
                  <a:lnTo>
                    <a:pt x="361258" y="449712"/>
                  </a:lnTo>
                  <a:lnTo>
                    <a:pt x="361359" y="449528"/>
                  </a:lnTo>
                  <a:lnTo>
                    <a:pt x="361460" y="449344"/>
                  </a:lnTo>
                  <a:lnTo>
                    <a:pt x="361560" y="449159"/>
                  </a:lnTo>
                  <a:lnTo>
                    <a:pt x="361659" y="448974"/>
                  </a:lnTo>
                  <a:lnTo>
                    <a:pt x="361757" y="448789"/>
                  </a:lnTo>
                  <a:lnTo>
                    <a:pt x="361894" y="448527"/>
                  </a:lnTo>
                  <a:lnTo>
                    <a:pt x="362859" y="446742"/>
                  </a:lnTo>
                  <a:lnTo>
                    <a:pt x="363749" y="445145"/>
                  </a:lnTo>
                  <a:lnTo>
                    <a:pt x="366004" y="440868"/>
                  </a:lnTo>
                  <a:lnTo>
                    <a:pt x="366119" y="440650"/>
                  </a:lnTo>
                  <a:lnTo>
                    <a:pt x="367304" y="438402"/>
                  </a:lnTo>
                  <a:lnTo>
                    <a:pt x="368664" y="435797"/>
                  </a:lnTo>
                  <a:lnTo>
                    <a:pt x="370451" y="432451"/>
                  </a:lnTo>
                  <a:lnTo>
                    <a:pt x="372276" y="429144"/>
                  </a:lnTo>
                  <a:lnTo>
                    <a:pt x="375417" y="424492"/>
                  </a:lnTo>
                  <a:lnTo>
                    <a:pt x="377003" y="422440"/>
                  </a:lnTo>
                  <a:lnTo>
                    <a:pt x="378416" y="420775"/>
                  </a:lnTo>
                  <a:lnTo>
                    <a:pt x="381607" y="417202"/>
                  </a:lnTo>
                  <a:lnTo>
                    <a:pt x="383628" y="414965"/>
                  </a:lnTo>
                  <a:lnTo>
                    <a:pt x="383813" y="414760"/>
                  </a:lnTo>
                  <a:lnTo>
                    <a:pt x="387353" y="411333"/>
                  </a:lnTo>
                  <a:lnTo>
                    <a:pt x="387736" y="410962"/>
                  </a:lnTo>
                  <a:lnTo>
                    <a:pt x="390208" y="408769"/>
                  </a:lnTo>
                  <a:lnTo>
                    <a:pt x="391323" y="407780"/>
                  </a:lnTo>
                  <a:lnTo>
                    <a:pt x="391929" y="407242"/>
                  </a:lnTo>
                  <a:lnTo>
                    <a:pt x="396818" y="404374"/>
                  </a:lnTo>
                  <a:lnTo>
                    <a:pt x="399775" y="403149"/>
                  </a:lnTo>
                  <a:lnTo>
                    <a:pt x="401867" y="402296"/>
                  </a:lnTo>
                  <a:lnTo>
                    <a:pt x="401478" y="401594"/>
                  </a:lnTo>
                  <a:lnTo>
                    <a:pt x="400568" y="399946"/>
                  </a:lnTo>
                  <a:lnTo>
                    <a:pt x="398927" y="397341"/>
                  </a:lnTo>
                  <a:lnTo>
                    <a:pt x="398771" y="397146"/>
                  </a:lnTo>
                  <a:lnTo>
                    <a:pt x="397104" y="395062"/>
                  </a:lnTo>
                  <a:lnTo>
                    <a:pt x="396009" y="393894"/>
                  </a:lnTo>
                  <a:lnTo>
                    <a:pt x="394774" y="392747"/>
                  </a:lnTo>
                  <a:lnTo>
                    <a:pt x="392073" y="390291"/>
                  </a:lnTo>
                  <a:lnTo>
                    <a:pt x="391278" y="389571"/>
                  </a:lnTo>
                  <a:lnTo>
                    <a:pt x="389640" y="387947"/>
                  </a:lnTo>
                  <a:lnTo>
                    <a:pt x="389611" y="387725"/>
                  </a:lnTo>
                  <a:lnTo>
                    <a:pt x="389459" y="387767"/>
                  </a:lnTo>
                  <a:lnTo>
                    <a:pt x="389339" y="387251"/>
                  </a:lnTo>
                  <a:lnTo>
                    <a:pt x="389472" y="387215"/>
                  </a:lnTo>
                  <a:lnTo>
                    <a:pt x="388950" y="385217"/>
                  </a:lnTo>
                  <a:lnTo>
                    <a:pt x="388790" y="385259"/>
                  </a:lnTo>
                  <a:lnTo>
                    <a:pt x="388735" y="385066"/>
                  </a:lnTo>
                  <a:lnTo>
                    <a:pt x="388583" y="385110"/>
                  </a:lnTo>
                  <a:lnTo>
                    <a:pt x="388148" y="383624"/>
                  </a:lnTo>
                  <a:lnTo>
                    <a:pt x="388350" y="383570"/>
                  </a:lnTo>
                  <a:lnTo>
                    <a:pt x="388301" y="383396"/>
                  </a:lnTo>
                  <a:lnTo>
                    <a:pt x="386670" y="377834"/>
                  </a:lnTo>
                  <a:lnTo>
                    <a:pt x="386518" y="377878"/>
                  </a:lnTo>
                  <a:lnTo>
                    <a:pt x="386335" y="377243"/>
                  </a:lnTo>
                  <a:lnTo>
                    <a:pt x="386577" y="377178"/>
                  </a:lnTo>
                  <a:lnTo>
                    <a:pt x="385986" y="375184"/>
                  </a:lnTo>
                  <a:lnTo>
                    <a:pt x="385881" y="374802"/>
                  </a:lnTo>
                  <a:lnTo>
                    <a:pt x="385262" y="372800"/>
                  </a:lnTo>
                  <a:lnTo>
                    <a:pt x="385154" y="372423"/>
                  </a:lnTo>
                  <a:lnTo>
                    <a:pt x="384594" y="370417"/>
                  </a:lnTo>
                  <a:lnTo>
                    <a:pt x="384483" y="370041"/>
                  </a:lnTo>
                  <a:lnTo>
                    <a:pt x="383938" y="368157"/>
                  </a:lnTo>
                  <a:lnTo>
                    <a:pt x="383828" y="367790"/>
                  </a:lnTo>
                  <a:lnTo>
                    <a:pt x="383220" y="365819"/>
                  </a:lnTo>
                  <a:lnTo>
                    <a:pt x="383113" y="365450"/>
                  </a:lnTo>
                  <a:lnTo>
                    <a:pt x="382614" y="363643"/>
                  </a:lnTo>
                  <a:lnTo>
                    <a:pt x="382527" y="363293"/>
                  </a:lnTo>
                  <a:lnTo>
                    <a:pt x="382020" y="361612"/>
                  </a:lnTo>
                  <a:lnTo>
                    <a:pt x="381917" y="361264"/>
                  </a:lnTo>
                  <a:lnTo>
                    <a:pt x="381224" y="359584"/>
                  </a:lnTo>
                  <a:lnTo>
                    <a:pt x="381157" y="359024"/>
                  </a:lnTo>
                  <a:lnTo>
                    <a:pt x="379991" y="354976"/>
                  </a:lnTo>
                  <a:lnTo>
                    <a:pt x="379934" y="354555"/>
                  </a:lnTo>
                  <a:lnTo>
                    <a:pt x="379715" y="353741"/>
                  </a:lnTo>
                  <a:lnTo>
                    <a:pt x="378928" y="353817"/>
                  </a:lnTo>
                  <a:lnTo>
                    <a:pt x="378949" y="353997"/>
                  </a:lnTo>
                  <a:lnTo>
                    <a:pt x="377863" y="354119"/>
                  </a:lnTo>
                  <a:lnTo>
                    <a:pt x="377242" y="347968"/>
                  </a:lnTo>
                  <a:lnTo>
                    <a:pt x="378482" y="347834"/>
                  </a:lnTo>
                  <a:lnTo>
                    <a:pt x="378515" y="346526"/>
                  </a:lnTo>
                  <a:lnTo>
                    <a:pt x="378564" y="345081"/>
                  </a:lnTo>
                  <a:lnTo>
                    <a:pt x="378629" y="344431"/>
                  </a:lnTo>
                  <a:lnTo>
                    <a:pt x="378844" y="342848"/>
                  </a:lnTo>
                  <a:lnTo>
                    <a:pt x="379023" y="341735"/>
                  </a:lnTo>
                  <a:lnTo>
                    <a:pt x="379286" y="340452"/>
                  </a:lnTo>
                  <a:lnTo>
                    <a:pt x="379925" y="338108"/>
                  </a:lnTo>
                  <a:lnTo>
                    <a:pt x="379444" y="337509"/>
                  </a:lnTo>
                  <a:lnTo>
                    <a:pt x="379892" y="336987"/>
                  </a:lnTo>
                  <a:lnTo>
                    <a:pt x="383619" y="326693"/>
                  </a:lnTo>
                  <a:lnTo>
                    <a:pt x="383766" y="326504"/>
                  </a:lnTo>
                  <a:lnTo>
                    <a:pt x="386565" y="321949"/>
                  </a:lnTo>
                  <a:lnTo>
                    <a:pt x="392477" y="305640"/>
                  </a:lnTo>
                  <a:lnTo>
                    <a:pt x="392542" y="305470"/>
                  </a:lnTo>
                  <a:lnTo>
                    <a:pt x="394488" y="300166"/>
                  </a:lnTo>
                  <a:lnTo>
                    <a:pt x="394581" y="300007"/>
                  </a:lnTo>
                  <a:lnTo>
                    <a:pt x="398773" y="288759"/>
                  </a:lnTo>
                  <a:lnTo>
                    <a:pt x="398844" y="288596"/>
                  </a:lnTo>
                  <a:lnTo>
                    <a:pt x="399852" y="285923"/>
                  </a:lnTo>
                  <a:lnTo>
                    <a:pt x="399949" y="285759"/>
                  </a:lnTo>
                  <a:lnTo>
                    <a:pt x="403748" y="275621"/>
                  </a:lnTo>
                  <a:lnTo>
                    <a:pt x="403546" y="275537"/>
                  </a:lnTo>
                  <a:lnTo>
                    <a:pt x="403287" y="275436"/>
                  </a:lnTo>
                  <a:lnTo>
                    <a:pt x="402493" y="275135"/>
                  </a:lnTo>
                  <a:lnTo>
                    <a:pt x="402304" y="275063"/>
                  </a:lnTo>
                  <a:lnTo>
                    <a:pt x="404097" y="270201"/>
                  </a:lnTo>
                  <a:lnTo>
                    <a:pt x="404602" y="268742"/>
                  </a:lnTo>
                  <a:lnTo>
                    <a:pt x="405248" y="266918"/>
                  </a:lnTo>
                  <a:lnTo>
                    <a:pt x="405789" y="265060"/>
                  </a:lnTo>
                  <a:lnTo>
                    <a:pt x="406222" y="263174"/>
                  </a:lnTo>
                  <a:lnTo>
                    <a:pt x="406437" y="261855"/>
                  </a:lnTo>
                  <a:lnTo>
                    <a:pt x="406575" y="260526"/>
                  </a:lnTo>
                  <a:lnTo>
                    <a:pt x="406636" y="259191"/>
                  </a:lnTo>
                  <a:lnTo>
                    <a:pt x="406622" y="258356"/>
                  </a:lnTo>
                  <a:lnTo>
                    <a:pt x="406556" y="257524"/>
                  </a:lnTo>
                  <a:lnTo>
                    <a:pt x="406436" y="256698"/>
                  </a:lnTo>
                  <a:lnTo>
                    <a:pt x="405647" y="254931"/>
                  </a:lnTo>
                  <a:lnTo>
                    <a:pt x="405557" y="254709"/>
                  </a:lnTo>
                  <a:lnTo>
                    <a:pt x="405480" y="254482"/>
                  </a:lnTo>
                  <a:lnTo>
                    <a:pt x="405416" y="254250"/>
                  </a:lnTo>
                  <a:lnTo>
                    <a:pt x="405142" y="253202"/>
                  </a:lnTo>
                  <a:lnTo>
                    <a:pt x="404920" y="252141"/>
                  </a:lnTo>
                  <a:lnTo>
                    <a:pt x="404752" y="251071"/>
                  </a:lnTo>
                  <a:lnTo>
                    <a:pt x="404662" y="250491"/>
                  </a:lnTo>
                  <a:lnTo>
                    <a:pt x="404441" y="249073"/>
                  </a:lnTo>
                  <a:lnTo>
                    <a:pt x="403645" y="244006"/>
                  </a:lnTo>
                  <a:lnTo>
                    <a:pt x="403323" y="242094"/>
                  </a:lnTo>
                  <a:lnTo>
                    <a:pt x="403712" y="241840"/>
                  </a:lnTo>
                  <a:lnTo>
                    <a:pt x="404109" y="241599"/>
                  </a:lnTo>
                  <a:lnTo>
                    <a:pt x="404514" y="241371"/>
                  </a:lnTo>
                  <a:lnTo>
                    <a:pt x="404259" y="240363"/>
                  </a:lnTo>
                  <a:lnTo>
                    <a:pt x="401984" y="231384"/>
                  </a:lnTo>
                  <a:lnTo>
                    <a:pt x="401795" y="230612"/>
                  </a:lnTo>
                  <a:lnTo>
                    <a:pt x="401548" y="229508"/>
                  </a:lnTo>
                  <a:lnTo>
                    <a:pt x="401347" y="228562"/>
                  </a:lnTo>
                  <a:lnTo>
                    <a:pt x="401307" y="227818"/>
                  </a:lnTo>
                  <a:lnTo>
                    <a:pt x="401264" y="226644"/>
                  </a:lnTo>
                  <a:lnTo>
                    <a:pt x="401091" y="225383"/>
                  </a:lnTo>
                  <a:lnTo>
                    <a:pt x="400843" y="224334"/>
                  </a:lnTo>
                  <a:lnTo>
                    <a:pt x="398353" y="214466"/>
                  </a:lnTo>
                  <a:lnTo>
                    <a:pt x="396798" y="209824"/>
                  </a:lnTo>
                  <a:lnTo>
                    <a:pt x="396545" y="208858"/>
                  </a:lnTo>
                  <a:lnTo>
                    <a:pt x="395902" y="206336"/>
                  </a:lnTo>
                  <a:lnTo>
                    <a:pt x="395287" y="203612"/>
                  </a:lnTo>
                  <a:lnTo>
                    <a:pt x="395264" y="203455"/>
                  </a:lnTo>
                  <a:lnTo>
                    <a:pt x="395242" y="203298"/>
                  </a:lnTo>
                  <a:lnTo>
                    <a:pt x="395221" y="203141"/>
                  </a:lnTo>
                  <a:lnTo>
                    <a:pt x="395200" y="202984"/>
                  </a:lnTo>
                  <a:lnTo>
                    <a:pt x="395180" y="202826"/>
                  </a:lnTo>
                  <a:lnTo>
                    <a:pt x="395161" y="202669"/>
                  </a:lnTo>
                  <a:lnTo>
                    <a:pt x="395142" y="202511"/>
                  </a:lnTo>
                  <a:lnTo>
                    <a:pt x="395125" y="202354"/>
                  </a:lnTo>
                  <a:lnTo>
                    <a:pt x="395108" y="202196"/>
                  </a:lnTo>
                  <a:lnTo>
                    <a:pt x="395092" y="202039"/>
                  </a:lnTo>
                  <a:lnTo>
                    <a:pt x="395076" y="201881"/>
                  </a:lnTo>
                  <a:lnTo>
                    <a:pt x="395061" y="201723"/>
                  </a:lnTo>
                  <a:lnTo>
                    <a:pt x="395047" y="201565"/>
                  </a:lnTo>
                  <a:lnTo>
                    <a:pt x="395034" y="201407"/>
                  </a:lnTo>
                  <a:lnTo>
                    <a:pt x="395022" y="201249"/>
                  </a:lnTo>
                  <a:lnTo>
                    <a:pt x="395010" y="201091"/>
                  </a:lnTo>
                  <a:lnTo>
                    <a:pt x="394998" y="200933"/>
                  </a:lnTo>
                  <a:lnTo>
                    <a:pt x="394988" y="200775"/>
                  </a:lnTo>
                  <a:lnTo>
                    <a:pt x="394979" y="200616"/>
                  </a:lnTo>
                  <a:lnTo>
                    <a:pt x="394970" y="200458"/>
                  </a:lnTo>
                  <a:lnTo>
                    <a:pt x="394962" y="200300"/>
                  </a:lnTo>
                  <a:lnTo>
                    <a:pt x="394954" y="200141"/>
                  </a:lnTo>
                  <a:lnTo>
                    <a:pt x="394948" y="199983"/>
                  </a:lnTo>
                  <a:lnTo>
                    <a:pt x="394942" y="199825"/>
                  </a:lnTo>
                  <a:lnTo>
                    <a:pt x="394937" y="199666"/>
                  </a:lnTo>
                  <a:lnTo>
                    <a:pt x="394932" y="199508"/>
                  </a:lnTo>
                  <a:lnTo>
                    <a:pt x="394928" y="199349"/>
                  </a:lnTo>
                  <a:lnTo>
                    <a:pt x="394926" y="199191"/>
                  </a:lnTo>
                  <a:lnTo>
                    <a:pt x="394923" y="199032"/>
                  </a:lnTo>
                  <a:lnTo>
                    <a:pt x="394969" y="195866"/>
                  </a:lnTo>
                  <a:lnTo>
                    <a:pt x="394319" y="193287"/>
                  </a:lnTo>
                  <a:lnTo>
                    <a:pt x="394152" y="192612"/>
                  </a:lnTo>
                  <a:lnTo>
                    <a:pt x="393028" y="188149"/>
                  </a:lnTo>
                  <a:lnTo>
                    <a:pt x="392841" y="187382"/>
                  </a:lnTo>
                  <a:lnTo>
                    <a:pt x="390297" y="177315"/>
                  </a:lnTo>
                  <a:lnTo>
                    <a:pt x="386980" y="164149"/>
                  </a:lnTo>
                  <a:lnTo>
                    <a:pt x="386296" y="161579"/>
                  </a:lnTo>
                  <a:lnTo>
                    <a:pt x="386620" y="161472"/>
                  </a:lnTo>
                  <a:lnTo>
                    <a:pt x="386016" y="159143"/>
                  </a:lnTo>
                  <a:lnTo>
                    <a:pt x="385763" y="159206"/>
                  </a:lnTo>
                  <a:lnTo>
                    <a:pt x="381413" y="141962"/>
                  </a:lnTo>
                  <a:lnTo>
                    <a:pt x="381066" y="140237"/>
                  </a:lnTo>
                  <a:lnTo>
                    <a:pt x="380683" y="138461"/>
                  </a:lnTo>
                  <a:lnTo>
                    <a:pt x="380340" y="136870"/>
                  </a:lnTo>
                  <a:lnTo>
                    <a:pt x="380183" y="136143"/>
                  </a:lnTo>
                  <a:lnTo>
                    <a:pt x="379976" y="135178"/>
                  </a:lnTo>
                  <a:lnTo>
                    <a:pt x="377120" y="121923"/>
                  </a:lnTo>
                  <a:lnTo>
                    <a:pt x="376413" y="118646"/>
                  </a:lnTo>
                  <a:lnTo>
                    <a:pt x="374862" y="104170"/>
                  </a:lnTo>
                  <a:lnTo>
                    <a:pt x="374620" y="100432"/>
                  </a:lnTo>
                  <a:lnTo>
                    <a:pt x="374883" y="100413"/>
                  </a:lnTo>
                  <a:lnTo>
                    <a:pt x="375250" y="100388"/>
                  </a:lnTo>
                  <a:lnTo>
                    <a:pt x="375077" y="98562"/>
                  </a:lnTo>
                  <a:lnTo>
                    <a:pt x="374949" y="96635"/>
                  </a:lnTo>
                  <a:lnTo>
                    <a:pt x="374808" y="96642"/>
                  </a:lnTo>
                  <a:lnTo>
                    <a:pt x="374765" y="95971"/>
                  </a:lnTo>
                  <a:lnTo>
                    <a:pt x="374738" y="95587"/>
                  </a:lnTo>
                  <a:lnTo>
                    <a:pt x="374599" y="95597"/>
                  </a:lnTo>
                  <a:lnTo>
                    <a:pt x="374601" y="95411"/>
                  </a:lnTo>
                  <a:lnTo>
                    <a:pt x="374376" y="91952"/>
                  </a:lnTo>
                  <a:lnTo>
                    <a:pt x="373387" y="76738"/>
                  </a:lnTo>
                  <a:lnTo>
                    <a:pt x="373351" y="76184"/>
                  </a:lnTo>
                  <a:lnTo>
                    <a:pt x="373147" y="73038"/>
                  </a:lnTo>
                  <a:lnTo>
                    <a:pt x="373290" y="73029"/>
                  </a:lnTo>
                  <a:lnTo>
                    <a:pt x="373143" y="69847"/>
                  </a:lnTo>
                  <a:lnTo>
                    <a:pt x="373034" y="66977"/>
                  </a:lnTo>
                  <a:lnTo>
                    <a:pt x="372884" y="64637"/>
                  </a:lnTo>
                  <a:lnTo>
                    <a:pt x="372646" y="64652"/>
                  </a:lnTo>
                  <a:lnTo>
                    <a:pt x="372414" y="64666"/>
                  </a:lnTo>
                  <a:lnTo>
                    <a:pt x="371846" y="64700"/>
                  </a:lnTo>
                  <a:lnTo>
                    <a:pt x="370868" y="64759"/>
                  </a:lnTo>
                  <a:lnTo>
                    <a:pt x="370361" y="64782"/>
                  </a:lnTo>
                  <a:lnTo>
                    <a:pt x="367390" y="64981"/>
                  </a:lnTo>
                  <a:lnTo>
                    <a:pt x="325343" y="67516"/>
                  </a:lnTo>
                  <a:lnTo>
                    <a:pt x="235556" y="47329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g29"/>
            <p:cNvSpPr/>
            <p:nvPr/>
          </p:nvSpPr>
          <p:spPr>
            <a:xfrm>
              <a:off x="2786548" y="2860936"/>
              <a:ext cx="1212926" cy="513861"/>
            </a:xfrm>
            <a:custGeom>
              <a:avLst/>
              <a:gdLst/>
              <a:ahLst/>
              <a:cxnLst/>
              <a:rect l="0" t="0" r="0" b="0"/>
              <a:pathLst>
                <a:path w="1212926" h="513861">
                  <a:moveTo>
                    <a:pt x="318646" y="98"/>
                  </a:moveTo>
                  <a:lnTo>
                    <a:pt x="306921" y="1341"/>
                  </a:lnTo>
                  <a:lnTo>
                    <a:pt x="296469" y="2448"/>
                  </a:lnTo>
                  <a:lnTo>
                    <a:pt x="291985" y="2651"/>
                  </a:lnTo>
                  <a:lnTo>
                    <a:pt x="289260" y="2787"/>
                  </a:lnTo>
                  <a:lnTo>
                    <a:pt x="277911" y="3290"/>
                  </a:lnTo>
                  <a:lnTo>
                    <a:pt x="263441" y="3932"/>
                  </a:lnTo>
                  <a:lnTo>
                    <a:pt x="258800" y="4139"/>
                  </a:lnTo>
                  <a:lnTo>
                    <a:pt x="258430" y="4158"/>
                  </a:lnTo>
                  <a:lnTo>
                    <a:pt x="254819" y="4326"/>
                  </a:lnTo>
                  <a:lnTo>
                    <a:pt x="252724" y="4423"/>
                  </a:lnTo>
                  <a:lnTo>
                    <a:pt x="251370" y="5701"/>
                  </a:lnTo>
                  <a:lnTo>
                    <a:pt x="249054" y="6621"/>
                  </a:lnTo>
                  <a:lnTo>
                    <a:pt x="240162" y="7298"/>
                  </a:lnTo>
                  <a:lnTo>
                    <a:pt x="239840" y="7365"/>
                  </a:lnTo>
                  <a:lnTo>
                    <a:pt x="239114" y="7458"/>
                  </a:lnTo>
                  <a:lnTo>
                    <a:pt x="237442" y="7694"/>
                  </a:lnTo>
                  <a:lnTo>
                    <a:pt x="231567" y="9034"/>
                  </a:lnTo>
                  <a:lnTo>
                    <a:pt x="229522" y="9500"/>
                  </a:lnTo>
                  <a:lnTo>
                    <a:pt x="221535" y="9610"/>
                  </a:lnTo>
                  <a:lnTo>
                    <a:pt x="220267" y="9275"/>
                  </a:lnTo>
                  <a:lnTo>
                    <a:pt x="217946" y="7962"/>
                  </a:lnTo>
                  <a:lnTo>
                    <a:pt x="214550" y="7704"/>
                  </a:lnTo>
                  <a:lnTo>
                    <a:pt x="211409" y="8407"/>
                  </a:lnTo>
                  <a:lnTo>
                    <a:pt x="209083" y="8596"/>
                  </a:lnTo>
                  <a:lnTo>
                    <a:pt x="205703" y="9829"/>
                  </a:lnTo>
                  <a:lnTo>
                    <a:pt x="203733" y="10548"/>
                  </a:lnTo>
                  <a:lnTo>
                    <a:pt x="191780" y="9935"/>
                  </a:lnTo>
                  <a:lnTo>
                    <a:pt x="189686" y="9828"/>
                  </a:lnTo>
                  <a:lnTo>
                    <a:pt x="186274" y="10211"/>
                  </a:lnTo>
                  <a:lnTo>
                    <a:pt x="182862" y="10593"/>
                  </a:lnTo>
                  <a:lnTo>
                    <a:pt x="180729" y="11710"/>
                  </a:lnTo>
                  <a:lnTo>
                    <a:pt x="179657" y="12942"/>
                  </a:lnTo>
                  <a:lnTo>
                    <a:pt x="174966" y="15874"/>
                  </a:lnTo>
                  <a:lnTo>
                    <a:pt x="173186" y="16986"/>
                  </a:lnTo>
                  <a:lnTo>
                    <a:pt x="170392" y="18174"/>
                  </a:lnTo>
                  <a:lnTo>
                    <a:pt x="167121" y="20734"/>
                  </a:lnTo>
                  <a:lnTo>
                    <a:pt x="161360" y="21823"/>
                  </a:lnTo>
                  <a:lnTo>
                    <a:pt x="160638" y="22191"/>
                  </a:lnTo>
                  <a:lnTo>
                    <a:pt x="158769" y="23143"/>
                  </a:lnTo>
                  <a:lnTo>
                    <a:pt x="157479" y="23800"/>
                  </a:lnTo>
                  <a:lnTo>
                    <a:pt x="154106" y="26449"/>
                  </a:lnTo>
                  <a:lnTo>
                    <a:pt x="151552" y="27176"/>
                  </a:lnTo>
                  <a:lnTo>
                    <a:pt x="147890" y="29298"/>
                  </a:lnTo>
                  <a:lnTo>
                    <a:pt x="143808" y="29199"/>
                  </a:lnTo>
                  <a:lnTo>
                    <a:pt x="143394" y="32698"/>
                  </a:lnTo>
                  <a:lnTo>
                    <a:pt x="141770" y="33750"/>
                  </a:lnTo>
                  <a:lnTo>
                    <a:pt x="138827" y="33689"/>
                  </a:lnTo>
                  <a:lnTo>
                    <a:pt x="135848" y="34616"/>
                  </a:lnTo>
                  <a:lnTo>
                    <a:pt x="132424" y="34980"/>
                  </a:lnTo>
                  <a:lnTo>
                    <a:pt x="131363" y="35532"/>
                  </a:lnTo>
                  <a:lnTo>
                    <a:pt x="127753" y="37409"/>
                  </a:lnTo>
                  <a:lnTo>
                    <a:pt x="124703" y="39433"/>
                  </a:lnTo>
                  <a:lnTo>
                    <a:pt x="122637" y="41923"/>
                  </a:lnTo>
                  <a:lnTo>
                    <a:pt x="117306" y="43631"/>
                  </a:lnTo>
                  <a:lnTo>
                    <a:pt x="114078" y="45726"/>
                  </a:lnTo>
                  <a:lnTo>
                    <a:pt x="110318" y="46594"/>
                  </a:lnTo>
                  <a:lnTo>
                    <a:pt x="109880" y="47407"/>
                  </a:lnTo>
                  <a:lnTo>
                    <a:pt x="109353" y="48035"/>
                  </a:lnTo>
                  <a:lnTo>
                    <a:pt x="103708" y="50117"/>
                  </a:lnTo>
                  <a:lnTo>
                    <a:pt x="100500" y="48896"/>
                  </a:lnTo>
                  <a:lnTo>
                    <a:pt x="99455" y="49192"/>
                  </a:lnTo>
                  <a:lnTo>
                    <a:pt x="97877" y="49241"/>
                  </a:lnTo>
                  <a:lnTo>
                    <a:pt x="95401" y="48521"/>
                  </a:lnTo>
                  <a:lnTo>
                    <a:pt x="93088" y="49376"/>
                  </a:lnTo>
                  <a:lnTo>
                    <a:pt x="92773" y="49262"/>
                  </a:lnTo>
                  <a:lnTo>
                    <a:pt x="92316" y="47723"/>
                  </a:lnTo>
                  <a:lnTo>
                    <a:pt x="91823" y="47024"/>
                  </a:lnTo>
                  <a:lnTo>
                    <a:pt x="89198" y="45365"/>
                  </a:lnTo>
                  <a:lnTo>
                    <a:pt x="88460" y="45166"/>
                  </a:lnTo>
                  <a:lnTo>
                    <a:pt x="87185" y="45632"/>
                  </a:lnTo>
                  <a:lnTo>
                    <a:pt x="86488" y="45880"/>
                  </a:lnTo>
                  <a:lnTo>
                    <a:pt x="85731" y="46148"/>
                  </a:lnTo>
                  <a:lnTo>
                    <a:pt x="82394" y="47096"/>
                  </a:lnTo>
                  <a:lnTo>
                    <a:pt x="78259" y="47444"/>
                  </a:lnTo>
                  <a:lnTo>
                    <a:pt x="75117" y="46966"/>
                  </a:lnTo>
                  <a:lnTo>
                    <a:pt x="72785" y="46517"/>
                  </a:lnTo>
                  <a:lnTo>
                    <a:pt x="71574" y="46172"/>
                  </a:lnTo>
                  <a:lnTo>
                    <a:pt x="70927" y="46087"/>
                  </a:lnTo>
                  <a:lnTo>
                    <a:pt x="70624" y="46301"/>
                  </a:lnTo>
                  <a:lnTo>
                    <a:pt x="70154" y="47430"/>
                  </a:lnTo>
                  <a:lnTo>
                    <a:pt x="69400" y="48044"/>
                  </a:lnTo>
                  <a:lnTo>
                    <a:pt x="68830" y="48060"/>
                  </a:lnTo>
                  <a:lnTo>
                    <a:pt x="68290" y="47714"/>
                  </a:lnTo>
                  <a:lnTo>
                    <a:pt x="66163" y="45889"/>
                  </a:lnTo>
                  <a:lnTo>
                    <a:pt x="65566" y="45979"/>
                  </a:lnTo>
                  <a:lnTo>
                    <a:pt x="65170" y="46838"/>
                  </a:lnTo>
                  <a:lnTo>
                    <a:pt x="64002" y="49365"/>
                  </a:lnTo>
                  <a:lnTo>
                    <a:pt x="60510" y="51483"/>
                  </a:lnTo>
                  <a:lnTo>
                    <a:pt x="60260" y="51635"/>
                  </a:lnTo>
                  <a:lnTo>
                    <a:pt x="58315" y="54960"/>
                  </a:lnTo>
                  <a:lnTo>
                    <a:pt x="56162" y="57463"/>
                  </a:lnTo>
                  <a:lnTo>
                    <a:pt x="55324" y="57874"/>
                  </a:lnTo>
                  <a:lnTo>
                    <a:pt x="54877" y="58093"/>
                  </a:lnTo>
                  <a:lnTo>
                    <a:pt x="54115" y="58470"/>
                  </a:lnTo>
                  <a:lnTo>
                    <a:pt x="53820" y="58616"/>
                  </a:lnTo>
                  <a:lnTo>
                    <a:pt x="52974" y="59623"/>
                  </a:lnTo>
                  <a:lnTo>
                    <a:pt x="53050" y="60994"/>
                  </a:lnTo>
                  <a:lnTo>
                    <a:pt x="53449" y="61968"/>
                  </a:lnTo>
                  <a:lnTo>
                    <a:pt x="52928" y="63131"/>
                  </a:lnTo>
                  <a:lnTo>
                    <a:pt x="51337" y="64193"/>
                  </a:lnTo>
                  <a:lnTo>
                    <a:pt x="51063" y="64376"/>
                  </a:lnTo>
                  <a:lnTo>
                    <a:pt x="49307" y="64285"/>
                  </a:lnTo>
                  <a:lnTo>
                    <a:pt x="49001" y="64269"/>
                  </a:lnTo>
                  <a:lnTo>
                    <a:pt x="48857" y="64262"/>
                  </a:lnTo>
                  <a:lnTo>
                    <a:pt x="48250" y="64869"/>
                  </a:lnTo>
                  <a:lnTo>
                    <a:pt x="48165" y="65574"/>
                  </a:lnTo>
                  <a:lnTo>
                    <a:pt x="48297" y="65749"/>
                  </a:lnTo>
                  <a:lnTo>
                    <a:pt x="48888" y="66529"/>
                  </a:lnTo>
                  <a:lnTo>
                    <a:pt x="48839" y="67436"/>
                  </a:lnTo>
                  <a:lnTo>
                    <a:pt x="48217" y="68041"/>
                  </a:lnTo>
                  <a:lnTo>
                    <a:pt x="46420" y="69213"/>
                  </a:lnTo>
                  <a:lnTo>
                    <a:pt x="45872" y="70301"/>
                  </a:lnTo>
                  <a:lnTo>
                    <a:pt x="45105" y="73543"/>
                  </a:lnTo>
                  <a:lnTo>
                    <a:pt x="42786" y="77763"/>
                  </a:lnTo>
                  <a:lnTo>
                    <a:pt x="42904" y="79272"/>
                  </a:lnTo>
                  <a:lnTo>
                    <a:pt x="42245" y="80789"/>
                  </a:lnTo>
                  <a:lnTo>
                    <a:pt x="41354" y="81141"/>
                  </a:lnTo>
                  <a:lnTo>
                    <a:pt x="40340" y="81536"/>
                  </a:lnTo>
                  <a:lnTo>
                    <a:pt x="39671" y="81690"/>
                  </a:lnTo>
                  <a:lnTo>
                    <a:pt x="37130" y="82276"/>
                  </a:lnTo>
                  <a:lnTo>
                    <a:pt x="36591" y="83070"/>
                  </a:lnTo>
                  <a:lnTo>
                    <a:pt x="36365" y="84240"/>
                  </a:lnTo>
                  <a:lnTo>
                    <a:pt x="36155" y="85321"/>
                  </a:lnTo>
                  <a:lnTo>
                    <a:pt x="34449" y="86641"/>
                  </a:lnTo>
                  <a:lnTo>
                    <a:pt x="33830" y="87119"/>
                  </a:lnTo>
                  <a:lnTo>
                    <a:pt x="33099" y="87686"/>
                  </a:lnTo>
                  <a:lnTo>
                    <a:pt x="32060" y="88489"/>
                  </a:lnTo>
                  <a:lnTo>
                    <a:pt x="29860" y="89184"/>
                  </a:lnTo>
                  <a:lnTo>
                    <a:pt x="29577" y="89274"/>
                  </a:lnTo>
                  <a:lnTo>
                    <a:pt x="29493" y="89645"/>
                  </a:lnTo>
                  <a:lnTo>
                    <a:pt x="28973" y="91960"/>
                  </a:lnTo>
                  <a:lnTo>
                    <a:pt x="28814" y="92416"/>
                  </a:lnTo>
                  <a:lnTo>
                    <a:pt x="27867" y="93528"/>
                  </a:lnTo>
                  <a:lnTo>
                    <a:pt x="27255" y="93898"/>
                  </a:lnTo>
                  <a:lnTo>
                    <a:pt x="26621" y="94281"/>
                  </a:lnTo>
                  <a:lnTo>
                    <a:pt x="25872" y="94419"/>
                  </a:lnTo>
                  <a:lnTo>
                    <a:pt x="22046" y="95018"/>
                  </a:lnTo>
                  <a:lnTo>
                    <a:pt x="20774" y="95604"/>
                  </a:lnTo>
                  <a:lnTo>
                    <a:pt x="19896" y="96787"/>
                  </a:lnTo>
                  <a:lnTo>
                    <a:pt x="18761" y="100146"/>
                  </a:lnTo>
                  <a:lnTo>
                    <a:pt x="15787" y="103445"/>
                  </a:lnTo>
                  <a:lnTo>
                    <a:pt x="12566" y="107460"/>
                  </a:lnTo>
                  <a:lnTo>
                    <a:pt x="7887" y="110550"/>
                  </a:lnTo>
                  <a:lnTo>
                    <a:pt x="4655" y="112685"/>
                  </a:lnTo>
                  <a:lnTo>
                    <a:pt x="4510" y="112781"/>
                  </a:lnTo>
                  <a:lnTo>
                    <a:pt x="4052" y="113083"/>
                  </a:lnTo>
                  <a:lnTo>
                    <a:pt x="1276" y="116507"/>
                  </a:lnTo>
                  <a:lnTo>
                    <a:pt x="0" y="118793"/>
                  </a:lnTo>
                  <a:lnTo>
                    <a:pt x="2297" y="120744"/>
                  </a:lnTo>
                  <a:lnTo>
                    <a:pt x="11675" y="128474"/>
                  </a:lnTo>
                  <a:lnTo>
                    <a:pt x="12287" y="128755"/>
                  </a:lnTo>
                  <a:lnTo>
                    <a:pt x="15526" y="130225"/>
                  </a:lnTo>
                  <a:lnTo>
                    <a:pt x="16993" y="131249"/>
                  </a:lnTo>
                  <a:lnTo>
                    <a:pt x="20331" y="133578"/>
                  </a:lnTo>
                  <a:lnTo>
                    <a:pt x="23155" y="136057"/>
                  </a:lnTo>
                  <a:lnTo>
                    <a:pt x="26129" y="137503"/>
                  </a:lnTo>
                  <a:lnTo>
                    <a:pt x="27580" y="139562"/>
                  </a:lnTo>
                  <a:lnTo>
                    <a:pt x="35127" y="141306"/>
                  </a:lnTo>
                  <a:lnTo>
                    <a:pt x="37681" y="142602"/>
                  </a:lnTo>
                  <a:lnTo>
                    <a:pt x="42262" y="148362"/>
                  </a:lnTo>
                  <a:lnTo>
                    <a:pt x="45887" y="151297"/>
                  </a:lnTo>
                  <a:lnTo>
                    <a:pt x="49738" y="154002"/>
                  </a:lnTo>
                  <a:lnTo>
                    <a:pt x="55416" y="154793"/>
                  </a:lnTo>
                  <a:lnTo>
                    <a:pt x="60297" y="156809"/>
                  </a:lnTo>
                  <a:lnTo>
                    <a:pt x="67498" y="157944"/>
                  </a:lnTo>
                  <a:lnTo>
                    <a:pt x="69899" y="158740"/>
                  </a:lnTo>
                  <a:lnTo>
                    <a:pt x="73252" y="158812"/>
                  </a:lnTo>
                  <a:lnTo>
                    <a:pt x="75310" y="160316"/>
                  </a:lnTo>
                  <a:lnTo>
                    <a:pt x="76607" y="160487"/>
                  </a:lnTo>
                  <a:lnTo>
                    <a:pt x="81785" y="159598"/>
                  </a:lnTo>
                  <a:lnTo>
                    <a:pt x="83234" y="159710"/>
                  </a:lnTo>
                  <a:lnTo>
                    <a:pt x="83921" y="160396"/>
                  </a:lnTo>
                  <a:lnTo>
                    <a:pt x="85444" y="160203"/>
                  </a:lnTo>
                  <a:lnTo>
                    <a:pt x="88680" y="158859"/>
                  </a:lnTo>
                  <a:lnTo>
                    <a:pt x="94358" y="160033"/>
                  </a:lnTo>
                  <a:lnTo>
                    <a:pt x="96912" y="162130"/>
                  </a:lnTo>
                  <a:lnTo>
                    <a:pt x="99964" y="163615"/>
                  </a:lnTo>
                  <a:lnTo>
                    <a:pt x="102480" y="165635"/>
                  </a:lnTo>
                  <a:lnTo>
                    <a:pt x="107627" y="167919"/>
                  </a:lnTo>
                  <a:lnTo>
                    <a:pt x="111259" y="169814"/>
                  </a:lnTo>
                  <a:lnTo>
                    <a:pt x="111644" y="170035"/>
                  </a:lnTo>
                  <a:lnTo>
                    <a:pt x="117656" y="173479"/>
                  </a:lnTo>
                  <a:lnTo>
                    <a:pt x="123055" y="175623"/>
                  </a:lnTo>
                  <a:lnTo>
                    <a:pt x="123615" y="175845"/>
                  </a:lnTo>
                  <a:lnTo>
                    <a:pt x="126523" y="176900"/>
                  </a:lnTo>
                  <a:lnTo>
                    <a:pt x="126664" y="177056"/>
                  </a:lnTo>
                  <a:lnTo>
                    <a:pt x="127660" y="177452"/>
                  </a:lnTo>
                  <a:lnTo>
                    <a:pt x="128862" y="177929"/>
                  </a:lnTo>
                  <a:lnTo>
                    <a:pt x="129106" y="178500"/>
                  </a:lnTo>
                  <a:lnTo>
                    <a:pt x="129186" y="178647"/>
                  </a:lnTo>
                  <a:lnTo>
                    <a:pt x="129914" y="179989"/>
                  </a:lnTo>
                  <a:lnTo>
                    <a:pt x="136474" y="185174"/>
                  </a:lnTo>
                  <a:lnTo>
                    <a:pt x="141726" y="195601"/>
                  </a:lnTo>
                  <a:lnTo>
                    <a:pt x="155950" y="201383"/>
                  </a:lnTo>
                  <a:lnTo>
                    <a:pt x="156658" y="201671"/>
                  </a:lnTo>
                  <a:lnTo>
                    <a:pt x="156586" y="202053"/>
                  </a:lnTo>
                  <a:lnTo>
                    <a:pt x="157387" y="202391"/>
                  </a:lnTo>
                  <a:lnTo>
                    <a:pt x="157309" y="201070"/>
                  </a:lnTo>
                  <a:lnTo>
                    <a:pt x="158636" y="200619"/>
                  </a:lnTo>
                  <a:lnTo>
                    <a:pt x="160896" y="199765"/>
                  </a:lnTo>
                  <a:lnTo>
                    <a:pt x="166149" y="197783"/>
                  </a:lnTo>
                  <a:lnTo>
                    <a:pt x="170752" y="196702"/>
                  </a:lnTo>
                  <a:lnTo>
                    <a:pt x="172795" y="196224"/>
                  </a:lnTo>
                  <a:lnTo>
                    <a:pt x="174886" y="196081"/>
                  </a:lnTo>
                  <a:lnTo>
                    <a:pt x="187609" y="195212"/>
                  </a:lnTo>
                  <a:lnTo>
                    <a:pt x="188945" y="195121"/>
                  </a:lnTo>
                  <a:lnTo>
                    <a:pt x="189630" y="195778"/>
                  </a:lnTo>
                  <a:lnTo>
                    <a:pt x="191378" y="196016"/>
                  </a:lnTo>
                  <a:lnTo>
                    <a:pt x="191581" y="196551"/>
                  </a:lnTo>
                  <a:lnTo>
                    <a:pt x="191963" y="197568"/>
                  </a:lnTo>
                  <a:lnTo>
                    <a:pt x="209541" y="202084"/>
                  </a:lnTo>
                  <a:lnTo>
                    <a:pt x="211571" y="202606"/>
                  </a:lnTo>
                  <a:lnTo>
                    <a:pt x="214048" y="201552"/>
                  </a:lnTo>
                  <a:lnTo>
                    <a:pt x="216514" y="202720"/>
                  </a:lnTo>
                  <a:lnTo>
                    <a:pt x="218704" y="204343"/>
                  </a:lnTo>
                  <a:lnTo>
                    <a:pt x="220801" y="204282"/>
                  </a:lnTo>
                  <a:lnTo>
                    <a:pt x="228868" y="204048"/>
                  </a:lnTo>
                  <a:lnTo>
                    <a:pt x="230964" y="203987"/>
                  </a:lnTo>
                  <a:lnTo>
                    <a:pt x="232042" y="202611"/>
                  </a:lnTo>
                  <a:lnTo>
                    <a:pt x="237181" y="204591"/>
                  </a:lnTo>
                  <a:lnTo>
                    <a:pt x="238728" y="206010"/>
                  </a:lnTo>
                  <a:lnTo>
                    <a:pt x="247599" y="214141"/>
                  </a:lnTo>
                  <a:lnTo>
                    <a:pt x="248316" y="214800"/>
                  </a:lnTo>
                  <a:lnTo>
                    <a:pt x="248636" y="215969"/>
                  </a:lnTo>
                  <a:lnTo>
                    <a:pt x="252318" y="218129"/>
                  </a:lnTo>
                  <a:lnTo>
                    <a:pt x="252682" y="220199"/>
                  </a:lnTo>
                  <a:lnTo>
                    <a:pt x="252855" y="221188"/>
                  </a:lnTo>
                  <a:lnTo>
                    <a:pt x="253067" y="222073"/>
                  </a:lnTo>
                  <a:lnTo>
                    <a:pt x="253636" y="223686"/>
                  </a:lnTo>
                  <a:lnTo>
                    <a:pt x="254264" y="224479"/>
                  </a:lnTo>
                  <a:lnTo>
                    <a:pt x="255163" y="225616"/>
                  </a:lnTo>
                  <a:lnTo>
                    <a:pt x="255726" y="226623"/>
                  </a:lnTo>
                  <a:lnTo>
                    <a:pt x="256188" y="227451"/>
                  </a:lnTo>
                  <a:lnTo>
                    <a:pt x="258603" y="229609"/>
                  </a:lnTo>
                  <a:lnTo>
                    <a:pt x="258781" y="229765"/>
                  </a:lnTo>
                  <a:lnTo>
                    <a:pt x="272478" y="241777"/>
                  </a:lnTo>
                  <a:lnTo>
                    <a:pt x="274755" y="243774"/>
                  </a:lnTo>
                  <a:lnTo>
                    <a:pt x="275998" y="244864"/>
                  </a:lnTo>
                  <a:lnTo>
                    <a:pt x="277428" y="245436"/>
                  </a:lnTo>
                  <a:lnTo>
                    <a:pt x="278109" y="245708"/>
                  </a:lnTo>
                  <a:lnTo>
                    <a:pt x="279352" y="246206"/>
                  </a:lnTo>
                  <a:lnTo>
                    <a:pt x="279548" y="246191"/>
                  </a:lnTo>
                  <a:lnTo>
                    <a:pt x="280025" y="246155"/>
                  </a:lnTo>
                  <a:lnTo>
                    <a:pt x="283970" y="247619"/>
                  </a:lnTo>
                  <a:lnTo>
                    <a:pt x="284427" y="247765"/>
                  </a:lnTo>
                  <a:lnTo>
                    <a:pt x="288911" y="249203"/>
                  </a:lnTo>
                  <a:lnTo>
                    <a:pt x="292631" y="250397"/>
                  </a:lnTo>
                  <a:lnTo>
                    <a:pt x="295567" y="251339"/>
                  </a:lnTo>
                  <a:lnTo>
                    <a:pt x="295999" y="251477"/>
                  </a:lnTo>
                  <a:lnTo>
                    <a:pt x="297001" y="251799"/>
                  </a:lnTo>
                  <a:lnTo>
                    <a:pt x="304559" y="254223"/>
                  </a:lnTo>
                  <a:lnTo>
                    <a:pt x="306046" y="254496"/>
                  </a:lnTo>
                  <a:lnTo>
                    <a:pt x="309530" y="255204"/>
                  </a:lnTo>
                  <a:lnTo>
                    <a:pt x="311924" y="255122"/>
                  </a:lnTo>
                  <a:lnTo>
                    <a:pt x="318283" y="253949"/>
                  </a:lnTo>
                  <a:lnTo>
                    <a:pt x="325687" y="253643"/>
                  </a:lnTo>
                  <a:lnTo>
                    <a:pt x="332805" y="254243"/>
                  </a:lnTo>
                  <a:lnTo>
                    <a:pt x="334966" y="254425"/>
                  </a:lnTo>
                  <a:lnTo>
                    <a:pt x="341933" y="256089"/>
                  </a:lnTo>
                  <a:lnTo>
                    <a:pt x="343088" y="256545"/>
                  </a:lnTo>
                  <a:lnTo>
                    <a:pt x="343593" y="256746"/>
                  </a:lnTo>
                  <a:lnTo>
                    <a:pt x="343660" y="256918"/>
                  </a:lnTo>
                  <a:lnTo>
                    <a:pt x="343112" y="258518"/>
                  </a:lnTo>
                  <a:lnTo>
                    <a:pt x="342332" y="260595"/>
                  </a:lnTo>
                  <a:lnTo>
                    <a:pt x="352309" y="258112"/>
                  </a:lnTo>
                  <a:lnTo>
                    <a:pt x="353300" y="255859"/>
                  </a:lnTo>
                  <a:lnTo>
                    <a:pt x="353545" y="255925"/>
                  </a:lnTo>
                  <a:lnTo>
                    <a:pt x="355339" y="256429"/>
                  </a:lnTo>
                  <a:lnTo>
                    <a:pt x="356193" y="256598"/>
                  </a:lnTo>
                  <a:lnTo>
                    <a:pt x="357443" y="256848"/>
                  </a:lnTo>
                  <a:lnTo>
                    <a:pt x="359586" y="257148"/>
                  </a:lnTo>
                  <a:lnTo>
                    <a:pt x="359801" y="257162"/>
                  </a:lnTo>
                  <a:lnTo>
                    <a:pt x="361744" y="257284"/>
                  </a:lnTo>
                  <a:lnTo>
                    <a:pt x="363189" y="257322"/>
                  </a:lnTo>
                  <a:lnTo>
                    <a:pt x="363909" y="257340"/>
                  </a:lnTo>
                  <a:lnTo>
                    <a:pt x="366071" y="257337"/>
                  </a:lnTo>
                  <a:lnTo>
                    <a:pt x="367077" y="257328"/>
                  </a:lnTo>
                  <a:lnTo>
                    <a:pt x="368230" y="257318"/>
                  </a:lnTo>
                  <a:lnTo>
                    <a:pt x="370615" y="257318"/>
                  </a:lnTo>
                  <a:lnTo>
                    <a:pt x="374137" y="257319"/>
                  </a:lnTo>
                  <a:lnTo>
                    <a:pt x="376875" y="257319"/>
                  </a:lnTo>
                  <a:lnTo>
                    <a:pt x="377658" y="257319"/>
                  </a:lnTo>
                  <a:lnTo>
                    <a:pt x="381160" y="257318"/>
                  </a:lnTo>
                  <a:lnTo>
                    <a:pt x="383363" y="257318"/>
                  </a:lnTo>
                  <a:lnTo>
                    <a:pt x="384480" y="257321"/>
                  </a:lnTo>
                  <a:lnTo>
                    <a:pt x="387680" y="257332"/>
                  </a:lnTo>
                  <a:lnTo>
                    <a:pt x="388199" y="257376"/>
                  </a:lnTo>
                  <a:lnTo>
                    <a:pt x="389831" y="257516"/>
                  </a:lnTo>
                  <a:lnTo>
                    <a:pt x="391636" y="257790"/>
                  </a:lnTo>
                  <a:lnTo>
                    <a:pt x="391954" y="257838"/>
                  </a:lnTo>
                  <a:lnTo>
                    <a:pt x="394038" y="258402"/>
                  </a:lnTo>
                  <a:lnTo>
                    <a:pt x="394705" y="258622"/>
                  </a:lnTo>
                  <a:lnTo>
                    <a:pt x="396092" y="259076"/>
                  </a:lnTo>
                  <a:lnTo>
                    <a:pt x="397253" y="259511"/>
                  </a:lnTo>
                  <a:lnTo>
                    <a:pt x="397874" y="259744"/>
                  </a:lnTo>
                  <a:lnTo>
                    <a:pt x="400136" y="260589"/>
                  </a:lnTo>
                  <a:lnTo>
                    <a:pt x="400974" y="260954"/>
                  </a:lnTo>
                  <a:lnTo>
                    <a:pt x="404100" y="262313"/>
                  </a:lnTo>
                  <a:lnTo>
                    <a:pt x="405207" y="262980"/>
                  </a:lnTo>
                  <a:lnTo>
                    <a:pt x="406712" y="263883"/>
                  </a:lnTo>
                  <a:lnTo>
                    <a:pt x="409382" y="265485"/>
                  </a:lnTo>
                  <a:lnTo>
                    <a:pt x="409651" y="265648"/>
                  </a:lnTo>
                  <a:lnTo>
                    <a:pt x="412080" y="267432"/>
                  </a:lnTo>
                  <a:lnTo>
                    <a:pt x="413139" y="268209"/>
                  </a:lnTo>
                  <a:lnTo>
                    <a:pt x="415036" y="269315"/>
                  </a:lnTo>
                  <a:lnTo>
                    <a:pt x="418119" y="271114"/>
                  </a:lnTo>
                  <a:lnTo>
                    <a:pt x="418730" y="271469"/>
                  </a:lnTo>
                  <a:lnTo>
                    <a:pt x="421574" y="272700"/>
                  </a:lnTo>
                  <a:lnTo>
                    <a:pt x="422711" y="273193"/>
                  </a:lnTo>
                  <a:lnTo>
                    <a:pt x="424329" y="273725"/>
                  </a:lnTo>
                  <a:lnTo>
                    <a:pt x="425780" y="274204"/>
                  </a:lnTo>
                  <a:lnTo>
                    <a:pt x="427488" y="274647"/>
                  </a:lnTo>
                  <a:lnTo>
                    <a:pt x="428342" y="274868"/>
                  </a:lnTo>
                  <a:lnTo>
                    <a:pt x="430295" y="275266"/>
                  </a:lnTo>
                  <a:lnTo>
                    <a:pt x="431095" y="275428"/>
                  </a:lnTo>
                  <a:lnTo>
                    <a:pt x="433253" y="275721"/>
                  </a:lnTo>
                  <a:lnTo>
                    <a:pt x="434816" y="275860"/>
                  </a:lnTo>
                  <a:lnTo>
                    <a:pt x="435060" y="275882"/>
                  </a:lnTo>
                  <a:lnTo>
                    <a:pt x="439500" y="276378"/>
                  </a:lnTo>
                  <a:lnTo>
                    <a:pt x="444618" y="276950"/>
                  </a:lnTo>
                  <a:lnTo>
                    <a:pt x="448472" y="277380"/>
                  </a:lnTo>
                  <a:lnTo>
                    <a:pt x="449661" y="278710"/>
                  </a:lnTo>
                  <a:lnTo>
                    <a:pt x="449499" y="284083"/>
                  </a:lnTo>
                  <a:lnTo>
                    <a:pt x="449236" y="296108"/>
                  </a:lnTo>
                  <a:lnTo>
                    <a:pt x="456577" y="311470"/>
                  </a:lnTo>
                  <a:lnTo>
                    <a:pt x="457516" y="311563"/>
                  </a:lnTo>
                  <a:lnTo>
                    <a:pt x="456259" y="323994"/>
                  </a:lnTo>
                  <a:lnTo>
                    <a:pt x="456187" y="324705"/>
                  </a:lnTo>
                  <a:lnTo>
                    <a:pt x="456130" y="325277"/>
                  </a:lnTo>
                  <a:lnTo>
                    <a:pt x="454685" y="339561"/>
                  </a:lnTo>
                  <a:lnTo>
                    <a:pt x="454293" y="343433"/>
                  </a:lnTo>
                  <a:lnTo>
                    <a:pt x="453717" y="349135"/>
                  </a:lnTo>
                  <a:lnTo>
                    <a:pt x="453704" y="349268"/>
                  </a:lnTo>
                  <a:lnTo>
                    <a:pt x="453659" y="349705"/>
                  </a:lnTo>
                  <a:lnTo>
                    <a:pt x="453602" y="350277"/>
                  </a:lnTo>
                  <a:lnTo>
                    <a:pt x="453545" y="350846"/>
                  </a:lnTo>
                  <a:lnTo>
                    <a:pt x="453236" y="353894"/>
                  </a:lnTo>
                  <a:lnTo>
                    <a:pt x="453028" y="356355"/>
                  </a:lnTo>
                  <a:lnTo>
                    <a:pt x="452823" y="359822"/>
                  </a:lnTo>
                  <a:lnTo>
                    <a:pt x="452774" y="361019"/>
                  </a:lnTo>
                  <a:lnTo>
                    <a:pt x="452754" y="362224"/>
                  </a:lnTo>
                  <a:lnTo>
                    <a:pt x="452795" y="364560"/>
                  </a:lnTo>
                  <a:lnTo>
                    <a:pt x="452867" y="365782"/>
                  </a:lnTo>
                  <a:lnTo>
                    <a:pt x="455628" y="397784"/>
                  </a:lnTo>
                  <a:lnTo>
                    <a:pt x="455820" y="399952"/>
                  </a:lnTo>
                  <a:lnTo>
                    <a:pt x="455928" y="400617"/>
                  </a:lnTo>
                  <a:lnTo>
                    <a:pt x="456001" y="401485"/>
                  </a:lnTo>
                  <a:lnTo>
                    <a:pt x="456223" y="404217"/>
                  </a:lnTo>
                  <a:lnTo>
                    <a:pt x="456886" y="412184"/>
                  </a:lnTo>
                  <a:lnTo>
                    <a:pt x="456938" y="413061"/>
                  </a:lnTo>
                  <a:lnTo>
                    <a:pt x="456957" y="413383"/>
                  </a:lnTo>
                  <a:lnTo>
                    <a:pt x="452687" y="417678"/>
                  </a:lnTo>
                  <a:lnTo>
                    <a:pt x="450646" y="419731"/>
                  </a:lnTo>
                  <a:lnTo>
                    <a:pt x="449114" y="421076"/>
                  </a:lnTo>
                  <a:lnTo>
                    <a:pt x="447324" y="422561"/>
                  </a:lnTo>
                  <a:lnTo>
                    <a:pt x="445602" y="423838"/>
                  </a:lnTo>
                  <a:lnTo>
                    <a:pt x="443777" y="425011"/>
                  </a:lnTo>
                  <a:lnTo>
                    <a:pt x="441995" y="426068"/>
                  </a:lnTo>
                  <a:lnTo>
                    <a:pt x="440410" y="426977"/>
                  </a:lnTo>
                  <a:lnTo>
                    <a:pt x="439572" y="427511"/>
                  </a:lnTo>
                  <a:lnTo>
                    <a:pt x="438098" y="428363"/>
                  </a:lnTo>
                  <a:lnTo>
                    <a:pt x="449710" y="431248"/>
                  </a:lnTo>
                  <a:lnTo>
                    <a:pt x="457828" y="433034"/>
                  </a:lnTo>
                  <a:lnTo>
                    <a:pt x="469434" y="435348"/>
                  </a:lnTo>
                  <a:lnTo>
                    <a:pt x="474700" y="436266"/>
                  </a:lnTo>
                  <a:lnTo>
                    <a:pt x="476162" y="436560"/>
                  </a:lnTo>
                  <a:lnTo>
                    <a:pt x="477338" y="436727"/>
                  </a:lnTo>
                  <a:lnTo>
                    <a:pt x="478543" y="436923"/>
                  </a:lnTo>
                  <a:lnTo>
                    <a:pt x="481059" y="437285"/>
                  </a:lnTo>
                  <a:lnTo>
                    <a:pt x="482867" y="437540"/>
                  </a:lnTo>
                  <a:lnTo>
                    <a:pt x="484853" y="437795"/>
                  </a:lnTo>
                  <a:lnTo>
                    <a:pt x="486104" y="437941"/>
                  </a:lnTo>
                  <a:lnTo>
                    <a:pt x="487051" y="438052"/>
                  </a:lnTo>
                  <a:lnTo>
                    <a:pt x="488612" y="438234"/>
                  </a:lnTo>
                  <a:lnTo>
                    <a:pt x="489887" y="438344"/>
                  </a:lnTo>
                  <a:lnTo>
                    <a:pt x="491130" y="438455"/>
                  </a:lnTo>
                  <a:lnTo>
                    <a:pt x="492477" y="438567"/>
                  </a:lnTo>
                  <a:lnTo>
                    <a:pt x="493718" y="438640"/>
                  </a:lnTo>
                  <a:lnTo>
                    <a:pt x="494675" y="438680"/>
                  </a:lnTo>
                  <a:lnTo>
                    <a:pt x="496022" y="438756"/>
                  </a:lnTo>
                  <a:lnTo>
                    <a:pt x="496945" y="438757"/>
                  </a:lnTo>
                  <a:lnTo>
                    <a:pt x="498328" y="438762"/>
                  </a:lnTo>
                  <a:lnTo>
                    <a:pt x="499676" y="438730"/>
                  </a:lnTo>
                  <a:lnTo>
                    <a:pt x="501341" y="438592"/>
                  </a:lnTo>
                  <a:lnTo>
                    <a:pt x="501542" y="438581"/>
                  </a:lnTo>
                  <a:lnTo>
                    <a:pt x="503447" y="438479"/>
                  </a:lnTo>
                  <a:lnTo>
                    <a:pt x="503655" y="438459"/>
                  </a:lnTo>
                  <a:lnTo>
                    <a:pt x="503863" y="438437"/>
                  </a:lnTo>
                  <a:lnTo>
                    <a:pt x="504071" y="438414"/>
                  </a:lnTo>
                  <a:lnTo>
                    <a:pt x="504279" y="438391"/>
                  </a:lnTo>
                  <a:lnTo>
                    <a:pt x="504486" y="438367"/>
                  </a:lnTo>
                  <a:lnTo>
                    <a:pt x="504694" y="438342"/>
                  </a:lnTo>
                  <a:lnTo>
                    <a:pt x="504902" y="438317"/>
                  </a:lnTo>
                  <a:lnTo>
                    <a:pt x="505109" y="438291"/>
                  </a:lnTo>
                  <a:lnTo>
                    <a:pt x="505316" y="438264"/>
                  </a:lnTo>
                  <a:lnTo>
                    <a:pt x="505524" y="438236"/>
                  </a:lnTo>
                  <a:lnTo>
                    <a:pt x="505731" y="438207"/>
                  </a:lnTo>
                  <a:lnTo>
                    <a:pt x="505938" y="438178"/>
                  </a:lnTo>
                  <a:lnTo>
                    <a:pt x="506145" y="438148"/>
                  </a:lnTo>
                  <a:lnTo>
                    <a:pt x="506352" y="438117"/>
                  </a:lnTo>
                  <a:lnTo>
                    <a:pt x="506558" y="438086"/>
                  </a:lnTo>
                  <a:lnTo>
                    <a:pt x="506765" y="438053"/>
                  </a:lnTo>
                  <a:lnTo>
                    <a:pt x="506971" y="438020"/>
                  </a:lnTo>
                  <a:lnTo>
                    <a:pt x="507178" y="437986"/>
                  </a:lnTo>
                  <a:lnTo>
                    <a:pt x="507384" y="437952"/>
                  </a:lnTo>
                  <a:lnTo>
                    <a:pt x="507590" y="437916"/>
                  </a:lnTo>
                  <a:lnTo>
                    <a:pt x="507796" y="437880"/>
                  </a:lnTo>
                  <a:lnTo>
                    <a:pt x="508002" y="437843"/>
                  </a:lnTo>
                  <a:lnTo>
                    <a:pt x="508207" y="437806"/>
                  </a:lnTo>
                  <a:lnTo>
                    <a:pt x="508413" y="437767"/>
                  </a:lnTo>
                  <a:lnTo>
                    <a:pt x="508619" y="437728"/>
                  </a:lnTo>
                  <a:lnTo>
                    <a:pt x="508824" y="437688"/>
                  </a:lnTo>
                  <a:lnTo>
                    <a:pt x="509029" y="437648"/>
                  </a:lnTo>
                  <a:lnTo>
                    <a:pt x="509234" y="437606"/>
                  </a:lnTo>
                  <a:lnTo>
                    <a:pt x="509439" y="437564"/>
                  </a:lnTo>
                  <a:lnTo>
                    <a:pt x="509643" y="437521"/>
                  </a:lnTo>
                  <a:lnTo>
                    <a:pt x="509848" y="437478"/>
                  </a:lnTo>
                  <a:lnTo>
                    <a:pt x="510052" y="437433"/>
                  </a:lnTo>
                  <a:lnTo>
                    <a:pt x="510256" y="437388"/>
                  </a:lnTo>
                  <a:lnTo>
                    <a:pt x="510460" y="437342"/>
                  </a:lnTo>
                  <a:lnTo>
                    <a:pt x="510664" y="437295"/>
                  </a:lnTo>
                  <a:lnTo>
                    <a:pt x="510868" y="437248"/>
                  </a:lnTo>
                  <a:lnTo>
                    <a:pt x="511072" y="437200"/>
                  </a:lnTo>
                  <a:lnTo>
                    <a:pt x="511275" y="437151"/>
                  </a:lnTo>
                  <a:lnTo>
                    <a:pt x="511478" y="437101"/>
                  </a:lnTo>
                  <a:lnTo>
                    <a:pt x="511681" y="437051"/>
                  </a:lnTo>
                  <a:lnTo>
                    <a:pt x="511884" y="437000"/>
                  </a:lnTo>
                  <a:lnTo>
                    <a:pt x="512086" y="436948"/>
                  </a:lnTo>
                  <a:lnTo>
                    <a:pt x="512289" y="436895"/>
                  </a:lnTo>
                  <a:lnTo>
                    <a:pt x="512491" y="436842"/>
                  </a:lnTo>
                  <a:lnTo>
                    <a:pt x="512693" y="436788"/>
                  </a:lnTo>
                  <a:lnTo>
                    <a:pt x="512895" y="436733"/>
                  </a:lnTo>
                  <a:lnTo>
                    <a:pt x="513096" y="436677"/>
                  </a:lnTo>
                  <a:lnTo>
                    <a:pt x="513298" y="436621"/>
                  </a:lnTo>
                  <a:lnTo>
                    <a:pt x="513499" y="436564"/>
                  </a:lnTo>
                  <a:lnTo>
                    <a:pt x="513700" y="436506"/>
                  </a:lnTo>
                  <a:lnTo>
                    <a:pt x="513901" y="436448"/>
                  </a:lnTo>
                  <a:lnTo>
                    <a:pt x="514101" y="436388"/>
                  </a:lnTo>
                  <a:lnTo>
                    <a:pt x="514302" y="436328"/>
                  </a:lnTo>
                  <a:lnTo>
                    <a:pt x="514502" y="436268"/>
                  </a:lnTo>
                  <a:lnTo>
                    <a:pt x="514702" y="436206"/>
                  </a:lnTo>
                  <a:lnTo>
                    <a:pt x="514901" y="436144"/>
                  </a:lnTo>
                  <a:lnTo>
                    <a:pt x="515101" y="436081"/>
                  </a:lnTo>
                  <a:lnTo>
                    <a:pt x="515372" y="435994"/>
                  </a:lnTo>
                  <a:lnTo>
                    <a:pt x="515499" y="435953"/>
                  </a:lnTo>
                  <a:lnTo>
                    <a:pt x="515698" y="435888"/>
                  </a:lnTo>
                  <a:lnTo>
                    <a:pt x="515896" y="435822"/>
                  </a:lnTo>
                  <a:lnTo>
                    <a:pt x="516095" y="435755"/>
                  </a:lnTo>
                  <a:lnTo>
                    <a:pt x="516293" y="435688"/>
                  </a:lnTo>
                  <a:lnTo>
                    <a:pt x="516491" y="435620"/>
                  </a:lnTo>
                  <a:lnTo>
                    <a:pt x="516681" y="435554"/>
                  </a:lnTo>
                  <a:lnTo>
                    <a:pt x="521233" y="433811"/>
                  </a:lnTo>
                  <a:lnTo>
                    <a:pt x="524632" y="432509"/>
                  </a:lnTo>
                  <a:lnTo>
                    <a:pt x="526867" y="431653"/>
                  </a:lnTo>
                  <a:lnTo>
                    <a:pt x="530659" y="430201"/>
                  </a:lnTo>
                  <a:lnTo>
                    <a:pt x="534471" y="428741"/>
                  </a:lnTo>
                  <a:lnTo>
                    <a:pt x="536935" y="427798"/>
                  </a:lnTo>
                  <a:lnTo>
                    <a:pt x="545548" y="425030"/>
                  </a:lnTo>
                  <a:lnTo>
                    <a:pt x="553681" y="422915"/>
                  </a:lnTo>
                  <a:lnTo>
                    <a:pt x="554647" y="422664"/>
                  </a:lnTo>
                  <a:lnTo>
                    <a:pt x="570168" y="419278"/>
                  </a:lnTo>
                  <a:lnTo>
                    <a:pt x="571087" y="419077"/>
                  </a:lnTo>
                  <a:lnTo>
                    <a:pt x="573211" y="420431"/>
                  </a:lnTo>
                  <a:lnTo>
                    <a:pt x="573815" y="420815"/>
                  </a:lnTo>
                  <a:lnTo>
                    <a:pt x="574595" y="421312"/>
                  </a:lnTo>
                  <a:lnTo>
                    <a:pt x="575051" y="421597"/>
                  </a:lnTo>
                  <a:lnTo>
                    <a:pt x="575891" y="422090"/>
                  </a:lnTo>
                  <a:lnTo>
                    <a:pt x="576192" y="422263"/>
                  </a:lnTo>
                  <a:lnTo>
                    <a:pt x="576843" y="422671"/>
                  </a:lnTo>
                  <a:lnTo>
                    <a:pt x="581489" y="425576"/>
                  </a:lnTo>
                  <a:lnTo>
                    <a:pt x="588641" y="429540"/>
                  </a:lnTo>
                  <a:lnTo>
                    <a:pt x="593583" y="432466"/>
                  </a:lnTo>
                  <a:lnTo>
                    <a:pt x="595983" y="433870"/>
                  </a:lnTo>
                  <a:lnTo>
                    <a:pt x="598536" y="435362"/>
                  </a:lnTo>
                  <a:lnTo>
                    <a:pt x="600297" y="436392"/>
                  </a:lnTo>
                  <a:lnTo>
                    <a:pt x="608854" y="441463"/>
                  </a:lnTo>
                  <a:lnTo>
                    <a:pt x="618848" y="447386"/>
                  </a:lnTo>
                  <a:lnTo>
                    <a:pt x="634440" y="456550"/>
                  </a:lnTo>
                  <a:lnTo>
                    <a:pt x="635615" y="457248"/>
                  </a:lnTo>
                  <a:lnTo>
                    <a:pt x="641036" y="460467"/>
                  </a:lnTo>
                  <a:lnTo>
                    <a:pt x="643682" y="461093"/>
                  </a:lnTo>
                  <a:lnTo>
                    <a:pt x="650578" y="462940"/>
                  </a:lnTo>
                  <a:lnTo>
                    <a:pt x="653557" y="463673"/>
                  </a:lnTo>
                  <a:lnTo>
                    <a:pt x="659684" y="465188"/>
                  </a:lnTo>
                  <a:lnTo>
                    <a:pt x="705294" y="475571"/>
                  </a:lnTo>
                  <a:lnTo>
                    <a:pt x="707224" y="476008"/>
                  </a:lnTo>
                  <a:lnTo>
                    <a:pt x="708189" y="473174"/>
                  </a:lnTo>
                  <a:lnTo>
                    <a:pt x="710396" y="473104"/>
                  </a:lnTo>
                  <a:lnTo>
                    <a:pt x="716502" y="472911"/>
                  </a:lnTo>
                  <a:lnTo>
                    <a:pt x="716654" y="472907"/>
                  </a:lnTo>
                  <a:lnTo>
                    <a:pt x="716806" y="472904"/>
                  </a:lnTo>
                  <a:lnTo>
                    <a:pt x="716959" y="472902"/>
                  </a:lnTo>
                  <a:lnTo>
                    <a:pt x="717263" y="472901"/>
                  </a:lnTo>
                  <a:lnTo>
                    <a:pt x="717415" y="472901"/>
                  </a:lnTo>
                  <a:lnTo>
                    <a:pt x="717567" y="472902"/>
                  </a:lnTo>
                  <a:lnTo>
                    <a:pt x="717719" y="472904"/>
                  </a:lnTo>
                  <a:lnTo>
                    <a:pt x="717872" y="472907"/>
                  </a:lnTo>
                  <a:lnTo>
                    <a:pt x="718024" y="472910"/>
                  </a:lnTo>
                  <a:lnTo>
                    <a:pt x="718176" y="472914"/>
                  </a:lnTo>
                  <a:lnTo>
                    <a:pt x="718328" y="472919"/>
                  </a:lnTo>
                  <a:lnTo>
                    <a:pt x="718480" y="472925"/>
                  </a:lnTo>
                  <a:lnTo>
                    <a:pt x="718632" y="472931"/>
                  </a:lnTo>
                  <a:lnTo>
                    <a:pt x="718784" y="472938"/>
                  </a:lnTo>
                  <a:lnTo>
                    <a:pt x="718936" y="472946"/>
                  </a:lnTo>
                  <a:lnTo>
                    <a:pt x="719088" y="472955"/>
                  </a:lnTo>
                  <a:lnTo>
                    <a:pt x="719239" y="472964"/>
                  </a:lnTo>
                  <a:lnTo>
                    <a:pt x="719391" y="472974"/>
                  </a:lnTo>
                  <a:lnTo>
                    <a:pt x="719543" y="472985"/>
                  </a:lnTo>
                  <a:lnTo>
                    <a:pt x="719846" y="473009"/>
                  </a:lnTo>
                  <a:lnTo>
                    <a:pt x="719998" y="473022"/>
                  </a:lnTo>
                  <a:lnTo>
                    <a:pt x="720150" y="473036"/>
                  </a:lnTo>
                  <a:lnTo>
                    <a:pt x="720301" y="473051"/>
                  </a:lnTo>
                  <a:lnTo>
                    <a:pt x="720452" y="473066"/>
                  </a:lnTo>
                  <a:lnTo>
                    <a:pt x="720604" y="473082"/>
                  </a:lnTo>
                  <a:lnTo>
                    <a:pt x="720755" y="473099"/>
                  </a:lnTo>
                  <a:lnTo>
                    <a:pt x="720906" y="473117"/>
                  </a:lnTo>
                  <a:lnTo>
                    <a:pt x="721057" y="473136"/>
                  </a:lnTo>
                  <a:lnTo>
                    <a:pt x="721208" y="473155"/>
                  </a:lnTo>
                  <a:lnTo>
                    <a:pt x="721359" y="473175"/>
                  </a:lnTo>
                  <a:lnTo>
                    <a:pt x="721510" y="473195"/>
                  </a:lnTo>
                  <a:lnTo>
                    <a:pt x="721660" y="473217"/>
                  </a:lnTo>
                  <a:lnTo>
                    <a:pt x="721811" y="473239"/>
                  </a:lnTo>
                  <a:lnTo>
                    <a:pt x="721961" y="473262"/>
                  </a:lnTo>
                  <a:lnTo>
                    <a:pt x="722111" y="473286"/>
                  </a:lnTo>
                  <a:lnTo>
                    <a:pt x="722262" y="473310"/>
                  </a:lnTo>
                  <a:lnTo>
                    <a:pt x="722412" y="473335"/>
                  </a:lnTo>
                  <a:lnTo>
                    <a:pt x="722562" y="473361"/>
                  </a:lnTo>
                  <a:lnTo>
                    <a:pt x="722711" y="473388"/>
                  </a:lnTo>
                  <a:lnTo>
                    <a:pt x="722861" y="473415"/>
                  </a:lnTo>
                  <a:lnTo>
                    <a:pt x="723011" y="473443"/>
                  </a:lnTo>
                  <a:lnTo>
                    <a:pt x="723160" y="473472"/>
                  </a:lnTo>
                  <a:lnTo>
                    <a:pt x="723310" y="473502"/>
                  </a:lnTo>
                  <a:lnTo>
                    <a:pt x="723459" y="473533"/>
                  </a:lnTo>
                  <a:lnTo>
                    <a:pt x="723608" y="473564"/>
                  </a:lnTo>
                  <a:lnTo>
                    <a:pt x="723758" y="473596"/>
                  </a:lnTo>
                  <a:lnTo>
                    <a:pt x="723906" y="473629"/>
                  </a:lnTo>
                  <a:lnTo>
                    <a:pt x="724055" y="473662"/>
                  </a:lnTo>
                  <a:lnTo>
                    <a:pt x="724204" y="473696"/>
                  </a:lnTo>
                  <a:lnTo>
                    <a:pt x="724352" y="473732"/>
                  </a:lnTo>
                  <a:lnTo>
                    <a:pt x="724500" y="473767"/>
                  </a:lnTo>
                  <a:lnTo>
                    <a:pt x="724648" y="473804"/>
                  </a:lnTo>
                  <a:lnTo>
                    <a:pt x="724796" y="473841"/>
                  </a:lnTo>
                  <a:lnTo>
                    <a:pt x="724944" y="473879"/>
                  </a:lnTo>
                  <a:lnTo>
                    <a:pt x="725091" y="473917"/>
                  </a:lnTo>
                  <a:lnTo>
                    <a:pt x="725239" y="473957"/>
                  </a:lnTo>
                  <a:lnTo>
                    <a:pt x="725384" y="473996"/>
                  </a:lnTo>
                  <a:lnTo>
                    <a:pt x="725528" y="474036"/>
                  </a:lnTo>
                  <a:lnTo>
                    <a:pt x="725673" y="474077"/>
                  </a:lnTo>
                  <a:lnTo>
                    <a:pt x="725817" y="474119"/>
                  </a:lnTo>
                  <a:lnTo>
                    <a:pt x="725962" y="474161"/>
                  </a:lnTo>
                  <a:lnTo>
                    <a:pt x="726105" y="474204"/>
                  </a:lnTo>
                  <a:lnTo>
                    <a:pt x="726249" y="474248"/>
                  </a:lnTo>
                  <a:lnTo>
                    <a:pt x="726393" y="474292"/>
                  </a:lnTo>
                  <a:lnTo>
                    <a:pt x="726536" y="474338"/>
                  </a:lnTo>
                  <a:lnTo>
                    <a:pt x="726679" y="474383"/>
                  </a:lnTo>
                  <a:lnTo>
                    <a:pt x="726822" y="474430"/>
                  </a:lnTo>
                  <a:lnTo>
                    <a:pt x="726965" y="474477"/>
                  </a:lnTo>
                  <a:lnTo>
                    <a:pt x="727107" y="474525"/>
                  </a:lnTo>
                  <a:lnTo>
                    <a:pt x="727391" y="474623"/>
                  </a:lnTo>
                  <a:lnTo>
                    <a:pt x="727533" y="474673"/>
                  </a:lnTo>
                  <a:lnTo>
                    <a:pt x="727674" y="474724"/>
                  </a:lnTo>
                  <a:lnTo>
                    <a:pt x="727816" y="474775"/>
                  </a:lnTo>
                  <a:lnTo>
                    <a:pt x="727957" y="474828"/>
                  </a:lnTo>
                  <a:lnTo>
                    <a:pt x="728097" y="474880"/>
                  </a:lnTo>
                  <a:lnTo>
                    <a:pt x="728238" y="474934"/>
                  </a:lnTo>
                  <a:lnTo>
                    <a:pt x="728378" y="474988"/>
                  </a:lnTo>
                  <a:lnTo>
                    <a:pt x="730911" y="476056"/>
                  </a:lnTo>
                  <a:lnTo>
                    <a:pt x="731102" y="476136"/>
                  </a:lnTo>
                  <a:lnTo>
                    <a:pt x="734605" y="477521"/>
                  </a:lnTo>
                  <a:lnTo>
                    <a:pt x="736660" y="478333"/>
                  </a:lnTo>
                  <a:lnTo>
                    <a:pt x="742374" y="480088"/>
                  </a:lnTo>
                  <a:lnTo>
                    <a:pt x="745541" y="481012"/>
                  </a:lnTo>
                  <a:lnTo>
                    <a:pt x="748658" y="481968"/>
                  </a:lnTo>
                  <a:lnTo>
                    <a:pt x="754292" y="483704"/>
                  </a:lnTo>
                  <a:lnTo>
                    <a:pt x="754736" y="483847"/>
                  </a:lnTo>
                  <a:lnTo>
                    <a:pt x="755216" y="484000"/>
                  </a:lnTo>
                  <a:lnTo>
                    <a:pt x="755448" y="484076"/>
                  </a:lnTo>
                  <a:lnTo>
                    <a:pt x="755680" y="484152"/>
                  </a:lnTo>
                  <a:lnTo>
                    <a:pt x="755911" y="484229"/>
                  </a:lnTo>
                  <a:lnTo>
                    <a:pt x="756142" y="484307"/>
                  </a:lnTo>
                  <a:lnTo>
                    <a:pt x="756373" y="484385"/>
                  </a:lnTo>
                  <a:lnTo>
                    <a:pt x="756603" y="484464"/>
                  </a:lnTo>
                  <a:lnTo>
                    <a:pt x="756834" y="484544"/>
                  </a:lnTo>
                  <a:lnTo>
                    <a:pt x="757064" y="484625"/>
                  </a:lnTo>
                  <a:lnTo>
                    <a:pt x="757294" y="484707"/>
                  </a:lnTo>
                  <a:lnTo>
                    <a:pt x="757523" y="484789"/>
                  </a:lnTo>
                  <a:lnTo>
                    <a:pt x="757753" y="484872"/>
                  </a:lnTo>
                  <a:lnTo>
                    <a:pt x="757982" y="484955"/>
                  </a:lnTo>
                  <a:lnTo>
                    <a:pt x="758210" y="485040"/>
                  </a:lnTo>
                  <a:lnTo>
                    <a:pt x="758439" y="485125"/>
                  </a:lnTo>
                  <a:lnTo>
                    <a:pt x="758667" y="485211"/>
                  </a:lnTo>
                  <a:lnTo>
                    <a:pt x="758895" y="485298"/>
                  </a:lnTo>
                  <a:lnTo>
                    <a:pt x="759123" y="485385"/>
                  </a:lnTo>
                  <a:lnTo>
                    <a:pt x="759350" y="485473"/>
                  </a:lnTo>
                  <a:lnTo>
                    <a:pt x="759577" y="485562"/>
                  </a:lnTo>
                  <a:lnTo>
                    <a:pt x="759804" y="485652"/>
                  </a:lnTo>
                  <a:lnTo>
                    <a:pt x="760030" y="485742"/>
                  </a:lnTo>
                  <a:lnTo>
                    <a:pt x="760257" y="485833"/>
                  </a:lnTo>
                  <a:lnTo>
                    <a:pt x="760482" y="485925"/>
                  </a:lnTo>
                  <a:lnTo>
                    <a:pt x="760708" y="486018"/>
                  </a:lnTo>
                  <a:lnTo>
                    <a:pt x="760933" y="486111"/>
                  </a:lnTo>
                  <a:lnTo>
                    <a:pt x="761159" y="486205"/>
                  </a:lnTo>
                  <a:lnTo>
                    <a:pt x="761383" y="486300"/>
                  </a:lnTo>
                  <a:lnTo>
                    <a:pt x="761608" y="486395"/>
                  </a:lnTo>
                  <a:lnTo>
                    <a:pt x="761832" y="486491"/>
                  </a:lnTo>
                  <a:lnTo>
                    <a:pt x="769246" y="489683"/>
                  </a:lnTo>
                  <a:lnTo>
                    <a:pt x="772913" y="490898"/>
                  </a:lnTo>
                  <a:lnTo>
                    <a:pt x="784505" y="495521"/>
                  </a:lnTo>
                  <a:lnTo>
                    <a:pt x="784552" y="496693"/>
                  </a:lnTo>
                  <a:lnTo>
                    <a:pt x="784727" y="501096"/>
                  </a:lnTo>
                  <a:lnTo>
                    <a:pt x="783751" y="506982"/>
                  </a:lnTo>
                  <a:lnTo>
                    <a:pt x="783159" y="509483"/>
                  </a:lnTo>
                  <a:lnTo>
                    <a:pt x="786254" y="508348"/>
                  </a:lnTo>
                  <a:lnTo>
                    <a:pt x="789605" y="507118"/>
                  </a:lnTo>
                  <a:lnTo>
                    <a:pt x="806261" y="513104"/>
                  </a:lnTo>
                  <a:lnTo>
                    <a:pt x="808365" y="513861"/>
                  </a:lnTo>
                  <a:lnTo>
                    <a:pt x="808647" y="513103"/>
                  </a:lnTo>
                  <a:lnTo>
                    <a:pt x="809264" y="511446"/>
                  </a:lnTo>
                  <a:lnTo>
                    <a:pt x="809398" y="511087"/>
                  </a:lnTo>
                  <a:lnTo>
                    <a:pt x="809513" y="510778"/>
                  </a:lnTo>
                  <a:lnTo>
                    <a:pt x="814946" y="496189"/>
                  </a:lnTo>
                  <a:lnTo>
                    <a:pt x="818314" y="486345"/>
                  </a:lnTo>
                  <a:lnTo>
                    <a:pt x="821244" y="478176"/>
                  </a:lnTo>
                  <a:lnTo>
                    <a:pt x="825786" y="479643"/>
                  </a:lnTo>
                  <a:lnTo>
                    <a:pt x="828787" y="480611"/>
                  </a:lnTo>
                  <a:lnTo>
                    <a:pt x="833310" y="482071"/>
                  </a:lnTo>
                  <a:lnTo>
                    <a:pt x="835479" y="482770"/>
                  </a:lnTo>
                  <a:lnTo>
                    <a:pt x="835403" y="481942"/>
                  </a:lnTo>
                  <a:lnTo>
                    <a:pt x="833948" y="466317"/>
                  </a:lnTo>
                  <a:lnTo>
                    <a:pt x="833935" y="466133"/>
                  </a:lnTo>
                  <a:lnTo>
                    <a:pt x="833922" y="465949"/>
                  </a:lnTo>
                  <a:lnTo>
                    <a:pt x="833911" y="465765"/>
                  </a:lnTo>
                  <a:lnTo>
                    <a:pt x="833900" y="465581"/>
                  </a:lnTo>
                  <a:lnTo>
                    <a:pt x="833890" y="465396"/>
                  </a:lnTo>
                  <a:lnTo>
                    <a:pt x="833880" y="465212"/>
                  </a:lnTo>
                  <a:lnTo>
                    <a:pt x="833872" y="465027"/>
                  </a:lnTo>
                  <a:lnTo>
                    <a:pt x="833864" y="464843"/>
                  </a:lnTo>
                  <a:lnTo>
                    <a:pt x="833856" y="464659"/>
                  </a:lnTo>
                  <a:lnTo>
                    <a:pt x="833850" y="464474"/>
                  </a:lnTo>
                  <a:lnTo>
                    <a:pt x="833844" y="464289"/>
                  </a:lnTo>
                  <a:lnTo>
                    <a:pt x="833839" y="464105"/>
                  </a:lnTo>
                  <a:lnTo>
                    <a:pt x="833835" y="463920"/>
                  </a:lnTo>
                  <a:lnTo>
                    <a:pt x="833831" y="463736"/>
                  </a:lnTo>
                  <a:lnTo>
                    <a:pt x="833829" y="463551"/>
                  </a:lnTo>
                  <a:lnTo>
                    <a:pt x="833826" y="463367"/>
                  </a:lnTo>
                  <a:lnTo>
                    <a:pt x="833825" y="463182"/>
                  </a:lnTo>
                  <a:lnTo>
                    <a:pt x="833825" y="462997"/>
                  </a:lnTo>
                  <a:lnTo>
                    <a:pt x="833825" y="462813"/>
                  </a:lnTo>
                  <a:lnTo>
                    <a:pt x="833826" y="462623"/>
                  </a:lnTo>
                  <a:lnTo>
                    <a:pt x="833827" y="462434"/>
                  </a:lnTo>
                  <a:lnTo>
                    <a:pt x="833830" y="462245"/>
                  </a:lnTo>
                  <a:lnTo>
                    <a:pt x="833834" y="462017"/>
                  </a:lnTo>
                  <a:lnTo>
                    <a:pt x="833837" y="461866"/>
                  </a:lnTo>
                  <a:lnTo>
                    <a:pt x="833843" y="461620"/>
                  </a:lnTo>
                  <a:lnTo>
                    <a:pt x="833847" y="461487"/>
                  </a:lnTo>
                  <a:lnTo>
                    <a:pt x="833861" y="461109"/>
                  </a:lnTo>
                  <a:lnTo>
                    <a:pt x="833869" y="460920"/>
                  </a:lnTo>
                  <a:lnTo>
                    <a:pt x="833877" y="460731"/>
                  </a:lnTo>
                  <a:lnTo>
                    <a:pt x="833887" y="460541"/>
                  </a:lnTo>
                  <a:lnTo>
                    <a:pt x="833897" y="460352"/>
                  </a:lnTo>
                  <a:lnTo>
                    <a:pt x="833908" y="460163"/>
                  </a:lnTo>
                  <a:lnTo>
                    <a:pt x="833920" y="459974"/>
                  </a:lnTo>
                  <a:lnTo>
                    <a:pt x="833932" y="459785"/>
                  </a:lnTo>
                  <a:lnTo>
                    <a:pt x="833946" y="459596"/>
                  </a:lnTo>
                  <a:lnTo>
                    <a:pt x="833960" y="459408"/>
                  </a:lnTo>
                  <a:lnTo>
                    <a:pt x="833974" y="459219"/>
                  </a:lnTo>
                  <a:lnTo>
                    <a:pt x="833990" y="459030"/>
                  </a:lnTo>
                  <a:lnTo>
                    <a:pt x="834006" y="458841"/>
                  </a:lnTo>
                  <a:lnTo>
                    <a:pt x="832324" y="458461"/>
                  </a:lnTo>
                  <a:lnTo>
                    <a:pt x="832737" y="456620"/>
                  </a:lnTo>
                  <a:lnTo>
                    <a:pt x="834550" y="447157"/>
                  </a:lnTo>
                  <a:lnTo>
                    <a:pt x="834673" y="446159"/>
                  </a:lnTo>
                  <a:lnTo>
                    <a:pt x="834599" y="444847"/>
                  </a:lnTo>
                  <a:lnTo>
                    <a:pt x="834240" y="438623"/>
                  </a:lnTo>
                  <a:lnTo>
                    <a:pt x="834141" y="436006"/>
                  </a:lnTo>
                  <a:lnTo>
                    <a:pt x="834129" y="434272"/>
                  </a:lnTo>
                  <a:lnTo>
                    <a:pt x="836620" y="423361"/>
                  </a:lnTo>
                  <a:lnTo>
                    <a:pt x="837138" y="421091"/>
                  </a:lnTo>
                  <a:lnTo>
                    <a:pt x="837822" y="421248"/>
                  </a:lnTo>
                  <a:lnTo>
                    <a:pt x="843540" y="422558"/>
                  </a:lnTo>
                  <a:lnTo>
                    <a:pt x="856761" y="425605"/>
                  </a:lnTo>
                  <a:lnTo>
                    <a:pt x="871243" y="428706"/>
                  </a:lnTo>
                  <a:lnTo>
                    <a:pt x="905706" y="436778"/>
                  </a:lnTo>
                  <a:lnTo>
                    <a:pt x="921159" y="440302"/>
                  </a:lnTo>
                  <a:lnTo>
                    <a:pt x="927273" y="441696"/>
                  </a:lnTo>
                  <a:lnTo>
                    <a:pt x="929669" y="442242"/>
                  </a:lnTo>
                  <a:lnTo>
                    <a:pt x="978974" y="453529"/>
                  </a:lnTo>
                  <a:lnTo>
                    <a:pt x="992948" y="456729"/>
                  </a:lnTo>
                  <a:lnTo>
                    <a:pt x="1015968" y="462000"/>
                  </a:lnTo>
                  <a:lnTo>
                    <a:pt x="1043922" y="468421"/>
                  </a:lnTo>
                  <a:lnTo>
                    <a:pt x="1133708" y="488608"/>
                  </a:lnTo>
                  <a:lnTo>
                    <a:pt x="1175756" y="486073"/>
                  </a:lnTo>
                  <a:lnTo>
                    <a:pt x="1178727" y="485874"/>
                  </a:lnTo>
                  <a:lnTo>
                    <a:pt x="1179233" y="485851"/>
                  </a:lnTo>
                  <a:lnTo>
                    <a:pt x="1180333" y="485785"/>
                  </a:lnTo>
                  <a:lnTo>
                    <a:pt x="1180780" y="485758"/>
                  </a:lnTo>
                  <a:lnTo>
                    <a:pt x="1181012" y="485744"/>
                  </a:lnTo>
                  <a:lnTo>
                    <a:pt x="1181250" y="485728"/>
                  </a:lnTo>
                  <a:lnTo>
                    <a:pt x="1181130" y="483851"/>
                  </a:lnTo>
                  <a:lnTo>
                    <a:pt x="1181160" y="483658"/>
                  </a:lnTo>
                  <a:lnTo>
                    <a:pt x="1180592" y="474608"/>
                  </a:lnTo>
                  <a:lnTo>
                    <a:pt x="1179704" y="460086"/>
                  </a:lnTo>
                  <a:lnTo>
                    <a:pt x="1179693" y="459895"/>
                  </a:lnTo>
                  <a:lnTo>
                    <a:pt x="1179516" y="456386"/>
                  </a:lnTo>
                  <a:lnTo>
                    <a:pt x="1179544" y="456193"/>
                  </a:lnTo>
                  <a:lnTo>
                    <a:pt x="1179539" y="455982"/>
                  </a:lnTo>
                  <a:lnTo>
                    <a:pt x="1179534" y="455771"/>
                  </a:lnTo>
                  <a:lnTo>
                    <a:pt x="1179530" y="455560"/>
                  </a:lnTo>
                  <a:lnTo>
                    <a:pt x="1179527" y="455349"/>
                  </a:lnTo>
                  <a:lnTo>
                    <a:pt x="1179524" y="455138"/>
                  </a:lnTo>
                  <a:lnTo>
                    <a:pt x="1179523" y="454927"/>
                  </a:lnTo>
                  <a:lnTo>
                    <a:pt x="1179522" y="454716"/>
                  </a:lnTo>
                  <a:lnTo>
                    <a:pt x="1179522" y="454435"/>
                  </a:lnTo>
                  <a:lnTo>
                    <a:pt x="1179522" y="454294"/>
                  </a:lnTo>
                  <a:lnTo>
                    <a:pt x="1179523" y="454083"/>
                  </a:lnTo>
                  <a:lnTo>
                    <a:pt x="1179525" y="453853"/>
                  </a:lnTo>
                  <a:lnTo>
                    <a:pt x="1179528" y="453661"/>
                  </a:lnTo>
                  <a:lnTo>
                    <a:pt x="1179531" y="453450"/>
                  </a:lnTo>
                  <a:lnTo>
                    <a:pt x="1179536" y="453239"/>
                  </a:lnTo>
                  <a:lnTo>
                    <a:pt x="1179541" y="453028"/>
                  </a:lnTo>
                  <a:lnTo>
                    <a:pt x="1179547" y="452817"/>
                  </a:lnTo>
                  <a:lnTo>
                    <a:pt x="1179555" y="452551"/>
                  </a:lnTo>
                  <a:lnTo>
                    <a:pt x="1179568" y="452184"/>
                  </a:lnTo>
                  <a:lnTo>
                    <a:pt x="1179577" y="451973"/>
                  </a:lnTo>
                  <a:lnTo>
                    <a:pt x="1179587" y="451762"/>
                  </a:lnTo>
                  <a:lnTo>
                    <a:pt x="1179597" y="451551"/>
                  </a:lnTo>
                  <a:lnTo>
                    <a:pt x="1179608" y="451340"/>
                  </a:lnTo>
                  <a:lnTo>
                    <a:pt x="1179620" y="451130"/>
                  </a:lnTo>
                  <a:lnTo>
                    <a:pt x="1179632" y="450919"/>
                  </a:lnTo>
                  <a:lnTo>
                    <a:pt x="1179646" y="450708"/>
                  </a:lnTo>
                  <a:lnTo>
                    <a:pt x="1179660" y="450498"/>
                  </a:lnTo>
                  <a:lnTo>
                    <a:pt x="1179675" y="450287"/>
                  </a:lnTo>
                  <a:lnTo>
                    <a:pt x="1179690" y="450077"/>
                  </a:lnTo>
                  <a:lnTo>
                    <a:pt x="1179741" y="449446"/>
                  </a:lnTo>
                  <a:lnTo>
                    <a:pt x="1179760" y="449235"/>
                  </a:lnTo>
                  <a:lnTo>
                    <a:pt x="1179779" y="449025"/>
                  </a:lnTo>
                  <a:lnTo>
                    <a:pt x="1179799" y="448815"/>
                  </a:lnTo>
                  <a:lnTo>
                    <a:pt x="1179820" y="448605"/>
                  </a:lnTo>
                  <a:lnTo>
                    <a:pt x="1179841" y="448395"/>
                  </a:lnTo>
                  <a:lnTo>
                    <a:pt x="1179864" y="448185"/>
                  </a:lnTo>
                  <a:lnTo>
                    <a:pt x="1179887" y="447975"/>
                  </a:lnTo>
                  <a:lnTo>
                    <a:pt x="1179910" y="447765"/>
                  </a:lnTo>
                  <a:lnTo>
                    <a:pt x="1179935" y="447556"/>
                  </a:lnTo>
                  <a:lnTo>
                    <a:pt x="1179964" y="447318"/>
                  </a:lnTo>
                  <a:lnTo>
                    <a:pt x="1179986" y="447137"/>
                  </a:lnTo>
                  <a:lnTo>
                    <a:pt x="1180013" y="446928"/>
                  </a:lnTo>
                  <a:lnTo>
                    <a:pt x="1180040" y="446718"/>
                  </a:lnTo>
                  <a:lnTo>
                    <a:pt x="1180069" y="446509"/>
                  </a:lnTo>
                  <a:lnTo>
                    <a:pt x="1180098" y="446300"/>
                  </a:lnTo>
                  <a:lnTo>
                    <a:pt x="1180136" y="446032"/>
                  </a:lnTo>
                  <a:lnTo>
                    <a:pt x="1180189" y="445673"/>
                  </a:lnTo>
                  <a:lnTo>
                    <a:pt x="1180221" y="445465"/>
                  </a:lnTo>
                  <a:lnTo>
                    <a:pt x="1180221" y="445274"/>
                  </a:lnTo>
                  <a:lnTo>
                    <a:pt x="1180932" y="441738"/>
                  </a:lnTo>
                  <a:lnTo>
                    <a:pt x="1180978" y="441549"/>
                  </a:lnTo>
                  <a:lnTo>
                    <a:pt x="1181025" y="441348"/>
                  </a:lnTo>
                  <a:lnTo>
                    <a:pt x="1181074" y="441148"/>
                  </a:lnTo>
                  <a:lnTo>
                    <a:pt x="1181123" y="440947"/>
                  </a:lnTo>
                  <a:lnTo>
                    <a:pt x="1181172" y="440747"/>
                  </a:lnTo>
                  <a:lnTo>
                    <a:pt x="1181274" y="440347"/>
                  </a:lnTo>
                  <a:lnTo>
                    <a:pt x="1181326" y="440148"/>
                  </a:lnTo>
                  <a:lnTo>
                    <a:pt x="1181379" y="439948"/>
                  </a:lnTo>
                  <a:lnTo>
                    <a:pt x="1181432" y="439749"/>
                  </a:lnTo>
                  <a:lnTo>
                    <a:pt x="1181500" y="439500"/>
                  </a:lnTo>
                  <a:lnTo>
                    <a:pt x="1181541" y="439351"/>
                  </a:lnTo>
                  <a:lnTo>
                    <a:pt x="1181596" y="439152"/>
                  </a:lnTo>
                  <a:lnTo>
                    <a:pt x="1181664" y="438914"/>
                  </a:lnTo>
                  <a:lnTo>
                    <a:pt x="1181767" y="438557"/>
                  </a:lnTo>
                  <a:lnTo>
                    <a:pt x="1181825" y="438359"/>
                  </a:lnTo>
                  <a:lnTo>
                    <a:pt x="1181885" y="438162"/>
                  </a:lnTo>
                  <a:lnTo>
                    <a:pt x="1181961" y="437909"/>
                  </a:lnTo>
                  <a:lnTo>
                    <a:pt x="1182005" y="437767"/>
                  </a:lnTo>
                  <a:lnTo>
                    <a:pt x="1182066" y="437570"/>
                  </a:lnTo>
                  <a:lnTo>
                    <a:pt x="1182128" y="437374"/>
                  </a:lnTo>
                  <a:lnTo>
                    <a:pt x="1182191" y="437177"/>
                  </a:lnTo>
                  <a:lnTo>
                    <a:pt x="1182254" y="436981"/>
                  </a:lnTo>
                  <a:lnTo>
                    <a:pt x="1182383" y="436589"/>
                  </a:lnTo>
                  <a:lnTo>
                    <a:pt x="1182449" y="436393"/>
                  </a:lnTo>
                  <a:lnTo>
                    <a:pt x="1182515" y="436198"/>
                  </a:lnTo>
                  <a:lnTo>
                    <a:pt x="1182650" y="435808"/>
                  </a:lnTo>
                  <a:lnTo>
                    <a:pt x="1182737" y="435559"/>
                  </a:lnTo>
                  <a:lnTo>
                    <a:pt x="1182787" y="435419"/>
                  </a:lnTo>
                  <a:lnTo>
                    <a:pt x="1182857" y="435225"/>
                  </a:lnTo>
                  <a:lnTo>
                    <a:pt x="1182927" y="435031"/>
                  </a:lnTo>
                  <a:lnTo>
                    <a:pt x="1182999" y="434837"/>
                  </a:lnTo>
                  <a:lnTo>
                    <a:pt x="1183070" y="434644"/>
                  </a:lnTo>
                  <a:lnTo>
                    <a:pt x="1183143" y="434451"/>
                  </a:lnTo>
                  <a:lnTo>
                    <a:pt x="1183290" y="434066"/>
                  </a:lnTo>
                  <a:lnTo>
                    <a:pt x="1183440" y="433681"/>
                  </a:lnTo>
                  <a:lnTo>
                    <a:pt x="1183517" y="433490"/>
                  </a:lnTo>
                  <a:lnTo>
                    <a:pt x="1183593" y="433298"/>
                  </a:lnTo>
                  <a:lnTo>
                    <a:pt x="1183671" y="433107"/>
                  </a:lnTo>
                  <a:lnTo>
                    <a:pt x="1183749" y="432916"/>
                  </a:lnTo>
                  <a:lnTo>
                    <a:pt x="1185866" y="428035"/>
                  </a:lnTo>
                  <a:lnTo>
                    <a:pt x="1187523" y="424018"/>
                  </a:lnTo>
                  <a:lnTo>
                    <a:pt x="1186694" y="423658"/>
                  </a:lnTo>
                  <a:lnTo>
                    <a:pt x="1188066" y="420482"/>
                  </a:lnTo>
                  <a:lnTo>
                    <a:pt x="1188291" y="420393"/>
                  </a:lnTo>
                  <a:lnTo>
                    <a:pt x="1188544" y="420503"/>
                  </a:lnTo>
                  <a:lnTo>
                    <a:pt x="1189866" y="417442"/>
                  </a:lnTo>
                  <a:lnTo>
                    <a:pt x="1196099" y="403010"/>
                  </a:lnTo>
                  <a:lnTo>
                    <a:pt x="1195760" y="402861"/>
                  </a:lnTo>
                  <a:lnTo>
                    <a:pt x="1198972" y="395425"/>
                  </a:lnTo>
                  <a:lnTo>
                    <a:pt x="1199892" y="395825"/>
                  </a:lnTo>
                  <a:lnTo>
                    <a:pt x="1200397" y="394596"/>
                  </a:lnTo>
                  <a:lnTo>
                    <a:pt x="1200697" y="394167"/>
                  </a:lnTo>
                  <a:lnTo>
                    <a:pt x="1201486" y="392324"/>
                  </a:lnTo>
                  <a:lnTo>
                    <a:pt x="1202178" y="390439"/>
                  </a:lnTo>
                  <a:lnTo>
                    <a:pt x="1202406" y="389978"/>
                  </a:lnTo>
                  <a:lnTo>
                    <a:pt x="1202671" y="389358"/>
                  </a:lnTo>
                  <a:lnTo>
                    <a:pt x="1202758" y="389151"/>
                  </a:lnTo>
                  <a:lnTo>
                    <a:pt x="1202844" y="388944"/>
                  </a:lnTo>
                  <a:lnTo>
                    <a:pt x="1202929" y="388736"/>
                  </a:lnTo>
                  <a:lnTo>
                    <a:pt x="1203014" y="388528"/>
                  </a:lnTo>
                  <a:lnTo>
                    <a:pt x="1203098" y="388320"/>
                  </a:lnTo>
                  <a:lnTo>
                    <a:pt x="1203181" y="388111"/>
                  </a:lnTo>
                  <a:lnTo>
                    <a:pt x="1203263" y="387902"/>
                  </a:lnTo>
                  <a:lnTo>
                    <a:pt x="1203345" y="387693"/>
                  </a:lnTo>
                  <a:lnTo>
                    <a:pt x="1203426" y="387483"/>
                  </a:lnTo>
                  <a:lnTo>
                    <a:pt x="1203506" y="387273"/>
                  </a:lnTo>
                  <a:lnTo>
                    <a:pt x="1203586" y="387063"/>
                  </a:lnTo>
                  <a:lnTo>
                    <a:pt x="1203678" y="386818"/>
                  </a:lnTo>
                  <a:lnTo>
                    <a:pt x="1203742" y="386642"/>
                  </a:lnTo>
                  <a:lnTo>
                    <a:pt x="1203845" y="386361"/>
                  </a:lnTo>
                  <a:lnTo>
                    <a:pt x="1203896" y="386220"/>
                  </a:lnTo>
                  <a:lnTo>
                    <a:pt x="1204047" y="385797"/>
                  </a:lnTo>
                  <a:lnTo>
                    <a:pt x="1204140" y="385531"/>
                  </a:lnTo>
                  <a:lnTo>
                    <a:pt x="1204195" y="385373"/>
                  </a:lnTo>
                  <a:lnTo>
                    <a:pt x="1204268" y="385160"/>
                  </a:lnTo>
                  <a:lnTo>
                    <a:pt x="1204340" y="384947"/>
                  </a:lnTo>
                  <a:lnTo>
                    <a:pt x="1204411" y="384734"/>
                  </a:lnTo>
                  <a:lnTo>
                    <a:pt x="1204455" y="384512"/>
                  </a:lnTo>
                  <a:lnTo>
                    <a:pt x="1204594" y="384175"/>
                  </a:lnTo>
                  <a:lnTo>
                    <a:pt x="1204657" y="383979"/>
                  </a:lnTo>
                  <a:lnTo>
                    <a:pt x="1204734" y="383737"/>
                  </a:lnTo>
                  <a:lnTo>
                    <a:pt x="1204780" y="383587"/>
                  </a:lnTo>
                  <a:lnTo>
                    <a:pt x="1204920" y="383129"/>
                  </a:lnTo>
                  <a:lnTo>
                    <a:pt x="1204960" y="382996"/>
                  </a:lnTo>
                  <a:lnTo>
                    <a:pt x="1205019" y="382798"/>
                  </a:lnTo>
                  <a:lnTo>
                    <a:pt x="1205076" y="382601"/>
                  </a:lnTo>
                  <a:lnTo>
                    <a:pt x="1205133" y="382403"/>
                  </a:lnTo>
                  <a:lnTo>
                    <a:pt x="1205189" y="382205"/>
                  </a:lnTo>
                  <a:lnTo>
                    <a:pt x="1205245" y="382007"/>
                  </a:lnTo>
                  <a:lnTo>
                    <a:pt x="1205353" y="381610"/>
                  </a:lnTo>
                  <a:lnTo>
                    <a:pt x="1205407" y="381411"/>
                  </a:lnTo>
                  <a:lnTo>
                    <a:pt x="1205459" y="381212"/>
                  </a:lnTo>
                  <a:lnTo>
                    <a:pt x="1205511" y="381013"/>
                  </a:lnTo>
                  <a:lnTo>
                    <a:pt x="1205612" y="380614"/>
                  </a:lnTo>
                  <a:lnTo>
                    <a:pt x="1205662" y="380414"/>
                  </a:lnTo>
                  <a:lnTo>
                    <a:pt x="1205711" y="380214"/>
                  </a:lnTo>
                  <a:lnTo>
                    <a:pt x="1205759" y="380014"/>
                  </a:lnTo>
                  <a:lnTo>
                    <a:pt x="1205806" y="379814"/>
                  </a:lnTo>
                  <a:lnTo>
                    <a:pt x="1205853" y="379613"/>
                  </a:lnTo>
                  <a:lnTo>
                    <a:pt x="1205899" y="379412"/>
                  </a:lnTo>
                  <a:lnTo>
                    <a:pt x="1205944" y="379211"/>
                  </a:lnTo>
                  <a:lnTo>
                    <a:pt x="1205988" y="379010"/>
                  </a:lnTo>
                  <a:lnTo>
                    <a:pt x="1206032" y="378809"/>
                  </a:lnTo>
                  <a:lnTo>
                    <a:pt x="1206075" y="378608"/>
                  </a:lnTo>
                  <a:lnTo>
                    <a:pt x="1206119" y="378395"/>
                  </a:lnTo>
                  <a:lnTo>
                    <a:pt x="1206158" y="378205"/>
                  </a:lnTo>
                  <a:lnTo>
                    <a:pt x="1206199" y="378003"/>
                  </a:lnTo>
                  <a:lnTo>
                    <a:pt x="1206239" y="377801"/>
                  </a:lnTo>
                  <a:lnTo>
                    <a:pt x="1206278" y="377599"/>
                  </a:lnTo>
                  <a:lnTo>
                    <a:pt x="1206316" y="377397"/>
                  </a:lnTo>
                  <a:lnTo>
                    <a:pt x="1206354" y="377194"/>
                  </a:lnTo>
                  <a:lnTo>
                    <a:pt x="1206391" y="376992"/>
                  </a:lnTo>
                  <a:lnTo>
                    <a:pt x="1206427" y="376789"/>
                  </a:lnTo>
                  <a:lnTo>
                    <a:pt x="1206434" y="376583"/>
                  </a:lnTo>
                  <a:lnTo>
                    <a:pt x="1206522" y="376231"/>
                  </a:lnTo>
                  <a:lnTo>
                    <a:pt x="1206560" y="375993"/>
                  </a:lnTo>
                  <a:lnTo>
                    <a:pt x="1206597" y="375754"/>
                  </a:lnTo>
                  <a:lnTo>
                    <a:pt x="1206647" y="375429"/>
                  </a:lnTo>
                  <a:lnTo>
                    <a:pt x="1206670" y="375277"/>
                  </a:lnTo>
                  <a:lnTo>
                    <a:pt x="1206705" y="375038"/>
                  </a:lnTo>
                  <a:lnTo>
                    <a:pt x="1206739" y="374799"/>
                  </a:lnTo>
                  <a:lnTo>
                    <a:pt x="1206773" y="374560"/>
                  </a:lnTo>
                  <a:lnTo>
                    <a:pt x="1206806" y="374321"/>
                  </a:lnTo>
                  <a:lnTo>
                    <a:pt x="1206838" y="374082"/>
                  </a:lnTo>
                  <a:lnTo>
                    <a:pt x="1206870" y="373843"/>
                  </a:lnTo>
                  <a:lnTo>
                    <a:pt x="1206901" y="373603"/>
                  </a:lnTo>
                  <a:lnTo>
                    <a:pt x="1206931" y="373364"/>
                  </a:lnTo>
                  <a:lnTo>
                    <a:pt x="1206960" y="373124"/>
                  </a:lnTo>
                  <a:lnTo>
                    <a:pt x="1206988" y="372885"/>
                  </a:lnTo>
                  <a:lnTo>
                    <a:pt x="1207023" y="372579"/>
                  </a:lnTo>
                  <a:lnTo>
                    <a:pt x="1207043" y="372405"/>
                  </a:lnTo>
                  <a:lnTo>
                    <a:pt x="1207069" y="372165"/>
                  </a:lnTo>
                  <a:lnTo>
                    <a:pt x="1207094" y="371925"/>
                  </a:lnTo>
                  <a:lnTo>
                    <a:pt x="1207119" y="371685"/>
                  </a:lnTo>
                  <a:lnTo>
                    <a:pt x="1207143" y="371445"/>
                  </a:lnTo>
                  <a:lnTo>
                    <a:pt x="1207171" y="371145"/>
                  </a:lnTo>
                  <a:lnTo>
                    <a:pt x="1207188" y="370964"/>
                  </a:lnTo>
                  <a:lnTo>
                    <a:pt x="1207210" y="370724"/>
                  </a:lnTo>
                  <a:lnTo>
                    <a:pt x="1207202" y="370479"/>
                  </a:lnTo>
                  <a:lnTo>
                    <a:pt x="1207351" y="369881"/>
                  </a:lnTo>
                  <a:lnTo>
                    <a:pt x="1207532" y="366707"/>
                  </a:lnTo>
                  <a:lnTo>
                    <a:pt x="1207605" y="366193"/>
                  </a:lnTo>
                  <a:lnTo>
                    <a:pt x="1208142" y="359655"/>
                  </a:lnTo>
                  <a:lnTo>
                    <a:pt x="1208201" y="359306"/>
                  </a:lnTo>
                  <a:lnTo>
                    <a:pt x="1208707" y="353130"/>
                  </a:lnTo>
                  <a:lnTo>
                    <a:pt x="1208890" y="352233"/>
                  </a:lnTo>
                  <a:lnTo>
                    <a:pt x="1209153" y="348009"/>
                  </a:lnTo>
                  <a:lnTo>
                    <a:pt x="1209214" y="347659"/>
                  </a:lnTo>
                  <a:lnTo>
                    <a:pt x="1209826" y="340619"/>
                  </a:lnTo>
                  <a:lnTo>
                    <a:pt x="1209631" y="340541"/>
                  </a:lnTo>
                  <a:lnTo>
                    <a:pt x="1209765" y="340155"/>
                  </a:lnTo>
                  <a:lnTo>
                    <a:pt x="1209971" y="336681"/>
                  </a:lnTo>
                  <a:lnTo>
                    <a:pt x="1209559" y="336646"/>
                  </a:lnTo>
                  <a:lnTo>
                    <a:pt x="1209746" y="334579"/>
                  </a:lnTo>
                  <a:lnTo>
                    <a:pt x="1208894" y="334375"/>
                  </a:lnTo>
                  <a:lnTo>
                    <a:pt x="1209024" y="333250"/>
                  </a:lnTo>
                  <a:lnTo>
                    <a:pt x="1209035" y="333122"/>
                  </a:lnTo>
                  <a:lnTo>
                    <a:pt x="1209172" y="333134"/>
                  </a:lnTo>
                  <a:lnTo>
                    <a:pt x="1209232" y="331235"/>
                  </a:lnTo>
                  <a:lnTo>
                    <a:pt x="1209418" y="330197"/>
                  </a:lnTo>
                  <a:lnTo>
                    <a:pt x="1209451" y="328220"/>
                  </a:lnTo>
                  <a:lnTo>
                    <a:pt x="1209596" y="326977"/>
                  </a:lnTo>
                  <a:lnTo>
                    <a:pt x="1210431" y="327055"/>
                  </a:lnTo>
                  <a:lnTo>
                    <a:pt x="1210458" y="326806"/>
                  </a:lnTo>
                  <a:lnTo>
                    <a:pt x="1210487" y="326557"/>
                  </a:lnTo>
                  <a:lnTo>
                    <a:pt x="1210516" y="326308"/>
                  </a:lnTo>
                  <a:lnTo>
                    <a:pt x="1210546" y="326059"/>
                  </a:lnTo>
                  <a:lnTo>
                    <a:pt x="1210577" y="325810"/>
                  </a:lnTo>
                  <a:lnTo>
                    <a:pt x="1210608" y="325561"/>
                  </a:lnTo>
                  <a:lnTo>
                    <a:pt x="1210641" y="325312"/>
                  </a:lnTo>
                  <a:lnTo>
                    <a:pt x="1210674" y="325063"/>
                  </a:lnTo>
                  <a:lnTo>
                    <a:pt x="1210708" y="324815"/>
                  </a:lnTo>
                  <a:lnTo>
                    <a:pt x="1210743" y="324566"/>
                  </a:lnTo>
                  <a:lnTo>
                    <a:pt x="1210778" y="324318"/>
                  </a:lnTo>
                  <a:lnTo>
                    <a:pt x="1210814" y="324070"/>
                  </a:lnTo>
                  <a:lnTo>
                    <a:pt x="1210851" y="323822"/>
                  </a:lnTo>
                  <a:lnTo>
                    <a:pt x="1210889" y="323574"/>
                  </a:lnTo>
                  <a:lnTo>
                    <a:pt x="1210928" y="323326"/>
                  </a:lnTo>
                  <a:lnTo>
                    <a:pt x="1210967" y="323078"/>
                  </a:lnTo>
                  <a:lnTo>
                    <a:pt x="1211008" y="322830"/>
                  </a:lnTo>
                  <a:lnTo>
                    <a:pt x="1211049" y="322583"/>
                  </a:lnTo>
                  <a:lnTo>
                    <a:pt x="1211090" y="322336"/>
                  </a:lnTo>
                  <a:lnTo>
                    <a:pt x="1211133" y="322088"/>
                  </a:lnTo>
                  <a:lnTo>
                    <a:pt x="1211176" y="321841"/>
                  </a:lnTo>
                  <a:lnTo>
                    <a:pt x="1211220" y="321598"/>
                  </a:lnTo>
                  <a:lnTo>
                    <a:pt x="1211264" y="321355"/>
                  </a:lnTo>
                  <a:lnTo>
                    <a:pt x="1211309" y="321112"/>
                  </a:lnTo>
                  <a:lnTo>
                    <a:pt x="1211355" y="320869"/>
                  </a:lnTo>
                  <a:lnTo>
                    <a:pt x="1211401" y="320627"/>
                  </a:lnTo>
                  <a:lnTo>
                    <a:pt x="1211449" y="320384"/>
                  </a:lnTo>
                  <a:lnTo>
                    <a:pt x="1212133" y="320379"/>
                  </a:lnTo>
                  <a:lnTo>
                    <a:pt x="1212650" y="317711"/>
                  </a:lnTo>
                  <a:lnTo>
                    <a:pt x="1212638" y="317555"/>
                  </a:lnTo>
                  <a:lnTo>
                    <a:pt x="1212764" y="317230"/>
                  </a:lnTo>
                  <a:lnTo>
                    <a:pt x="1212863" y="317101"/>
                  </a:lnTo>
                  <a:lnTo>
                    <a:pt x="1212926" y="316606"/>
                  </a:lnTo>
                  <a:lnTo>
                    <a:pt x="1209497" y="316172"/>
                  </a:lnTo>
                  <a:lnTo>
                    <a:pt x="1205944" y="315721"/>
                  </a:lnTo>
                  <a:lnTo>
                    <a:pt x="1205151" y="315621"/>
                  </a:lnTo>
                  <a:lnTo>
                    <a:pt x="1202525" y="315287"/>
                  </a:lnTo>
                  <a:lnTo>
                    <a:pt x="1201055" y="315101"/>
                  </a:lnTo>
                  <a:lnTo>
                    <a:pt x="1201105" y="313675"/>
                  </a:lnTo>
                  <a:lnTo>
                    <a:pt x="1201454" y="304719"/>
                  </a:lnTo>
                  <a:lnTo>
                    <a:pt x="1201855" y="294434"/>
                  </a:lnTo>
                  <a:lnTo>
                    <a:pt x="1202538" y="275394"/>
                  </a:lnTo>
                  <a:lnTo>
                    <a:pt x="1202946" y="265132"/>
                  </a:lnTo>
                  <a:lnTo>
                    <a:pt x="1203297" y="256314"/>
                  </a:lnTo>
                  <a:lnTo>
                    <a:pt x="1203306" y="254159"/>
                  </a:lnTo>
                  <a:lnTo>
                    <a:pt x="1174605" y="259629"/>
                  </a:lnTo>
                  <a:lnTo>
                    <a:pt x="1173443" y="259851"/>
                  </a:lnTo>
                  <a:lnTo>
                    <a:pt x="1158629" y="262678"/>
                  </a:lnTo>
                  <a:lnTo>
                    <a:pt x="1140412" y="266177"/>
                  </a:lnTo>
                  <a:lnTo>
                    <a:pt x="1129644" y="268245"/>
                  </a:lnTo>
                  <a:lnTo>
                    <a:pt x="1119531" y="269788"/>
                  </a:lnTo>
                  <a:lnTo>
                    <a:pt x="1113759" y="270668"/>
                  </a:lnTo>
                  <a:lnTo>
                    <a:pt x="1112049" y="270936"/>
                  </a:lnTo>
                  <a:lnTo>
                    <a:pt x="1105774" y="271919"/>
                  </a:lnTo>
                  <a:lnTo>
                    <a:pt x="1099946" y="273463"/>
                  </a:lnTo>
                  <a:lnTo>
                    <a:pt x="1099591" y="273545"/>
                  </a:lnTo>
                  <a:lnTo>
                    <a:pt x="1094094" y="275046"/>
                  </a:lnTo>
                  <a:lnTo>
                    <a:pt x="1086960" y="276995"/>
                  </a:lnTo>
                  <a:lnTo>
                    <a:pt x="1077096" y="279650"/>
                  </a:lnTo>
                  <a:lnTo>
                    <a:pt x="1074674" y="280264"/>
                  </a:lnTo>
                  <a:lnTo>
                    <a:pt x="1074239" y="280375"/>
                  </a:lnTo>
                  <a:lnTo>
                    <a:pt x="1062890" y="283475"/>
                  </a:lnTo>
                  <a:lnTo>
                    <a:pt x="1061890" y="283750"/>
                  </a:lnTo>
                  <a:lnTo>
                    <a:pt x="1056158" y="285323"/>
                  </a:lnTo>
                  <a:lnTo>
                    <a:pt x="1038249" y="290242"/>
                  </a:lnTo>
                  <a:lnTo>
                    <a:pt x="1032057" y="291924"/>
                  </a:lnTo>
                  <a:lnTo>
                    <a:pt x="1019752" y="294980"/>
                  </a:lnTo>
                  <a:lnTo>
                    <a:pt x="1019544" y="294220"/>
                  </a:lnTo>
                  <a:lnTo>
                    <a:pt x="1019208" y="292991"/>
                  </a:lnTo>
                  <a:lnTo>
                    <a:pt x="1019105" y="292105"/>
                  </a:lnTo>
                  <a:lnTo>
                    <a:pt x="1018572" y="285735"/>
                  </a:lnTo>
                  <a:lnTo>
                    <a:pt x="1017937" y="277404"/>
                  </a:lnTo>
                  <a:lnTo>
                    <a:pt x="1017912" y="277067"/>
                  </a:lnTo>
                  <a:lnTo>
                    <a:pt x="1017440" y="271375"/>
                  </a:lnTo>
                  <a:lnTo>
                    <a:pt x="1016237" y="258334"/>
                  </a:lnTo>
                  <a:lnTo>
                    <a:pt x="1016172" y="257630"/>
                  </a:lnTo>
                  <a:lnTo>
                    <a:pt x="1015468" y="249743"/>
                  </a:lnTo>
                  <a:lnTo>
                    <a:pt x="1014000" y="249808"/>
                  </a:lnTo>
                  <a:lnTo>
                    <a:pt x="992915" y="250196"/>
                  </a:lnTo>
                  <a:lnTo>
                    <a:pt x="978041" y="250470"/>
                  </a:lnTo>
                  <a:lnTo>
                    <a:pt x="972313" y="250576"/>
                  </a:lnTo>
                  <a:lnTo>
                    <a:pt x="972266" y="249412"/>
                  </a:lnTo>
                  <a:lnTo>
                    <a:pt x="976016" y="234092"/>
                  </a:lnTo>
                  <a:lnTo>
                    <a:pt x="976334" y="232700"/>
                  </a:lnTo>
                  <a:lnTo>
                    <a:pt x="952777" y="231339"/>
                  </a:lnTo>
                  <a:lnTo>
                    <a:pt x="951355" y="231242"/>
                  </a:lnTo>
                  <a:lnTo>
                    <a:pt x="951681" y="229741"/>
                  </a:lnTo>
                  <a:lnTo>
                    <a:pt x="952473" y="226261"/>
                  </a:lnTo>
                  <a:lnTo>
                    <a:pt x="954844" y="215778"/>
                  </a:lnTo>
                  <a:lnTo>
                    <a:pt x="956391" y="208642"/>
                  </a:lnTo>
                  <a:lnTo>
                    <a:pt x="956670" y="207329"/>
                  </a:lnTo>
                  <a:lnTo>
                    <a:pt x="953859" y="206876"/>
                  </a:lnTo>
                  <a:lnTo>
                    <a:pt x="940290" y="204667"/>
                  </a:lnTo>
                  <a:lnTo>
                    <a:pt x="938519" y="204369"/>
                  </a:lnTo>
                  <a:lnTo>
                    <a:pt x="953060" y="138489"/>
                  </a:lnTo>
                  <a:lnTo>
                    <a:pt x="951416" y="137650"/>
                  </a:lnTo>
                  <a:lnTo>
                    <a:pt x="938378" y="130662"/>
                  </a:lnTo>
                  <a:lnTo>
                    <a:pt x="934522" y="128596"/>
                  </a:lnTo>
                  <a:lnTo>
                    <a:pt x="907668" y="114294"/>
                  </a:lnTo>
                  <a:lnTo>
                    <a:pt x="892855" y="106399"/>
                  </a:lnTo>
                  <a:lnTo>
                    <a:pt x="886939" y="103263"/>
                  </a:lnTo>
                  <a:lnTo>
                    <a:pt x="877026" y="98182"/>
                  </a:lnTo>
                  <a:lnTo>
                    <a:pt x="866379" y="92504"/>
                  </a:lnTo>
                  <a:lnTo>
                    <a:pt x="865262" y="91931"/>
                  </a:lnTo>
                  <a:lnTo>
                    <a:pt x="864962" y="91777"/>
                  </a:lnTo>
                  <a:lnTo>
                    <a:pt x="861125" y="89812"/>
                  </a:lnTo>
                  <a:lnTo>
                    <a:pt x="860335" y="89408"/>
                  </a:lnTo>
                  <a:lnTo>
                    <a:pt x="855700" y="87035"/>
                  </a:lnTo>
                  <a:lnTo>
                    <a:pt x="853698" y="85959"/>
                  </a:lnTo>
                  <a:lnTo>
                    <a:pt x="842136" y="79704"/>
                  </a:lnTo>
                  <a:lnTo>
                    <a:pt x="841850" y="79551"/>
                  </a:lnTo>
                  <a:lnTo>
                    <a:pt x="837527" y="77214"/>
                  </a:lnTo>
                  <a:lnTo>
                    <a:pt x="836643" y="78874"/>
                  </a:lnTo>
                  <a:lnTo>
                    <a:pt x="830277" y="90446"/>
                  </a:lnTo>
                  <a:lnTo>
                    <a:pt x="828738" y="93335"/>
                  </a:lnTo>
                  <a:lnTo>
                    <a:pt x="827571" y="92976"/>
                  </a:lnTo>
                  <a:lnTo>
                    <a:pt x="824558" y="92205"/>
                  </a:lnTo>
                  <a:lnTo>
                    <a:pt x="824404" y="92165"/>
                  </a:lnTo>
                  <a:lnTo>
                    <a:pt x="820537" y="91210"/>
                  </a:lnTo>
                  <a:lnTo>
                    <a:pt x="816679" y="90630"/>
                  </a:lnTo>
                  <a:lnTo>
                    <a:pt x="812435" y="90318"/>
                  </a:lnTo>
                  <a:lnTo>
                    <a:pt x="810832" y="90200"/>
                  </a:lnTo>
                  <a:lnTo>
                    <a:pt x="809953" y="90148"/>
                  </a:lnTo>
                  <a:lnTo>
                    <a:pt x="809240" y="90107"/>
                  </a:lnTo>
                  <a:lnTo>
                    <a:pt x="808867" y="90087"/>
                  </a:lnTo>
                  <a:lnTo>
                    <a:pt x="808496" y="90068"/>
                  </a:lnTo>
                  <a:lnTo>
                    <a:pt x="808123" y="90050"/>
                  </a:lnTo>
                  <a:lnTo>
                    <a:pt x="807751" y="90032"/>
                  </a:lnTo>
                  <a:lnTo>
                    <a:pt x="807379" y="90016"/>
                  </a:lnTo>
                  <a:lnTo>
                    <a:pt x="807007" y="90000"/>
                  </a:lnTo>
                  <a:lnTo>
                    <a:pt x="806635" y="89984"/>
                  </a:lnTo>
                  <a:lnTo>
                    <a:pt x="806262" y="89970"/>
                  </a:lnTo>
                  <a:lnTo>
                    <a:pt x="805890" y="89956"/>
                  </a:lnTo>
                  <a:lnTo>
                    <a:pt x="805518" y="89943"/>
                  </a:lnTo>
                  <a:lnTo>
                    <a:pt x="805145" y="89931"/>
                  </a:lnTo>
                  <a:lnTo>
                    <a:pt x="804773" y="89919"/>
                  </a:lnTo>
                  <a:lnTo>
                    <a:pt x="804401" y="89908"/>
                  </a:lnTo>
                  <a:lnTo>
                    <a:pt x="804028" y="89898"/>
                  </a:lnTo>
                  <a:lnTo>
                    <a:pt x="803656" y="89889"/>
                  </a:lnTo>
                  <a:lnTo>
                    <a:pt x="803670" y="89315"/>
                  </a:lnTo>
                  <a:lnTo>
                    <a:pt x="803701" y="88059"/>
                  </a:lnTo>
                  <a:lnTo>
                    <a:pt x="803415" y="87719"/>
                  </a:lnTo>
                  <a:lnTo>
                    <a:pt x="794693" y="83815"/>
                  </a:lnTo>
                  <a:lnTo>
                    <a:pt x="794606" y="83984"/>
                  </a:lnTo>
                  <a:lnTo>
                    <a:pt x="793697" y="85703"/>
                  </a:lnTo>
                  <a:lnTo>
                    <a:pt x="792432" y="88107"/>
                  </a:lnTo>
                  <a:lnTo>
                    <a:pt x="792180" y="88587"/>
                  </a:lnTo>
                  <a:lnTo>
                    <a:pt x="786094" y="85398"/>
                  </a:lnTo>
                  <a:lnTo>
                    <a:pt x="786384" y="84851"/>
                  </a:lnTo>
                  <a:lnTo>
                    <a:pt x="786782" y="84093"/>
                  </a:lnTo>
                  <a:lnTo>
                    <a:pt x="786959" y="83755"/>
                  </a:lnTo>
                  <a:lnTo>
                    <a:pt x="785100" y="82790"/>
                  </a:lnTo>
                  <a:lnTo>
                    <a:pt x="784248" y="82345"/>
                  </a:lnTo>
                  <a:lnTo>
                    <a:pt x="776237" y="78179"/>
                  </a:lnTo>
                  <a:lnTo>
                    <a:pt x="776062" y="78520"/>
                  </a:lnTo>
                  <a:lnTo>
                    <a:pt x="773818" y="89123"/>
                  </a:lnTo>
                  <a:lnTo>
                    <a:pt x="774102" y="90847"/>
                  </a:lnTo>
                  <a:lnTo>
                    <a:pt x="774210" y="91507"/>
                  </a:lnTo>
                  <a:lnTo>
                    <a:pt x="770500" y="92141"/>
                  </a:lnTo>
                  <a:lnTo>
                    <a:pt x="755616" y="94671"/>
                  </a:lnTo>
                  <a:lnTo>
                    <a:pt x="754588" y="94852"/>
                  </a:lnTo>
                  <a:lnTo>
                    <a:pt x="753209" y="95095"/>
                  </a:lnTo>
                  <a:lnTo>
                    <a:pt x="751986" y="89391"/>
                  </a:lnTo>
                  <a:lnTo>
                    <a:pt x="747345" y="67420"/>
                  </a:lnTo>
                  <a:lnTo>
                    <a:pt x="746636" y="64045"/>
                  </a:lnTo>
                  <a:lnTo>
                    <a:pt x="744728" y="55017"/>
                  </a:lnTo>
                  <a:lnTo>
                    <a:pt x="743776" y="54688"/>
                  </a:lnTo>
                  <a:lnTo>
                    <a:pt x="743033" y="54435"/>
                  </a:lnTo>
                  <a:lnTo>
                    <a:pt x="742093" y="54148"/>
                  </a:lnTo>
                  <a:lnTo>
                    <a:pt x="740903" y="53801"/>
                  </a:lnTo>
                  <a:lnTo>
                    <a:pt x="739689" y="53444"/>
                  </a:lnTo>
                  <a:lnTo>
                    <a:pt x="738867" y="53196"/>
                  </a:lnTo>
                  <a:lnTo>
                    <a:pt x="737391" y="52808"/>
                  </a:lnTo>
                  <a:lnTo>
                    <a:pt x="736201" y="52505"/>
                  </a:lnTo>
                  <a:lnTo>
                    <a:pt x="735248" y="52266"/>
                  </a:lnTo>
                  <a:lnTo>
                    <a:pt x="734218" y="52027"/>
                  </a:lnTo>
                  <a:lnTo>
                    <a:pt x="733147" y="51789"/>
                  </a:lnTo>
                  <a:lnTo>
                    <a:pt x="732075" y="51566"/>
                  </a:lnTo>
                  <a:lnTo>
                    <a:pt x="731084" y="51367"/>
                  </a:lnTo>
                  <a:lnTo>
                    <a:pt x="730875" y="51328"/>
                  </a:lnTo>
                  <a:lnTo>
                    <a:pt x="728705" y="50940"/>
                  </a:lnTo>
                  <a:lnTo>
                    <a:pt x="727457" y="50736"/>
                  </a:lnTo>
                  <a:lnTo>
                    <a:pt x="726799" y="50644"/>
                  </a:lnTo>
                  <a:lnTo>
                    <a:pt x="725303" y="50436"/>
                  </a:lnTo>
                  <a:lnTo>
                    <a:pt x="724056" y="50251"/>
                  </a:lnTo>
                  <a:lnTo>
                    <a:pt x="718435" y="49579"/>
                  </a:lnTo>
                  <a:lnTo>
                    <a:pt x="717095" y="49465"/>
                  </a:lnTo>
                  <a:lnTo>
                    <a:pt x="715766" y="49352"/>
                  </a:lnTo>
                  <a:lnTo>
                    <a:pt x="714580" y="49259"/>
                  </a:lnTo>
                  <a:lnTo>
                    <a:pt x="713482" y="49198"/>
                  </a:lnTo>
                  <a:lnTo>
                    <a:pt x="712169" y="49122"/>
                  </a:lnTo>
                  <a:lnTo>
                    <a:pt x="710813" y="49083"/>
                  </a:lnTo>
                  <a:lnTo>
                    <a:pt x="709526" y="49059"/>
                  </a:lnTo>
                  <a:lnTo>
                    <a:pt x="708291" y="49044"/>
                  </a:lnTo>
                  <a:lnTo>
                    <a:pt x="707055" y="49052"/>
                  </a:lnTo>
                  <a:lnTo>
                    <a:pt x="705830" y="49077"/>
                  </a:lnTo>
                  <a:lnTo>
                    <a:pt x="704644" y="49110"/>
                  </a:lnTo>
                  <a:lnTo>
                    <a:pt x="703990" y="49141"/>
                  </a:lnTo>
                  <a:lnTo>
                    <a:pt x="703452" y="49166"/>
                  </a:lnTo>
                  <a:lnTo>
                    <a:pt x="703249" y="49182"/>
                  </a:lnTo>
                  <a:lnTo>
                    <a:pt x="702141" y="49270"/>
                  </a:lnTo>
                  <a:lnTo>
                    <a:pt x="700657" y="49374"/>
                  </a:lnTo>
                  <a:lnTo>
                    <a:pt x="700206" y="49409"/>
                  </a:lnTo>
                  <a:lnTo>
                    <a:pt x="699439" y="49468"/>
                  </a:lnTo>
                  <a:lnTo>
                    <a:pt x="697967" y="49614"/>
                  </a:lnTo>
                  <a:lnTo>
                    <a:pt x="696479" y="49793"/>
                  </a:lnTo>
                  <a:lnTo>
                    <a:pt x="695761" y="49893"/>
                  </a:lnTo>
                  <a:lnTo>
                    <a:pt x="694969" y="50004"/>
                  </a:lnTo>
                  <a:lnTo>
                    <a:pt x="692388" y="50617"/>
                  </a:lnTo>
                  <a:lnTo>
                    <a:pt x="691623" y="50818"/>
                  </a:lnTo>
                  <a:lnTo>
                    <a:pt x="692032" y="52349"/>
                  </a:lnTo>
                  <a:lnTo>
                    <a:pt x="692265" y="52756"/>
                  </a:lnTo>
                  <a:lnTo>
                    <a:pt x="694067" y="55115"/>
                  </a:lnTo>
                  <a:lnTo>
                    <a:pt x="695456" y="57101"/>
                  </a:lnTo>
                  <a:lnTo>
                    <a:pt x="695893" y="57833"/>
                  </a:lnTo>
                  <a:lnTo>
                    <a:pt x="696248" y="58577"/>
                  </a:lnTo>
                  <a:lnTo>
                    <a:pt x="696490" y="59194"/>
                  </a:lnTo>
                  <a:lnTo>
                    <a:pt x="696735" y="59898"/>
                  </a:lnTo>
                  <a:lnTo>
                    <a:pt x="696971" y="60655"/>
                  </a:lnTo>
                  <a:lnTo>
                    <a:pt x="697168" y="61505"/>
                  </a:lnTo>
                  <a:lnTo>
                    <a:pt x="697298" y="62387"/>
                  </a:lnTo>
                  <a:lnTo>
                    <a:pt x="697388" y="63301"/>
                  </a:lnTo>
                  <a:lnTo>
                    <a:pt x="697417" y="64050"/>
                  </a:lnTo>
                  <a:lnTo>
                    <a:pt x="697392" y="64767"/>
                  </a:lnTo>
                  <a:lnTo>
                    <a:pt x="697317" y="65832"/>
                  </a:lnTo>
                  <a:lnTo>
                    <a:pt x="697155" y="66699"/>
                  </a:lnTo>
                  <a:lnTo>
                    <a:pt x="696681" y="69246"/>
                  </a:lnTo>
                  <a:lnTo>
                    <a:pt x="696451" y="70609"/>
                  </a:lnTo>
                  <a:lnTo>
                    <a:pt x="696408" y="71106"/>
                  </a:lnTo>
                  <a:lnTo>
                    <a:pt x="696402" y="71432"/>
                  </a:lnTo>
                  <a:lnTo>
                    <a:pt x="696398" y="71640"/>
                  </a:lnTo>
                  <a:lnTo>
                    <a:pt x="696473" y="72469"/>
                  </a:lnTo>
                  <a:lnTo>
                    <a:pt x="696521" y="72670"/>
                  </a:lnTo>
                  <a:lnTo>
                    <a:pt x="694950" y="73101"/>
                  </a:lnTo>
                  <a:lnTo>
                    <a:pt x="685070" y="75773"/>
                  </a:lnTo>
                  <a:lnTo>
                    <a:pt x="673027" y="76201"/>
                  </a:lnTo>
                  <a:lnTo>
                    <a:pt x="671623" y="74415"/>
                  </a:lnTo>
                  <a:lnTo>
                    <a:pt x="665643" y="71437"/>
                  </a:lnTo>
                  <a:lnTo>
                    <a:pt x="661462" y="69435"/>
                  </a:lnTo>
                  <a:lnTo>
                    <a:pt x="661232" y="69317"/>
                  </a:lnTo>
                  <a:lnTo>
                    <a:pt x="661002" y="69199"/>
                  </a:lnTo>
                  <a:lnTo>
                    <a:pt x="660771" y="69082"/>
                  </a:lnTo>
                  <a:lnTo>
                    <a:pt x="660541" y="68966"/>
                  </a:lnTo>
                  <a:lnTo>
                    <a:pt x="660309" y="68850"/>
                  </a:lnTo>
                  <a:lnTo>
                    <a:pt x="660078" y="68735"/>
                  </a:lnTo>
                  <a:lnTo>
                    <a:pt x="659846" y="68621"/>
                  </a:lnTo>
                  <a:lnTo>
                    <a:pt x="659614" y="68507"/>
                  </a:lnTo>
                  <a:lnTo>
                    <a:pt x="659382" y="68395"/>
                  </a:lnTo>
                  <a:lnTo>
                    <a:pt x="659149" y="68282"/>
                  </a:lnTo>
                  <a:lnTo>
                    <a:pt x="658916" y="68171"/>
                  </a:lnTo>
                  <a:lnTo>
                    <a:pt x="658682" y="68060"/>
                  </a:lnTo>
                  <a:lnTo>
                    <a:pt x="658448" y="67950"/>
                  </a:lnTo>
                  <a:lnTo>
                    <a:pt x="658214" y="67840"/>
                  </a:lnTo>
                  <a:lnTo>
                    <a:pt x="657980" y="67732"/>
                  </a:lnTo>
                  <a:lnTo>
                    <a:pt x="657745" y="67624"/>
                  </a:lnTo>
                  <a:lnTo>
                    <a:pt x="657510" y="67516"/>
                  </a:lnTo>
                  <a:lnTo>
                    <a:pt x="657275" y="67410"/>
                  </a:lnTo>
                  <a:lnTo>
                    <a:pt x="657039" y="67304"/>
                  </a:lnTo>
                  <a:lnTo>
                    <a:pt x="656803" y="67198"/>
                  </a:lnTo>
                  <a:lnTo>
                    <a:pt x="656567" y="67094"/>
                  </a:lnTo>
                  <a:lnTo>
                    <a:pt x="656330" y="66990"/>
                  </a:lnTo>
                  <a:lnTo>
                    <a:pt x="656093" y="66887"/>
                  </a:lnTo>
                  <a:lnTo>
                    <a:pt x="655856" y="66784"/>
                  </a:lnTo>
                  <a:lnTo>
                    <a:pt x="655618" y="66683"/>
                  </a:lnTo>
                  <a:lnTo>
                    <a:pt x="655381" y="66582"/>
                  </a:lnTo>
                  <a:lnTo>
                    <a:pt x="655142" y="66481"/>
                  </a:lnTo>
                  <a:lnTo>
                    <a:pt x="654904" y="66382"/>
                  </a:lnTo>
                  <a:lnTo>
                    <a:pt x="654665" y="66283"/>
                  </a:lnTo>
                  <a:lnTo>
                    <a:pt x="654426" y="66185"/>
                  </a:lnTo>
                  <a:lnTo>
                    <a:pt x="654187" y="66087"/>
                  </a:lnTo>
                  <a:lnTo>
                    <a:pt x="653991" y="66010"/>
                  </a:lnTo>
                  <a:lnTo>
                    <a:pt x="653795" y="65933"/>
                  </a:lnTo>
                  <a:lnTo>
                    <a:pt x="653598" y="65857"/>
                  </a:lnTo>
                  <a:lnTo>
                    <a:pt x="653402" y="65782"/>
                  </a:lnTo>
                  <a:lnTo>
                    <a:pt x="653205" y="65707"/>
                  </a:lnTo>
                  <a:lnTo>
                    <a:pt x="653008" y="65633"/>
                  </a:lnTo>
                  <a:lnTo>
                    <a:pt x="652810" y="65560"/>
                  </a:lnTo>
                  <a:lnTo>
                    <a:pt x="652612" y="65488"/>
                  </a:lnTo>
                  <a:lnTo>
                    <a:pt x="652414" y="65416"/>
                  </a:lnTo>
                  <a:lnTo>
                    <a:pt x="652216" y="65345"/>
                  </a:lnTo>
                  <a:lnTo>
                    <a:pt x="652018" y="65275"/>
                  </a:lnTo>
                  <a:lnTo>
                    <a:pt x="651819" y="65206"/>
                  </a:lnTo>
                  <a:lnTo>
                    <a:pt x="651620" y="65137"/>
                  </a:lnTo>
                  <a:lnTo>
                    <a:pt x="651421" y="65069"/>
                  </a:lnTo>
                  <a:lnTo>
                    <a:pt x="651221" y="65001"/>
                  </a:lnTo>
                  <a:lnTo>
                    <a:pt x="651021" y="64935"/>
                  </a:lnTo>
                  <a:lnTo>
                    <a:pt x="650821" y="64869"/>
                  </a:lnTo>
                  <a:lnTo>
                    <a:pt x="650621" y="64804"/>
                  </a:lnTo>
                  <a:lnTo>
                    <a:pt x="650420" y="64740"/>
                  </a:lnTo>
                  <a:lnTo>
                    <a:pt x="650220" y="64676"/>
                  </a:lnTo>
                  <a:lnTo>
                    <a:pt x="650019" y="64613"/>
                  </a:lnTo>
                  <a:lnTo>
                    <a:pt x="649818" y="64551"/>
                  </a:lnTo>
                  <a:lnTo>
                    <a:pt x="649616" y="64489"/>
                  </a:lnTo>
                  <a:lnTo>
                    <a:pt x="649415" y="64429"/>
                  </a:lnTo>
                  <a:lnTo>
                    <a:pt x="649213" y="64369"/>
                  </a:lnTo>
                  <a:lnTo>
                    <a:pt x="649011" y="64309"/>
                  </a:lnTo>
                  <a:lnTo>
                    <a:pt x="648809" y="64251"/>
                  </a:lnTo>
                  <a:lnTo>
                    <a:pt x="648606" y="64193"/>
                  </a:lnTo>
                  <a:lnTo>
                    <a:pt x="648403" y="64136"/>
                  </a:lnTo>
                  <a:lnTo>
                    <a:pt x="648200" y="64080"/>
                  </a:lnTo>
                  <a:lnTo>
                    <a:pt x="647997" y="64024"/>
                  </a:lnTo>
                  <a:lnTo>
                    <a:pt x="647794" y="63969"/>
                  </a:lnTo>
                  <a:lnTo>
                    <a:pt x="647590" y="63915"/>
                  </a:lnTo>
                  <a:lnTo>
                    <a:pt x="647387" y="63862"/>
                  </a:lnTo>
                  <a:lnTo>
                    <a:pt x="647183" y="63809"/>
                  </a:lnTo>
                  <a:lnTo>
                    <a:pt x="646979" y="63757"/>
                  </a:lnTo>
                  <a:lnTo>
                    <a:pt x="646775" y="63706"/>
                  </a:lnTo>
                  <a:lnTo>
                    <a:pt x="646570" y="63656"/>
                  </a:lnTo>
                  <a:lnTo>
                    <a:pt x="646366" y="63606"/>
                  </a:lnTo>
                  <a:lnTo>
                    <a:pt x="646161" y="63557"/>
                  </a:lnTo>
                  <a:lnTo>
                    <a:pt x="645956" y="63509"/>
                  </a:lnTo>
                  <a:lnTo>
                    <a:pt x="645751" y="63462"/>
                  </a:lnTo>
                  <a:lnTo>
                    <a:pt x="645545" y="63415"/>
                  </a:lnTo>
                  <a:lnTo>
                    <a:pt x="645340" y="63369"/>
                  </a:lnTo>
                  <a:lnTo>
                    <a:pt x="645134" y="63324"/>
                  </a:lnTo>
                  <a:lnTo>
                    <a:pt x="644929" y="63280"/>
                  </a:lnTo>
                  <a:lnTo>
                    <a:pt x="644722" y="63236"/>
                  </a:lnTo>
                  <a:lnTo>
                    <a:pt x="644506" y="63191"/>
                  </a:lnTo>
                  <a:lnTo>
                    <a:pt x="644310" y="63151"/>
                  </a:lnTo>
                  <a:lnTo>
                    <a:pt x="644104" y="63110"/>
                  </a:lnTo>
                  <a:lnTo>
                    <a:pt x="643897" y="63069"/>
                  </a:lnTo>
                  <a:lnTo>
                    <a:pt x="643690" y="63029"/>
                  </a:lnTo>
                  <a:lnTo>
                    <a:pt x="643158" y="61922"/>
                  </a:lnTo>
                  <a:lnTo>
                    <a:pt x="634609" y="61030"/>
                  </a:lnTo>
                  <a:lnTo>
                    <a:pt x="620695" y="51769"/>
                  </a:lnTo>
                  <a:lnTo>
                    <a:pt x="619633" y="51337"/>
                  </a:lnTo>
                  <a:lnTo>
                    <a:pt x="617917" y="50962"/>
                  </a:lnTo>
                  <a:lnTo>
                    <a:pt x="605468" y="51777"/>
                  </a:lnTo>
                  <a:lnTo>
                    <a:pt x="603374" y="51914"/>
                  </a:lnTo>
                  <a:lnTo>
                    <a:pt x="601300" y="52230"/>
                  </a:lnTo>
                  <a:lnTo>
                    <a:pt x="601045" y="52269"/>
                  </a:lnTo>
                  <a:lnTo>
                    <a:pt x="598997" y="52742"/>
                  </a:lnTo>
                  <a:lnTo>
                    <a:pt x="596693" y="53286"/>
                  </a:lnTo>
                  <a:lnTo>
                    <a:pt x="595568" y="53608"/>
                  </a:lnTo>
                  <a:lnTo>
                    <a:pt x="587498" y="56306"/>
                  </a:lnTo>
                  <a:lnTo>
                    <a:pt x="585508" y="56973"/>
                  </a:lnTo>
                  <a:lnTo>
                    <a:pt x="583521" y="57647"/>
                  </a:lnTo>
                  <a:lnTo>
                    <a:pt x="577374" y="59734"/>
                  </a:lnTo>
                  <a:lnTo>
                    <a:pt x="567609" y="63042"/>
                  </a:lnTo>
                  <a:lnTo>
                    <a:pt x="561647" y="65099"/>
                  </a:lnTo>
                  <a:lnTo>
                    <a:pt x="559664" y="65782"/>
                  </a:lnTo>
                  <a:lnTo>
                    <a:pt x="557676" y="66451"/>
                  </a:lnTo>
                  <a:lnTo>
                    <a:pt x="540276" y="72310"/>
                  </a:lnTo>
                  <a:lnTo>
                    <a:pt x="540104" y="72373"/>
                  </a:lnTo>
                  <a:lnTo>
                    <a:pt x="537828" y="73223"/>
                  </a:lnTo>
                  <a:lnTo>
                    <a:pt x="535863" y="73956"/>
                  </a:lnTo>
                  <a:lnTo>
                    <a:pt x="534506" y="74686"/>
                  </a:lnTo>
                  <a:lnTo>
                    <a:pt x="534036" y="74988"/>
                  </a:lnTo>
                  <a:lnTo>
                    <a:pt x="532804" y="75780"/>
                  </a:lnTo>
                  <a:lnTo>
                    <a:pt x="532334" y="76159"/>
                  </a:lnTo>
                  <a:lnTo>
                    <a:pt x="530703" y="77479"/>
                  </a:lnTo>
                  <a:lnTo>
                    <a:pt x="529171" y="78914"/>
                  </a:lnTo>
                  <a:lnTo>
                    <a:pt x="525543" y="82310"/>
                  </a:lnTo>
                  <a:lnTo>
                    <a:pt x="525145" y="82668"/>
                  </a:lnTo>
                  <a:lnTo>
                    <a:pt x="524026" y="83719"/>
                  </a:lnTo>
                  <a:lnTo>
                    <a:pt x="522929" y="84761"/>
                  </a:lnTo>
                  <a:lnTo>
                    <a:pt x="521545" y="86204"/>
                  </a:lnTo>
                  <a:lnTo>
                    <a:pt x="520717" y="87241"/>
                  </a:lnTo>
                  <a:lnTo>
                    <a:pt x="514448" y="93411"/>
                  </a:lnTo>
                  <a:lnTo>
                    <a:pt x="504747" y="101093"/>
                  </a:lnTo>
                  <a:lnTo>
                    <a:pt x="503662" y="100327"/>
                  </a:lnTo>
                  <a:lnTo>
                    <a:pt x="498238" y="106485"/>
                  </a:lnTo>
                  <a:lnTo>
                    <a:pt x="497809" y="106939"/>
                  </a:lnTo>
                  <a:lnTo>
                    <a:pt x="497503" y="107263"/>
                  </a:lnTo>
                  <a:lnTo>
                    <a:pt x="496747" y="108113"/>
                  </a:lnTo>
                  <a:lnTo>
                    <a:pt x="495906" y="108795"/>
                  </a:lnTo>
                  <a:lnTo>
                    <a:pt x="495008" y="109466"/>
                  </a:lnTo>
                  <a:lnTo>
                    <a:pt x="494034" y="110081"/>
                  </a:lnTo>
                  <a:lnTo>
                    <a:pt x="493842" y="110190"/>
                  </a:lnTo>
                  <a:lnTo>
                    <a:pt x="492373" y="111024"/>
                  </a:lnTo>
                  <a:lnTo>
                    <a:pt x="492152" y="110875"/>
                  </a:lnTo>
                  <a:lnTo>
                    <a:pt x="490571" y="112025"/>
                  </a:lnTo>
                  <a:lnTo>
                    <a:pt x="486149" y="114520"/>
                  </a:lnTo>
                  <a:lnTo>
                    <a:pt x="480573" y="114934"/>
                  </a:lnTo>
                  <a:lnTo>
                    <a:pt x="480265" y="114957"/>
                  </a:lnTo>
                  <a:lnTo>
                    <a:pt x="476742" y="115218"/>
                  </a:lnTo>
                  <a:lnTo>
                    <a:pt x="474065" y="115416"/>
                  </a:lnTo>
                  <a:lnTo>
                    <a:pt x="473806" y="115436"/>
                  </a:lnTo>
                  <a:lnTo>
                    <a:pt x="471803" y="115584"/>
                  </a:lnTo>
                  <a:lnTo>
                    <a:pt x="470482" y="115683"/>
                  </a:lnTo>
                  <a:lnTo>
                    <a:pt x="466187" y="116001"/>
                  </a:lnTo>
                  <a:lnTo>
                    <a:pt x="463569" y="116194"/>
                  </a:lnTo>
                  <a:lnTo>
                    <a:pt x="460790" y="116400"/>
                  </a:lnTo>
                  <a:lnTo>
                    <a:pt x="457858" y="116618"/>
                  </a:lnTo>
                  <a:lnTo>
                    <a:pt x="462582" y="105179"/>
                  </a:lnTo>
                  <a:lnTo>
                    <a:pt x="465388" y="98594"/>
                  </a:lnTo>
                  <a:lnTo>
                    <a:pt x="467722" y="92541"/>
                  </a:lnTo>
                  <a:lnTo>
                    <a:pt x="468945" y="85271"/>
                  </a:lnTo>
                  <a:lnTo>
                    <a:pt x="468620" y="84109"/>
                  </a:lnTo>
                  <a:lnTo>
                    <a:pt x="469447" y="80345"/>
                  </a:lnTo>
                  <a:lnTo>
                    <a:pt x="471099" y="77174"/>
                  </a:lnTo>
                  <a:lnTo>
                    <a:pt x="469478" y="72993"/>
                  </a:lnTo>
                  <a:lnTo>
                    <a:pt x="469383" y="67531"/>
                  </a:lnTo>
                  <a:lnTo>
                    <a:pt x="469400" y="66458"/>
                  </a:lnTo>
                  <a:lnTo>
                    <a:pt x="470188" y="59477"/>
                  </a:lnTo>
                  <a:lnTo>
                    <a:pt x="469709" y="59767"/>
                  </a:lnTo>
                  <a:lnTo>
                    <a:pt x="466528" y="61689"/>
                  </a:lnTo>
                  <a:lnTo>
                    <a:pt x="464554" y="62882"/>
                  </a:lnTo>
                  <a:lnTo>
                    <a:pt x="463027" y="63790"/>
                  </a:lnTo>
                  <a:lnTo>
                    <a:pt x="461261" y="64069"/>
                  </a:lnTo>
                  <a:lnTo>
                    <a:pt x="460030" y="64264"/>
                  </a:lnTo>
                  <a:lnTo>
                    <a:pt x="458088" y="63812"/>
                  </a:lnTo>
                  <a:lnTo>
                    <a:pt x="457156" y="63943"/>
                  </a:lnTo>
                  <a:lnTo>
                    <a:pt x="453192" y="64505"/>
                  </a:lnTo>
                  <a:lnTo>
                    <a:pt x="453000" y="64229"/>
                  </a:lnTo>
                  <a:lnTo>
                    <a:pt x="451647" y="65091"/>
                  </a:lnTo>
                  <a:lnTo>
                    <a:pt x="448695" y="66982"/>
                  </a:lnTo>
                  <a:lnTo>
                    <a:pt x="448338" y="67067"/>
                  </a:lnTo>
                  <a:lnTo>
                    <a:pt x="447809" y="67194"/>
                  </a:lnTo>
                  <a:lnTo>
                    <a:pt x="446975" y="67391"/>
                  </a:lnTo>
                  <a:lnTo>
                    <a:pt x="446672" y="67431"/>
                  </a:lnTo>
                  <a:lnTo>
                    <a:pt x="443185" y="67899"/>
                  </a:lnTo>
                  <a:lnTo>
                    <a:pt x="439962" y="68901"/>
                  </a:lnTo>
                  <a:lnTo>
                    <a:pt x="438155" y="70127"/>
                  </a:lnTo>
                  <a:lnTo>
                    <a:pt x="435511" y="69805"/>
                  </a:lnTo>
                  <a:lnTo>
                    <a:pt x="435118" y="69542"/>
                  </a:lnTo>
                  <a:lnTo>
                    <a:pt x="433388" y="68566"/>
                  </a:lnTo>
                  <a:lnTo>
                    <a:pt x="429666" y="66882"/>
                  </a:lnTo>
                  <a:lnTo>
                    <a:pt x="427207" y="65956"/>
                  </a:lnTo>
                  <a:lnTo>
                    <a:pt x="425798" y="65340"/>
                  </a:lnTo>
                  <a:lnTo>
                    <a:pt x="423466" y="64395"/>
                  </a:lnTo>
                  <a:lnTo>
                    <a:pt x="421513" y="63304"/>
                  </a:lnTo>
                  <a:lnTo>
                    <a:pt x="420613" y="63039"/>
                  </a:lnTo>
                  <a:lnTo>
                    <a:pt x="418350" y="62402"/>
                  </a:lnTo>
                  <a:lnTo>
                    <a:pt x="415841" y="59578"/>
                  </a:lnTo>
                  <a:lnTo>
                    <a:pt x="410914" y="55937"/>
                  </a:lnTo>
                  <a:lnTo>
                    <a:pt x="406320" y="51812"/>
                  </a:lnTo>
                  <a:lnTo>
                    <a:pt x="405862" y="51409"/>
                  </a:lnTo>
                  <a:lnTo>
                    <a:pt x="401929" y="42909"/>
                  </a:lnTo>
                  <a:lnTo>
                    <a:pt x="401500" y="42556"/>
                  </a:lnTo>
                  <a:lnTo>
                    <a:pt x="399168" y="40636"/>
                  </a:lnTo>
                  <a:lnTo>
                    <a:pt x="397097" y="38961"/>
                  </a:lnTo>
                  <a:lnTo>
                    <a:pt x="395006" y="37272"/>
                  </a:lnTo>
                  <a:lnTo>
                    <a:pt x="393049" y="35581"/>
                  </a:lnTo>
                  <a:lnTo>
                    <a:pt x="392780" y="35314"/>
                  </a:lnTo>
                  <a:lnTo>
                    <a:pt x="388226" y="30789"/>
                  </a:lnTo>
                  <a:lnTo>
                    <a:pt x="386496" y="29603"/>
                  </a:lnTo>
                  <a:lnTo>
                    <a:pt x="381206" y="25976"/>
                  </a:lnTo>
                  <a:lnTo>
                    <a:pt x="377898" y="22531"/>
                  </a:lnTo>
                  <a:lnTo>
                    <a:pt x="372838" y="22219"/>
                  </a:lnTo>
                  <a:lnTo>
                    <a:pt x="369628" y="20585"/>
                  </a:lnTo>
                  <a:lnTo>
                    <a:pt x="366977" y="19858"/>
                  </a:lnTo>
                  <a:lnTo>
                    <a:pt x="365731" y="18832"/>
                  </a:lnTo>
                  <a:lnTo>
                    <a:pt x="361107" y="17371"/>
                  </a:lnTo>
                  <a:lnTo>
                    <a:pt x="358207" y="15113"/>
                  </a:lnTo>
                  <a:lnTo>
                    <a:pt x="358063" y="13213"/>
                  </a:lnTo>
                  <a:lnTo>
                    <a:pt x="356619" y="12260"/>
                  </a:lnTo>
                  <a:lnTo>
                    <a:pt x="353156" y="11083"/>
                  </a:lnTo>
                  <a:lnTo>
                    <a:pt x="352485" y="11510"/>
                  </a:lnTo>
                  <a:lnTo>
                    <a:pt x="351105" y="11346"/>
                  </a:lnTo>
                  <a:lnTo>
                    <a:pt x="350877" y="10452"/>
                  </a:lnTo>
                  <a:lnTo>
                    <a:pt x="349815" y="10152"/>
                  </a:lnTo>
                  <a:lnTo>
                    <a:pt x="348894" y="10283"/>
                  </a:lnTo>
                  <a:lnTo>
                    <a:pt x="348072" y="9287"/>
                  </a:lnTo>
                  <a:lnTo>
                    <a:pt x="346843" y="8197"/>
                  </a:lnTo>
                  <a:lnTo>
                    <a:pt x="342259" y="7171"/>
                  </a:lnTo>
                  <a:lnTo>
                    <a:pt x="333102" y="7827"/>
                  </a:lnTo>
                  <a:lnTo>
                    <a:pt x="330507" y="7534"/>
                  </a:lnTo>
                  <a:lnTo>
                    <a:pt x="326833" y="5271"/>
                  </a:lnTo>
                  <a:lnTo>
                    <a:pt x="323352" y="5477"/>
                  </a:lnTo>
                  <a:lnTo>
                    <a:pt x="319813" y="0"/>
                  </a:lnTo>
                  <a:close/>
                </a:path>
              </a:pathLst>
            </a:custGeom>
            <a:solidFill>
              <a:srgbClr val="C6E3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g30"/>
            <p:cNvSpPr/>
            <p:nvPr/>
          </p:nvSpPr>
          <p:spPr>
            <a:xfrm>
              <a:off x="2726465" y="2195729"/>
              <a:ext cx="1311831" cy="981821"/>
            </a:xfrm>
            <a:custGeom>
              <a:avLst/>
              <a:gdLst/>
              <a:ahLst/>
              <a:cxnLst/>
              <a:rect l="0" t="0" r="0" b="0"/>
              <a:pathLst>
                <a:path w="1311831" h="981821">
                  <a:moveTo>
                    <a:pt x="506518" y="31276"/>
                  </a:moveTo>
                  <a:lnTo>
                    <a:pt x="505720" y="26814"/>
                  </a:lnTo>
                  <a:lnTo>
                    <a:pt x="505514" y="25702"/>
                  </a:lnTo>
                  <a:lnTo>
                    <a:pt x="509345" y="9386"/>
                  </a:lnTo>
                  <a:lnTo>
                    <a:pt x="509675" y="7666"/>
                  </a:lnTo>
                  <a:lnTo>
                    <a:pt x="510057" y="5678"/>
                  </a:lnTo>
                  <a:lnTo>
                    <a:pt x="510102" y="5443"/>
                  </a:lnTo>
                  <a:lnTo>
                    <a:pt x="510416" y="4708"/>
                  </a:lnTo>
                  <a:lnTo>
                    <a:pt x="510696" y="4053"/>
                  </a:lnTo>
                  <a:lnTo>
                    <a:pt x="512427" y="0"/>
                  </a:lnTo>
                  <a:lnTo>
                    <a:pt x="510433" y="1135"/>
                  </a:lnTo>
                  <a:lnTo>
                    <a:pt x="506039" y="3126"/>
                  </a:lnTo>
                  <a:lnTo>
                    <a:pt x="500510" y="6044"/>
                  </a:lnTo>
                  <a:lnTo>
                    <a:pt x="499547" y="6927"/>
                  </a:lnTo>
                  <a:lnTo>
                    <a:pt x="498600" y="7797"/>
                  </a:lnTo>
                  <a:lnTo>
                    <a:pt x="498189" y="8174"/>
                  </a:lnTo>
                  <a:lnTo>
                    <a:pt x="497349" y="8944"/>
                  </a:lnTo>
                  <a:lnTo>
                    <a:pt x="491651" y="10262"/>
                  </a:lnTo>
                  <a:lnTo>
                    <a:pt x="489170" y="10608"/>
                  </a:lnTo>
                  <a:lnTo>
                    <a:pt x="480401" y="11851"/>
                  </a:lnTo>
                  <a:lnTo>
                    <a:pt x="464592" y="14737"/>
                  </a:lnTo>
                  <a:lnTo>
                    <a:pt x="460794" y="17861"/>
                  </a:lnTo>
                  <a:lnTo>
                    <a:pt x="456696" y="20110"/>
                  </a:lnTo>
                  <a:lnTo>
                    <a:pt x="452197" y="22580"/>
                  </a:lnTo>
                  <a:lnTo>
                    <a:pt x="450378" y="23579"/>
                  </a:lnTo>
                  <a:lnTo>
                    <a:pt x="444788" y="25233"/>
                  </a:lnTo>
                  <a:lnTo>
                    <a:pt x="438190" y="30291"/>
                  </a:lnTo>
                  <a:lnTo>
                    <a:pt x="437788" y="30606"/>
                  </a:lnTo>
                  <a:lnTo>
                    <a:pt x="436847" y="31325"/>
                  </a:lnTo>
                  <a:lnTo>
                    <a:pt x="434465" y="33143"/>
                  </a:lnTo>
                  <a:lnTo>
                    <a:pt x="432016" y="33812"/>
                  </a:lnTo>
                  <a:lnTo>
                    <a:pt x="425552" y="35595"/>
                  </a:lnTo>
                  <a:lnTo>
                    <a:pt x="416498" y="35422"/>
                  </a:lnTo>
                  <a:lnTo>
                    <a:pt x="403241" y="31350"/>
                  </a:lnTo>
                  <a:lnTo>
                    <a:pt x="402205" y="31031"/>
                  </a:lnTo>
                  <a:lnTo>
                    <a:pt x="395370" y="29977"/>
                  </a:lnTo>
                  <a:lnTo>
                    <a:pt x="388660" y="30464"/>
                  </a:lnTo>
                  <a:lnTo>
                    <a:pt x="379851" y="28986"/>
                  </a:lnTo>
                  <a:lnTo>
                    <a:pt x="370815" y="27839"/>
                  </a:lnTo>
                  <a:lnTo>
                    <a:pt x="370153" y="27787"/>
                  </a:lnTo>
                  <a:lnTo>
                    <a:pt x="359921" y="31384"/>
                  </a:lnTo>
                  <a:lnTo>
                    <a:pt x="356023" y="32754"/>
                  </a:lnTo>
                  <a:lnTo>
                    <a:pt x="338922" y="39263"/>
                  </a:lnTo>
                  <a:lnTo>
                    <a:pt x="338066" y="39601"/>
                  </a:lnTo>
                  <a:lnTo>
                    <a:pt x="337480" y="39833"/>
                  </a:lnTo>
                  <a:lnTo>
                    <a:pt x="335139" y="40758"/>
                  </a:lnTo>
                  <a:lnTo>
                    <a:pt x="330788" y="42478"/>
                  </a:lnTo>
                  <a:lnTo>
                    <a:pt x="324043" y="45411"/>
                  </a:lnTo>
                  <a:lnTo>
                    <a:pt x="317538" y="49688"/>
                  </a:lnTo>
                  <a:lnTo>
                    <a:pt x="315853" y="50738"/>
                  </a:lnTo>
                  <a:lnTo>
                    <a:pt x="309090" y="54955"/>
                  </a:lnTo>
                  <a:lnTo>
                    <a:pt x="300104" y="62365"/>
                  </a:lnTo>
                  <a:lnTo>
                    <a:pt x="299610" y="62769"/>
                  </a:lnTo>
                  <a:lnTo>
                    <a:pt x="299288" y="63036"/>
                  </a:lnTo>
                  <a:lnTo>
                    <a:pt x="291380" y="67377"/>
                  </a:lnTo>
                  <a:lnTo>
                    <a:pt x="273835" y="73165"/>
                  </a:lnTo>
                  <a:lnTo>
                    <a:pt x="251872" y="71695"/>
                  </a:lnTo>
                  <a:lnTo>
                    <a:pt x="248134" y="71438"/>
                  </a:lnTo>
                  <a:lnTo>
                    <a:pt x="241354" y="70972"/>
                  </a:lnTo>
                  <a:lnTo>
                    <a:pt x="231879" y="70509"/>
                  </a:lnTo>
                  <a:lnTo>
                    <a:pt x="223649" y="70107"/>
                  </a:lnTo>
                  <a:lnTo>
                    <a:pt x="220520" y="69988"/>
                  </a:lnTo>
                  <a:lnTo>
                    <a:pt x="218279" y="70399"/>
                  </a:lnTo>
                  <a:lnTo>
                    <a:pt x="215196" y="70964"/>
                  </a:lnTo>
                  <a:lnTo>
                    <a:pt x="213553" y="71265"/>
                  </a:lnTo>
                  <a:lnTo>
                    <a:pt x="209353" y="72036"/>
                  </a:lnTo>
                  <a:lnTo>
                    <a:pt x="208902" y="72119"/>
                  </a:lnTo>
                  <a:lnTo>
                    <a:pt x="207810" y="72319"/>
                  </a:lnTo>
                  <a:lnTo>
                    <a:pt x="209015" y="77222"/>
                  </a:lnTo>
                  <a:lnTo>
                    <a:pt x="209834" y="80558"/>
                  </a:lnTo>
                  <a:lnTo>
                    <a:pt x="216593" y="81732"/>
                  </a:lnTo>
                  <a:lnTo>
                    <a:pt x="218290" y="82027"/>
                  </a:lnTo>
                  <a:lnTo>
                    <a:pt x="226248" y="83410"/>
                  </a:lnTo>
                  <a:lnTo>
                    <a:pt x="231881" y="82647"/>
                  </a:lnTo>
                  <a:lnTo>
                    <a:pt x="243453" y="86221"/>
                  </a:lnTo>
                  <a:lnTo>
                    <a:pt x="253629" y="91021"/>
                  </a:lnTo>
                  <a:lnTo>
                    <a:pt x="255997" y="92138"/>
                  </a:lnTo>
                  <a:lnTo>
                    <a:pt x="274328" y="90994"/>
                  </a:lnTo>
                  <a:lnTo>
                    <a:pt x="282331" y="91940"/>
                  </a:lnTo>
                  <a:lnTo>
                    <a:pt x="285260" y="93577"/>
                  </a:lnTo>
                  <a:lnTo>
                    <a:pt x="290615" y="100010"/>
                  </a:lnTo>
                  <a:lnTo>
                    <a:pt x="294437" y="105940"/>
                  </a:lnTo>
                  <a:lnTo>
                    <a:pt x="300412" y="116386"/>
                  </a:lnTo>
                  <a:lnTo>
                    <a:pt x="300583" y="116687"/>
                  </a:lnTo>
                  <a:lnTo>
                    <a:pt x="300584" y="118814"/>
                  </a:lnTo>
                  <a:lnTo>
                    <a:pt x="298318" y="126902"/>
                  </a:lnTo>
                  <a:lnTo>
                    <a:pt x="298313" y="127036"/>
                  </a:lnTo>
                  <a:lnTo>
                    <a:pt x="298007" y="135751"/>
                  </a:lnTo>
                  <a:lnTo>
                    <a:pt x="296991" y="137125"/>
                  </a:lnTo>
                  <a:lnTo>
                    <a:pt x="284033" y="145637"/>
                  </a:lnTo>
                  <a:lnTo>
                    <a:pt x="276524" y="148997"/>
                  </a:lnTo>
                  <a:lnTo>
                    <a:pt x="262009" y="160482"/>
                  </a:lnTo>
                  <a:lnTo>
                    <a:pt x="243105" y="174397"/>
                  </a:lnTo>
                  <a:lnTo>
                    <a:pt x="242323" y="176010"/>
                  </a:lnTo>
                  <a:lnTo>
                    <a:pt x="231510" y="182888"/>
                  </a:lnTo>
                  <a:lnTo>
                    <a:pt x="225290" y="186846"/>
                  </a:lnTo>
                  <a:lnTo>
                    <a:pt x="218391" y="191200"/>
                  </a:lnTo>
                  <a:lnTo>
                    <a:pt x="218079" y="191397"/>
                  </a:lnTo>
                  <a:lnTo>
                    <a:pt x="217194" y="191956"/>
                  </a:lnTo>
                  <a:lnTo>
                    <a:pt x="217147" y="194551"/>
                  </a:lnTo>
                  <a:lnTo>
                    <a:pt x="218057" y="195227"/>
                  </a:lnTo>
                  <a:lnTo>
                    <a:pt x="218396" y="196367"/>
                  </a:lnTo>
                  <a:lnTo>
                    <a:pt x="218601" y="197064"/>
                  </a:lnTo>
                  <a:lnTo>
                    <a:pt x="218995" y="198100"/>
                  </a:lnTo>
                  <a:lnTo>
                    <a:pt x="220492" y="202104"/>
                  </a:lnTo>
                  <a:lnTo>
                    <a:pt x="222363" y="206582"/>
                  </a:lnTo>
                  <a:lnTo>
                    <a:pt x="226010" y="213128"/>
                  </a:lnTo>
                  <a:lnTo>
                    <a:pt x="225853" y="213550"/>
                  </a:lnTo>
                  <a:lnTo>
                    <a:pt x="225662" y="214065"/>
                  </a:lnTo>
                  <a:lnTo>
                    <a:pt x="224916" y="216071"/>
                  </a:lnTo>
                  <a:lnTo>
                    <a:pt x="223910" y="221192"/>
                  </a:lnTo>
                  <a:lnTo>
                    <a:pt x="222185" y="222561"/>
                  </a:lnTo>
                  <a:lnTo>
                    <a:pt x="222122" y="222705"/>
                  </a:lnTo>
                  <a:lnTo>
                    <a:pt x="220862" y="225536"/>
                  </a:lnTo>
                  <a:lnTo>
                    <a:pt x="219355" y="227072"/>
                  </a:lnTo>
                  <a:lnTo>
                    <a:pt x="218425" y="227832"/>
                  </a:lnTo>
                  <a:lnTo>
                    <a:pt x="216820" y="229142"/>
                  </a:lnTo>
                  <a:lnTo>
                    <a:pt x="214152" y="231647"/>
                  </a:lnTo>
                  <a:lnTo>
                    <a:pt x="204040" y="236205"/>
                  </a:lnTo>
                  <a:lnTo>
                    <a:pt x="204065" y="236971"/>
                  </a:lnTo>
                  <a:lnTo>
                    <a:pt x="204264" y="243233"/>
                  </a:lnTo>
                  <a:lnTo>
                    <a:pt x="204284" y="243843"/>
                  </a:lnTo>
                  <a:lnTo>
                    <a:pt x="202196" y="244538"/>
                  </a:lnTo>
                  <a:lnTo>
                    <a:pt x="199793" y="242972"/>
                  </a:lnTo>
                  <a:lnTo>
                    <a:pt x="199251" y="244802"/>
                  </a:lnTo>
                  <a:lnTo>
                    <a:pt x="198487" y="243696"/>
                  </a:lnTo>
                  <a:lnTo>
                    <a:pt x="197904" y="242389"/>
                  </a:lnTo>
                  <a:lnTo>
                    <a:pt x="197785" y="241345"/>
                  </a:lnTo>
                  <a:lnTo>
                    <a:pt x="196615" y="240648"/>
                  </a:lnTo>
                  <a:lnTo>
                    <a:pt x="195456" y="239435"/>
                  </a:lnTo>
                  <a:lnTo>
                    <a:pt x="192836" y="239480"/>
                  </a:lnTo>
                  <a:lnTo>
                    <a:pt x="192540" y="243539"/>
                  </a:lnTo>
                  <a:lnTo>
                    <a:pt x="191768" y="247936"/>
                  </a:lnTo>
                  <a:lnTo>
                    <a:pt x="188972" y="252030"/>
                  </a:lnTo>
                  <a:lnTo>
                    <a:pt x="188020" y="253241"/>
                  </a:lnTo>
                  <a:lnTo>
                    <a:pt x="186218" y="255528"/>
                  </a:lnTo>
                  <a:lnTo>
                    <a:pt x="185215" y="256569"/>
                  </a:lnTo>
                  <a:lnTo>
                    <a:pt x="184926" y="256848"/>
                  </a:lnTo>
                  <a:lnTo>
                    <a:pt x="184638" y="257130"/>
                  </a:lnTo>
                  <a:lnTo>
                    <a:pt x="184118" y="257616"/>
                  </a:lnTo>
                  <a:lnTo>
                    <a:pt x="183302" y="258425"/>
                  </a:lnTo>
                  <a:lnTo>
                    <a:pt x="182091" y="258673"/>
                  </a:lnTo>
                  <a:lnTo>
                    <a:pt x="180887" y="259615"/>
                  </a:lnTo>
                  <a:lnTo>
                    <a:pt x="180241" y="260182"/>
                  </a:lnTo>
                  <a:lnTo>
                    <a:pt x="178461" y="262277"/>
                  </a:lnTo>
                  <a:lnTo>
                    <a:pt x="177887" y="261958"/>
                  </a:lnTo>
                  <a:lnTo>
                    <a:pt x="176615" y="261233"/>
                  </a:lnTo>
                  <a:lnTo>
                    <a:pt x="172070" y="258643"/>
                  </a:lnTo>
                  <a:lnTo>
                    <a:pt x="171874" y="258578"/>
                  </a:lnTo>
                  <a:lnTo>
                    <a:pt x="164640" y="272950"/>
                  </a:lnTo>
                  <a:lnTo>
                    <a:pt x="163302" y="272081"/>
                  </a:lnTo>
                  <a:lnTo>
                    <a:pt x="162020" y="271285"/>
                  </a:lnTo>
                  <a:lnTo>
                    <a:pt x="155045" y="267122"/>
                  </a:lnTo>
                  <a:lnTo>
                    <a:pt x="152849" y="266988"/>
                  </a:lnTo>
                  <a:lnTo>
                    <a:pt x="149828" y="266934"/>
                  </a:lnTo>
                  <a:lnTo>
                    <a:pt x="150208" y="264855"/>
                  </a:lnTo>
                  <a:lnTo>
                    <a:pt x="149643" y="264761"/>
                  </a:lnTo>
                  <a:lnTo>
                    <a:pt x="149412" y="264722"/>
                  </a:lnTo>
                  <a:lnTo>
                    <a:pt x="148124" y="264536"/>
                  </a:lnTo>
                  <a:lnTo>
                    <a:pt x="147667" y="264856"/>
                  </a:lnTo>
                  <a:lnTo>
                    <a:pt x="147606" y="266797"/>
                  </a:lnTo>
                  <a:lnTo>
                    <a:pt x="146671" y="266765"/>
                  </a:lnTo>
                  <a:lnTo>
                    <a:pt x="143261" y="266556"/>
                  </a:lnTo>
                  <a:lnTo>
                    <a:pt x="140826" y="264756"/>
                  </a:lnTo>
                  <a:lnTo>
                    <a:pt x="137437" y="262080"/>
                  </a:lnTo>
                  <a:lnTo>
                    <a:pt x="136131" y="261764"/>
                  </a:lnTo>
                  <a:lnTo>
                    <a:pt x="133519" y="260891"/>
                  </a:lnTo>
                  <a:lnTo>
                    <a:pt x="132103" y="260552"/>
                  </a:lnTo>
                  <a:lnTo>
                    <a:pt x="130479" y="263514"/>
                  </a:lnTo>
                  <a:lnTo>
                    <a:pt x="129240" y="266064"/>
                  </a:lnTo>
                  <a:lnTo>
                    <a:pt x="128833" y="267104"/>
                  </a:lnTo>
                  <a:lnTo>
                    <a:pt x="128472" y="268271"/>
                  </a:lnTo>
                  <a:lnTo>
                    <a:pt x="128351" y="269059"/>
                  </a:lnTo>
                  <a:lnTo>
                    <a:pt x="127934" y="271862"/>
                  </a:lnTo>
                  <a:lnTo>
                    <a:pt x="127429" y="276106"/>
                  </a:lnTo>
                  <a:lnTo>
                    <a:pt x="125329" y="291050"/>
                  </a:lnTo>
                  <a:lnTo>
                    <a:pt x="124723" y="303219"/>
                  </a:lnTo>
                  <a:lnTo>
                    <a:pt x="124380" y="305246"/>
                  </a:lnTo>
                  <a:lnTo>
                    <a:pt x="123555" y="306739"/>
                  </a:lnTo>
                  <a:lnTo>
                    <a:pt x="123112" y="307540"/>
                  </a:lnTo>
                  <a:lnTo>
                    <a:pt x="122705" y="308276"/>
                  </a:lnTo>
                  <a:lnTo>
                    <a:pt x="122076" y="309189"/>
                  </a:lnTo>
                  <a:lnTo>
                    <a:pt x="120728" y="311125"/>
                  </a:lnTo>
                  <a:lnTo>
                    <a:pt x="120231" y="311757"/>
                  </a:lnTo>
                  <a:lnTo>
                    <a:pt x="119617" y="312394"/>
                  </a:lnTo>
                  <a:lnTo>
                    <a:pt x="119433" y="312586"/>
                  </a:lnTo>
                  <a:lnTo>
                    <a:pt x="116388" y="315921"/>
                  </a:lnTo>
                  <a:lnTo>
                    <a:pt x="115175" y="317565"/>
                  </a:lnTo>
                  <a:lnTo>
                    <a:pt x="114205" y="318411"/>
                  </a:lnTo>
                  <a:lnTo>
                    <a:pt x="113313" y="319188"/>
                  </a:lnTo>
                  <a:lnTo>
                    <a:pt x="107038" y="323910"/>
                  </a:lnTo>
                  <a:lnTo>
                    <a:pt x="105786" y="325227"/>
                  </a:lnTo>
                  <a:lnTo>
                    <a:pt x="105122" y="326157"/>
                  </a:lnTo>
                  <a:lnTo>
                    <a:pt x="104920" y="326719"/>
                  </a:lnTo>
                  <a:lnTo>
                    <a:pt x="104822" y="327440"/>
                  </a:lnTo>
                  <a:lnTo>
                    <a:pt x="104940" y="327853"/>
                  </a:lnTo>
                  <a:lnTo>
                    <a:pt x="105229" y="330653"/>
                  </a:lnTo>
                  <a:lnTo>
                    <a:pt x="105314" y="331474"/>
                  </a:lnTo>
                  <a:lnTo>
                    <a:pt x="105492" y="333202"/>
                  </a:lnTo>
                  <a:lnTo>
                    <a:pt x="105517" y="333449"/>
                  </a:lnTo>
                  <a:lnTo>
                    <a:pt x="107797" y="355586"/>
                  </a:lnTo>
                  <a:lnTo>
                    <a:pt x="107838" y="355983"/>
                  </a:lnTo>
                  <a:lnTo>
                    <a:pt x="108011" y="357667"/>
                  </a:lnTo>
                  <a:lnTo>
                    <a:pt x="104935" y="366852"/>
                  </a:lnTo>
                  <a:lnTo>
                    <a:pt x="100426" y="364228"/>
                  </a:lnTo>
                  <a:lnTo>
                    <a:pt x="100493" y="370669"/>
                  </a:lnTo>
                  <a:lnTo>
                    <a:pt x="101192" y="376980"/>
                  </a:lnTo>
                  <a:lnTo>
                    <a:pt x="101524" y="380456"/>
                  </a:lnTo>
                  <a:lnTo>
                    <a:pt x="101592" y="383846"/>
                  </a:lnTo>
                  <a:lnTo>
                    <a:pt x="102265" y="387788"/>
                  </a:lnTo>
                  <a:lnTo>
                    <a:pt x="102452" y="391552"/>
                  </a:lnTo>
                  <a:lnTo>
                    <a:pt x="102436" y="392126"/>
                  </a:lnTo>
                  <a:lnTo>
                    <a:pt x="106242" y="392162"/>
                  </a:lnTo>
                  <a:lnTo>
                    <a:pt x="106656" y="392406"/>
                  </a:lnTo>
                  <a:lnTo>
                    <a:pt x="107193" y="392750"/>
                  </a:lnTo>
                  <a:lnTo>
                    <a:pt x="108085" y="392793"/>
                  </a:lnTo>
                  <a:lnTo>
                    <a:pt x="108517" y="393435"/>
                  </a:lnTo>
                  <a:lnTo>
                    <a:pt x="110021" y="393225"/>
                  </a:lnTo>
                  <a:lnTo>
                    <a:pt x="111465" y="393312"/>
                  </a:lnTo>
                  <a:lnTo>
                    <a:pt x="111524" y="392895"/>
                  </a:lnTo>
                  <a:lnTo>
                    <a:pt x="112345" y="392668"/>
                  </a:lnTo>
                  <a:lnTo>
                    <a:pt x="114842" y="393383"/>
                  </a:lnTo>
                  <a:lnTo>
                    <a:pt x="117140" y="392786"/>
                  </a:lnTo>
                  <a:lnTo>
                    <a:pt x="117561" y="392858"/>
                  </a:lnTo>
                  <a:lnTo>
                    <a:pt x="118300" y="393574"/>
                  </a:lnTo>
                  <a:lnTo>
                    <a:pt x="122084" y="395215"/>
                  </a:lnTo>
                  <a:lnTo>
                    <a:pt x="124884" y="396225"/>
                  </a:lnTo>
                  <a:lnTo>
                    <a:pt x="128228" y="397088"/>
                  </a:lnTo>
                  <a:lnTo>
                    <a:pt x="131018" y="397244"/>
                  </a:lnTo>
                  <a:lnTo>
                    <a:pt x="132189" y="396746"/>
                  </a:lnTo>
                  <a:lnTo>
                    <a:pt x="133707" y="396882"/>
                  </a:lnTo>
                  <a:lnTo>
                    <a:pt x="134981" y="396834"/>
                  </a:lnTo>
                  <a:lnTo>
                    <a:pt x="137443" y="395507"/>
                  </a:lnTo>
                  <a:lnTo>
                    <a:pt x="138425" y="395481"/>
                  </a:lnTo>
                  <a:lnTo>
                    <a:pt x="139113" y="395004"/>
                  </a:lnTo>
                  <a:lnTo>
                    <a:pt x="140354" y="395676"/>
                  </a:lnTo>
                  <a:lnTo>
                    <a:pt x="141654" y="396446"/>
                  </a:lnTo>
                  <a:lnTo>
                    <a:pt x="142548" y="396356"/>
                  </a:lnTo>
                  <a:lnTo>
                    <a:pt x="144134" y="398085"/>
                  </a:lnTo>
                  <a:lnTo>
                    <a:pt x="144155" y="398382"/>
                  </a:lnTo>
                  <a:lnTo>
                    <a:pt x="144073" y="398590"/>
                  </a:lnTo>
                  <a:lnTo>
                    <a:pt x="144938" y="400932"/>
                  </a:lnTo>
                  <a:lnTo>
                    <a:pt x="144974" y="401065"/>
                  </a:lnTo>
                  <a:lnTo>
                    <a:pt x="145005" y="401461"/>
                  </a:lnTo>
                  <a:lnTo>
                    <a:pt x="148790" y="402956"/>
                  </a:lnTo>
                  <a:lnTo>
                    <a:pt x="149702" y="403718"/>
                  </a:lnTo>
                  <a:lnTo>
                    <a:pt x="150673" y="404027"/>
                  </a:lnTo>
                  <a:lnTo>
                    <a:pt x="151349" y="403074"/>
                  </a:lnTo>
                  <a:lnTo>
                    <a:pt x="153963" y="404334"/>
                  </a:lnTo>
                  <a:lnTo>
                    <a:pt x="154351" y="405494"/>
                  </a:lnTo>
                  <a:lnTo>
                    <a:pt x="156201" y="405241"/>
                  </a:lnTo>
                  <a:lnTo>
                    <a:pt x="157203" y="405822"/>
                  </a:lnTo>
                  <a:lnTo>
                    <a:pt x="158341" y="405522"/>
                  </a:lnTo>
                  <a:lnTo>
                    <a:pt x="159154" y="406118"/>
                  </a:lnTo>
                  <a:lnTo>
                    <a:pt x="160979" y="405774"/>
                  </a:lnTo>
                  <a:lnTo>
                    <a:pt x="161471" y="406072"/>
                  </a:lnTo>
                  <a:lnTo>
                    <a:pt x="162261" y="406972"/>
                  </a:lnTo>
                  <a:lnTo>
                    <a:pt x="163263" y="407995"/>
                  </a:lnTo>
                  <a:lnTo>
                    <a:pt x="164270" y="407717"/>
                  </a:lnTo>
                  <a:lnTo>
                    <a:pt x="165235" y="409351"/>
                  </a:lnTo>
                  <a:lnTo>
                    <a:pt x="166901" y="408820"/>
                  </a:lnTo>
                  <a:lnTo>
                    <a:pt x="167351" y="409263"/>
                  </a:lnTo>
                  <a:lnTo>
                    <a:pt x="168118" y="408788"/>
                  </a:lnTo>
                  <a:lnTo>
                    <a:pt x="168066" y="408373"/>
                  </a:lnTo>
                  <a:lnTo>
                    <a:pt x="169036" y="408351"/>
                  </a:lnTo>
                  <a:lnTo>
                    <a:pt x="169892" y="407951"/>
                  </a:lnTo>
                  <a:lnTo>
                    <a:pt x="170444" y="408335"/>
                  </a:lnTo>
                  <a:lnTo>
                    <a:pt x="172429" y="410572"/>
                  </a:lnTo>
                  <a:lnTo>
                    <a:pt x="175134" y="411143"/>
                  </a:lnTo>
                  <a:lnTo>
                    <a:pt x="175922" y="411826"/>
                  </a:lnTo>
                  <a:lnTo>
                    <a:pt x="178466" y="412208"/>
                  </a:lnTo>
                  <a:lnTo>
                    <a:pt x="180278" y="413545"/>
                  </a:lnTo>
                  <a:lnTo>
                    <a:pt x="182087" y="413945"/>
                  </a:lnTo>
                  <a:lnTo>
                    <a:pt x="182640" y="414952"/>
                  </a:lnTo>
                  <a:lnTo>
                    <a:pt x="184227" y="415132"/>
                  </a:lnTo>
                  <a:lnTo>
                    <a:pt x="184735" y="414292"/>
                  </a:lnTo>
                  <a:lnTo>
                    <a:pt x="184992" y="414227"/>
                  </a:lnTo>
                  <a:lnTo>
                    <a:pt x="185185" y="414743"/>
                  </a:lnTo>
                  <a:lnTo>
                    <a:pt x="185479" y="414901"/>
                  </a:lnTo>
                  <a:lnTo>
                    <a:pt x="185926" y="414912"/>
                  </a:lnTo>
                  <a:lnTo>
                    <a:pt x="186658" y="414934"/>
                  </a:lnTo>
                  <a:lnTo>
                    <a:pt x="186761" y="415560"/>
                  </a:lnTo>
                  <a:lnTo>
                    <a:pt x="188028" y="416268"/>
                  </a:lnTo>
                  <a:lnTo>
                    <a:pt x="188048" y="416958"/>
                  </a:lnTo>
                  <a:lnTo>
                    <a:pt x="187385" y="417463"/>
                  </a:lnTo>
                  <a:lnTo>
                    <a:pt x="187425" y="417989"/>
                  </a:lnTo>
                  <a:lnTo>
                    <a:pt x="188167" y="420067"/>
                  </a:lnTo>
                  <a:lnTo>
                    <a:pt x="190255" y="421700"/>
                  </a:lnTo>
                  <a:lnTo>
                    <a:pt x="191495" y="421765"/>
                  </a:lnTo>
                  <a:lnTo>
                    <a:pt x="195883" y="425518"/>
                  </a:lnTo>
                  <a:lnTo>
                    <a:pt x="197484" y="425354"/>
                  </a:lnTo>
                  <a:lnTo>
                    <a:pt x="198778" y="426164"/>
                  </a:lnTo>
                  <a:lnTo>
                    <a:pt x="198617" y="427189"/>
                  </a:lnTo>
                  <a:lnTo>
                    <a:pt x="199195" y="427701"/>
                  </a:lnTo>
                  <a:lnTo>
                    <a:pt x="200356" y="426982"/>
                  </a:lnTo>
                  <a:lnTo>
                    <a:pt x="200972" y="427659"/>
                  </a:lnTo>
                  <a:lnTo>
                    <a:pt x="201781" y="427321"/>
                  </a:lnTo>
                  <a:lnTo>
                    <a:pt x="203476" y="427297"/>
                  </a:lnTo>
                  <a:lnTo>
                    <a:pt x="203584" y="426549"/>
                  </a:lnTo>
                  <a:lnTo>
                    <a:pt x="203971" y="426786"/>
                  </a:lnTo>
                  <a:lnTo>
                    <a:pt x="205602" y="427075"/>
                  </a:lnTo>
                  <a:lnTo>
                    <a:pt x="208472" y="426906"/>
                  </a:lnTo>
                  <a:lnTo>
                    <a:pt x="210206" y="427671"/>
                  </a:lnTo>
                  <a:lnTo>
                    <a:pt x="210442" y="428831"/>
                  </a:lnTo>
                  <a:lnTo>
                    <a:pt x="216011" y="431866"/>
                  </a:lnTo>
                  <a:lnTo>
                    <a:pt x="218614" y="432298"/>
                  </a:lnTo>
                  <a:lnTo>
                    <a:pt x="219389" y="433026"/>
                  </a:lnTo>
                  <a:lnTo>
                    <a:pt x="219211" y="433729"/>
                  </a:lnTo>
                  <a:lnTo>
                    <a:pt x="219961" y="434375"/>
                  </a:lnTo>
                  <a:lnTo>
                    <a:pt x="219874" y="435207"/>
                  </a:lnTo>
                  <a:lnTo>
                    <a:pt x="219808" y="435844"/>
                  </a:lnTo>
                  <a:lnTo>
                    <a:pt x="221060" y="436942"/>
                  </a:lnTo>
                  <a:lnTo>
                    <a:pt x="224085" y="435935"/>
                  </a:lnTo>
                  <a:lnTo>
                    <a:pt x="225069" y="436261"/>
                  </a:lnTo>
                  <a:lnTo>
                    <a:pt x="225536" y="438052"/>
                  </a:lnTo>
                  <a:lnTo>
                    <a:pt x="226586" y="438482"/>
                  </a:lnTo>
                  <a:lnTo>
                    <a:pt x="226872" y="438434"/>
                  </a:lnTo>
                  <a:lnTo>
                    <a:pt x="226607" y="436474"/>
                  </a:lnTo>
                  <a:lnTo>
                    <a:pt x="228756" y="436319"/>
                  </a:lnTo>
                  <a:lnTo>
                    <a:pt x="230875" y="435480"/>
                  </a:lnTo>
                  <a:lnTo>
                    <a:pt x="231508" y="436795"/>
                  </a:lnTo>
                  <a:lnTo>
                    <a:pt x="234344" y="437712"/>
                  </a:lnTo>
                  <a:lnTo>
                    <a:pt x="234515" y="438954"/>
                  </a:lnTo>
                  <a:lnTo>
                    <a:pt x="234683" y="439075"/>
                  </a:lnTo>
                  <a:lnTo>
                    <a:pt x="236077" y="438714"/>
                  </a:lnTo>
                  <a:lnTo>
                    <a:pt x="236806" y="441497"/>
                  </a:lnTo>
                  <a:lnTo>
                    <a:pt x="235889" y="442395"/>
                  </a:lnTo>
                  <a:lnTo>
                    <a:pt x="235867" y="442789"/>
                  </a:lnTo>
                  <a:lnTo>
                    <a:pt x="236752" y="445472"/>
                  </a:lnTo>
                  <a:lnTo>
                    <a:pt x="238471" y="445513"/>
                  </a:lnTo>
                  <a:lnTo>
                    <a:pt x="238848" y="445356"/>
                  </a:lnTo>
                  <a:lnTo>
                    <a:pt x="239774" y="444970"/>
                  </a:lnTo>
                  <a:lnTo>
                    <a:pt x="241328" y="443858"/>
                  </a:lnTo>
                  <a:lnTo>
                    <a:pt x="242435" y="443817"/>
                  </a:lnTo>
                  <a:lnTo>
                    <a:pt x="243115" y="444306"/>
                  </a:lnTo>
                  <a:lnTo>
                    <a:pt x="243043" y="444847"/>
                  </a:lnTo>
                  <a:lnTo>
                    <a:pt x="244015" y="444846"/>
                  </a:lnTo>
                  <a:lnTo>
                    <a:pt x="244595" y="444731"/>
                  </a:lnTo>
                  <a:lnTo>
                    <a:pt x="245050" y="444358"/>
                  </a:lnTo>
                  <a:lnTo>
                    <a:pt x="245745" y="444481"/>
                  </a:lnTo>
                  <a:lnTo>
                    <a:pt x="246865" y="447916"/>
                  </a:lnTo>
                  <a:lnTo>
                    <a:pt x="247352" y="448030"/>
                  </a:lnTo>
                  <a:lnTo>
                    <a:pt x="250040" y="447531"/>
                  </a:lnTo>
                  <a:lnTo>
                    <a:pt x="250257" y="447261"/>
                  </a:lnTo>
                  <a:lnTo>
                    <a:pt x="250815" y="446025"/>
                  </a:lnTo>
                  <a:lnTo>
                    <a:pt x="251808" y="445589"/>
                  </a:lnTo>
                  <a:lnTo>
                    <a:pt x="253085" y="446637"/>
                  </a:lnTo>
                  <a:lnTo>
                    <a:pt x="256928" y="447538"/>
                  </a:lnTo>
                  <a:lnTo>
                    <a:pt x="258767" y="448898"/>
                  </a:lnTo>
                  <a:lnTo>
                    <a:pt x="261407" y="448959"/>
                  </a:lnTo>
                  <a:lnTo>
                    <a:pt x="263252" y="450016"/>
                  </a:lnTo>
                  <a:lnTo>
                    <a:pt x="265204" y="449840"/>
                  </a:lnTo>
                  <a:lnTo>
                    <a:pt x="265482" y="448953"/>
                  </a:lnTo>
                  <a:lnTo>
                    <a:pt x="265740" y="448127"/>
                  </a:lnTo>
                  <a:lnTo>
                    <a:pt x="266733" y="447264"/>
                  </a:lnTo>
                  <a:lnTo>
                    <a:pt x="268669" y="447065"/>
                  </a:lnTo>
                  <a:lnTo>
                    <a:pt x="268808" y="446950"/>
                  </a:lnTo>
                  <a:lnTo>
                    <a:pt x="268970" y="446816"/>
                  </a:lnTo>
                  <a:lnTo>
                    <a:pt x="268858" y="445686"/>
                  </a:lnTo>
                  <a:lnTo>
                    <a:pt x="268982" y="445436"/>
                  </a:lnTo>
                  <a:lnTo>
                    <a:pt x="269634" y="445062"/>
                  </a:lnTo>
                  <a:lnTo>
                    <a:pt x="269975" y="445062"/>
                  </a:lnTo>
                  <a:lnTo>
                    <a:pt x="270295" y="444968"/>
                  </a:lnTo>
                  <a:lnTo>
                    <a:pt x="270545" y="444625"/>
                  </a:lnTo>
                  <a:lnTo>
                    <a:pt x="270678" y="443847"/>
                  </a:lnTo>
                  <a:lnTo>
                    <a:pt x="270790" y="441956"/>
                  </a:lnTo>
                  <a:lnTo>
                    <a:pt x="272265" y="440806"/>
                  </a:lnTo>
                  <a:lnTo>
                    <a:pt x="272467" y="440691"/>
                  </a:lnTo>
                  <a:lnTo>
                    <a:pt x="274107" y="439756"/>
                  </a:lnTo>
                  <a:lnTo>
                    <a:pt x="274675" y="438249"/>
                  </a:lnTo>
                  <a:lnTo>
                    <a:pt x="276012" y="437854"/>
                  </a:lnTo>
                  <a:lnTo>
                    <a:pt x="276229" y="437626"/>
                  </a:lnTo>
                  <a:lnTo>
                    <a:pt x="276396" y="436204"/>
                  </a:lnTo>
                  <a:lnTo>
                    <a:pt x="277400" y="435185"/>
                  </a:lnTo>
                  <a:lnTo>
                    <a:pt x="278837" y="434894"/>
                  </a:lnTo>
                  <a:lnTo>
                    <a:pt x="279364" y="433337"/>
                  </a:lnTo>
                  <a:lnTo>
                    <a:pt x="280595" y="432246"/>
                  </a:lnTo>
                  <a:lnTo>
                    <a:pt x="280790" y="432316"/>
                  </a:lnTo>
                  <a:lnTo>
                    <a:pt x="280880" y="432779"/>
                  </a:lnTo>
                  <a:lnTo>
                    <a:pt x="279645" y="434119"/>
                  </a:lnTo>
                  <a:lnTo>
                    <a:pt x="279706" y="435977"/>
                  </a:lnTo>
                  <a:lnTo>
                    <a:pt x="279683" y="436115"/>
                  </a:lnTo>
                  <a:lnTo>
                    <a:pt x="279642" y="436811"/>
                  </a:lnTo>
                  <a:lnTo>
                    <a:pt x="278441" y="439240"/>
                  </a:lnTo>
                  <a:lnTo>
                    <a:pt x="277999" y="439843"/>
                  </a:lnTo>
                  <a:lnTo>
                    <a:pt x="277603" y="440353"/>
                  </a:lnTo>
                  <a:lnTo>
                    <a:pt x="276088" y="442311"/>
                  </a:lnTo>
                  <a:lnTo>
                    <a:pt x="275001" y="443979"/>
                  </a:lnTo>
                  <a:lnTo>
                    <a:pt x="267219" y="455512"/>
                  </a:lnTo>
                  <a:lnTo>
                    <a:pt x="261277" y="464375"/>
                  </a:lnTo>
                  <a:lnTo>
                    <a:pt x="259157" y="467039"/>
                  </a:lnTo>
                  <a:lnTo>
                    <a:pt x="257721" y="468784"/>
                  </a:lnTo>
                  <a:lnTo>
                    <a:pt x="254694" y="472268"/>
                  </a:lnTo>
                  <a:lnTo>
                    <a:pt x="253970" y="473068"/>
                  </a:lnTo>
                  <a:lnTo>
                    <a:pt x="252835" y="474239"/>
                  </a:lnTo>
                  <a:lnTo>
                    <a:pt x="251078" y="475929"/>
                  </a:lnTo>
                  <a:lnTo>
                    <a:pt x="249670" y="477221"/>
                  </a:lnTo>
                  <a:lnTo>
                    <a:pt x="248586" y="478155"/>
                  </a:lnTo>
                  <a:lnTo>
                    <a:pt x="247046" y="479384"/>
                  </a:lnTo>
                  <a:lnTo>
                    <a:pt x="234969" y="488879"/>
                  </a:lnTo>
                  <a:lnTo>
                    <a:pt x="218680" y="503123"/>
                  </a:lnTo>
                  <a:lnTo>
                    <a:pt x="217889" y="503814"/>
                  </a:lnTo>
                  <a:lnTo>
                    <a:pt x="211408" y="509518"/>
                  </a:lnTo>
                  <a:lnTo>
                    <a:pt x="206393" y="513932"/>
                  </a:lnTo>
                  <a:lnTo>
                    <a:pt x="199927" y="520314"/>
                  </a:lnTo>
                  <a:lnTo>
                    <a:pt x="198228" y="522264"/>
                  </a:lnTo>
                  <a:lnTo>
                    <a:pt x="193877" y="529005"/>
                  </a:lnTo>
                  <a:lnTo>
                    <a:pt x="187689" y="540161"/>
                  </a:lnTo>
                  <a:lnTo>
                    <a:pt x="184973" y="543977"/>
                  </a:lnTo>
                  <a:lnTo>
                    <a:pt x="172294" y="556375"/>
                  </a:lnTo>
                  <a:lnTo>
                    <a:pt x="170147" y="558694"/>
                  </a:lnTo>
                  <a:lnTo>
                    <a:pt x="163423" y="563743"/>
                  </a:lnTo>
                  <a:lnTo>
                    <a:pt x="154207" y="570744"/>
                  </a:lnTo>
                  <a:lnTo>
                    <a:pt x="138278" y="579722"/>
                  </a:lnTo>
                  <a:lnTo>
                    <a:pt x="134688" y="581914"/>
                  </a:lnTo>
                  <a:lnTo>
                    <a:pt x="131907" y="583612"/>
                  </a:lnTo>
                  <a:lnTo>
                    <a:pt x="131409" y="583916"/>
                  </a:lnTo>
                  <a:lnTo>
                    <a:pt x="130316" y="584584"/>
                  </a:lnTo>
                  <a:lnTo>
                    <a:pt x="127400" y="586364"/>
                  </a:lnTo>
                  <a:lnTo>
                    <a:pt x="126116" y="587148"/>
                  </a:lnTo>
                  <a:lnTo>
                    <a:pt x="121936" y="589701"/>
                  </a:lnTo>
                  <a:lnTo>
                    <a:pt x="118900" y="591555"/>
                  </a:lnTo>
                  <a:lnTo>
                    <a:pt x="117979" y="592117"/>
                  </a:lnTo>
                  <a:lnTo>
                    <a:pt x="108357" y="597993"/>
                  </a:lnTo>
                  <a:lnTo>
                    <a:pt x="106188" y="599269"/>
                  </a:lnTo>
                  <a:lnTo>
                    <a:pt x="100234" y="605247"/>
                  </a:lnTo>
                  <a:lnTo>
                    <a:pt x="99608" y="606194"/>
                  </a:lnTo>
                  <a:lnTo>
                    <a:pt x="98077" y="608508"/>
                  </a:lnTo>
                  <a:lnTo>
                    <a:pt x="95517" y="612601"/>
                  </a:lnTo>
                  <a:lnTo>
                    <a:pt x="91173" y="621263"/>
                  </a:lnTo>
                  <a:lnTo>
                    <a:pt x="86002" y="635131"/>
                  </a:lnTo>
                  <a:lnTo>
                    <a:pt x="84395" y="646199"/>
                  </a:lnTo>
                  <a:lnTo>
                    <a:pt x="85709" y="661005"/>
                  </a:lnTo>
                  <a:lnTo>
                    <a:pt x="83791" y="670458"/>
                  </a:lnTo>
                  <a:lnTo>
                    <a:pt x="78371" y="692800"/>
                  </a:lnTo>
                  <a:lnTo>
                    <a:pt x="75744" y="700856"/>
                  </a:lnTo>
                  <a:lnTo>
                    <a:pt x="74909" y="703417"/>
                  </a:lnTo>
                  <a:lnTo>
                    <a:pt x="62637" y="728933"/>
                  </a:lnTo>
                  <a:lnTo>
                    <a:pt x="61321" y="731741"/>
                  </a:lnTo>
                  <a:lnTo>
                    <a:pt x="60239" y="734387"/>
                  </a:lnTo>
                  <a:lnTo>
                    <a:pt x="58840" y="738185"/>
                  </a:lnTo>
                  <a:lnTo>
                    <a:pt x="56464" y="744760"/>
                  </a:lnTo>
                  <a:lnTo>
                    <a:pt x="55867" y="746472"/>
                  </a:lnTo>
                  <a:lnTo>
                    <a:pt x="55254" y="747661"/>
                  </a:lnTo>
                  <a:lnTo>
                    <a:pt x="54805" y="748532"/>
                  </a:lnTo>
                  <a:lnTo>
                    <a:pt x="53451" y="751161"/>
                  </a:lnTo>
                  <a:lnTo>
                    <a:pt x="52311" y="752934"/>
                  </a:lnTo>
                  <a:lnTo>
                    <a:pt x="50775" y="755219"/>
                  </a:lnTo>
                  <a:lnTo>
                    <a:pt x="48723" y="757986"/>
                  </a:lnTo>
                  <a:lnTo>
                    <a:pt x="43114" y="764805"/>
                  </a:lnTo>
                  <a:lnTo>
                    <a:pt x="36275" y="772997"/>
                  </a:lnTo>
                  <a:lnTo>
                    <a:pt x="35575" y="774069"/>
                  </a:lnTo>
                  <a:lnTo>
                    <a:pt x="35369" y="774418"/>
                  </a:lnTo>
                  <a:lnTo>
                    <a:pt x="34935" y="775152"/>
                  </a:lnTo>
                  <a:lnTo>
                    <a:pt x="34454" y="776131"/>
                  </a:lnTo>
                  <a:lnTo>
                    <a:pt x="34013" y="777030"/>
                  </a:lnTo>
                  <a:lnTo>
                    <a:pt x="33781" y="777471"/>
                  </a:lnTo>
                  <a:lnTo>
                    <a:pt x="26980" y="790312"/>
                  </a:lnTo>
                  <a:lnTo>
                    <a:pt x="23694" y="796514"/>
                  </a:lnTo>
                  <a:lnTo>
                    <a:pt x="22598" y="798582"/>
                  </a:lnTo>
                  <a:lnTo>
                    <a:pt x="21731" y="800218"/>
                  </a:lnTo>
                  <a:lnTo>
                    <a:pt x="1242" y="828233"/>
                  </a:lnTo>
                  <a:lnTo>
                    <a:pt x="0" y="829926"/>
                  </a:lnTo>
                  <a:lnTo>
                    <a:pt x="1717" y="831909"/>
                  </a:lnTo>
                  <a:lnTo>
                    <a:pt x="3741" y="834245"/>
                  </a:lnTo>
                  <a:lnTo>
                    <a:pt x="4428" y="835040"/>
                  </a:lnTo>
                  <a:lnTo>
                    <a:pt x="7644" y="832166"/>
                  </a:lnTo>
                  <a:lnTo>
                    <a:pt x="7815" y="831516"/>
                  </a:lnTo>
                  <a:lnTo>
                    <a:pt x="6804" y="831099"/>
                  </a:lnTo>
                  <a:lnTo>
                    <a:pt x="6518" y="830640"/>
                  </a:lnTo>
                  <a:lnTo>
                    <a:pt x="6667" y="829646"/>
                  </a:lnTo>
                  <a:lnTo>
                    <a:pt x="9082" y="827463"/>
                  </a:lnTo>
                  <a:lnTo>
                    <a:pt x="13266" y="824055"/>
                  </a:lnTo>
                  <a:lnTo>
                    <a:pt x="15414" y="823487"/>
                  </a:lnTo>
                  <a:lnTo>
                    <a:pt x="15628" y="823439"/>
                  </a:lnTo>
                  <a:lnTo>
                    <a:pt x="16197" y="822864"/>
                  </a:lnTo>
                  <a:lnTo>
                    <a:pt x="16234" y="821795"/>
                  </a:lnTo>
                  <a:lnTo>
                    <a:pt x="14896" y="820040"/>
                  </a:lnTo>
                  <a:lnTo>
                    <a:pt x="15009" y="819237"/>
                  </a:lnTo>
                  <a:lnTo>
                    <a:pt x="16188" y="818432"/>
                  </a:lnTo>
                  <a:lnTo>
                    <a:pt x="17291" y="817246"/>
                  </a:lnTo>
                  <a:lnTo>
                    <a:pt x="18430" y="815296"/>
                  </a:lnTo>
                  <a:lnTo>
                    <a:pt x="19912" y="813631"/>
                  </a:lnTo>
                  <a:lnTo>
                    <a:pt x="21395" y="812386"/>
                  </a:lnTo>
                  <a:lnTo>
                    <a:pt x="22461" y="812039"/>
                  </a:lnTo>
                  <a:lnTo>
                    <a:pt x="23414" y="812573"/>
                  </a:lnTo>
                  <a:lnTo>
                    <a:pt x="25775" y="811575"/>
                  </a:lnTo>
                  <a:lnTo>
                    <a:pt x="27219" y="810196"/>
                  </a:lnTo>
                  <a:lnTo>
                    <a:pt x="27829" y="810463"/>
                  </a:lnTo>
                  <a:lnTo>
                    <a:pt x="28137" y="811800"/>
                  </a:lnTo>
                  <a:lnTo>
                    <a:pt x="28633" y="811990"/>
                  </a:lnTo>
                  <a:lnTo>
                    <a:pt x="33392" y="810872"/>
                  </a:lnTo>
                  <a:lnTo>
                    <a:pt x="34152" y="810298"/>
                  </a:lnTo>
                  <a:lnTo>
                    <a:pt x="34303" y="809152"/>
                  </a:lnTo>
                  <a:lnTo>
                    <a:pt x="34567" y="808387"/>
                  </a:lnTo>
                  <a:lnTo>
                    <a:pt x="35292" y="808119"/>
                  </a:lnTo>
                  <a:lnTo>
                    <a:pt x="40246" y="810153"/>
                  </a:lnTo>
                  <a:lnTo>
                    <a:pt x="41161" y="810112"/>
                  </a:lnTo>
                  <a:lnTo>
                    <a:pt x="41921" y="809098"/>
                  </a:lnTo>
                  <a:lnTo>
                    <a:pt x="40092" y="807995"/>
                  </a:lnTo>
                  <a:lnTo>
                    <a:pt x="39936" y="807230"/>
                  </a:lnTo>
                  <a:lnTo>
                    <a:pt x="41268" y="806560"/>
                  </a:lnTo>
                  <a:lnTo>
                    <a:pt x="44583" y="806380"/>
                  </a:lnTo>
                  <a:lnTo>
                    <a:pt x="45343" y="805614"/>
                  </a:lnTo>
                  <a:lnTo>
                    <a:pt x="45606" y="804278"/>
                  </a:lnTo>
                  <a:lnTo>
                    <a:pt x="44538" y="803095"/>
                  </a:lnTo>
                  <a:lnTo>
                    <a:pt x="44479" y="802120"/>
                  </a:lnTo>
                  <a:lnTo>
                    <a:pt x="46288" y="801717"/>
                  </a:lnTo>
                  <a:lnTo>
                    <a:pt x="50622" y="797697"/>
                  </a:lnTo>
                  <a:lnTo>
                    <a:pt x="51552" y="795248"/>
                  </a:lnTo>
                  <a:lnTo>
                    <a:pt x="54110" y="793388"/>
                  </a:lnTo>
                  <a:lnTo>
                    <a:pt x="54501" y="793104"/>
                  </a:lnTo>
                  <a:lnTo>
                    <a:pt x="55285" y="791228"/>
                  </a:lnTo>
                  <a:lnTo>
                    <a:pt x="55828" y="789929"/>
                  </a:lnTo>
                  <a:lnTo>
                    <a:pt x="56404" y="788551"/>
                  </a:lnTo>
                  <a:lnTo>
                    <a:pt x="56510" y="788210"/>
                  </a:lnTo>
                  <a:lnTo>
                    <a:pt x="57368" y="787200"/>
                  </a:lnTo>
                  <a:lnTo>
                    <a:pt x="58797" y="785514"/>
                  </a:lnTo>
                  <a:lnTo>
                    <a:pt x="60082" y="784000"/>
                  </a:lnTo>
                  <a:lnTo>
                    <a:pt x="61359" y="781714"/>
                  </a:lnTo>
                  <a:lnTo>
                    <a:pt x="64135" y="778290"/>
                  </a:lnTo>
                  <a:lnTo>
                    <a:pt x="64593" y="777988"/>
                  </a:lnTo>
                  <a:lnTo>
                    <a:pt x="64738" y="777892"/>
                  </a:lnTo>
                  <a:lnTo>
                    <a:pt x="67970" y="775758"/>
                  </a:lnTo>
                  <a:lnTo>
                    <a:pt x="72649" y="772667"/>
                  </a:lnTo>
                  <a:lnTo>
                    <a:pt x="75870" y="768653"/>
                  </a:lnTo>
                  <a:lnTo>
                    <a:pt x="78844" y="765353"/>
                  </a:lnTo>
                  <a:lnTo>
                    <a:pt x="79979" y="761994"/>
                  </a:lnTo>
                  <a:lnTo>
                    <a:pt x="80856" y="760812"/>
                  </a:lnTo>
                  <a:lnTo>
                    <a:pt x="82144" y="760223"/>
                  </a:lnTo>
                  <a:lnTo>
                    <a:pt x="85955" y="759627"/>
                  </a:lnTo>
                  <a:lnTo>
                    <a:pt x="86704" y="759488"/>
                  </a:lnTo>
                  <a:lnTo>
                    <a:pt x="87338" y="759105"/>
                  </a:lnTo>
                  <a:lnTo>
                    <a:pt x="87950" y="758736"/>
                  </a:lnTo>
                  <a:lnTo>
                    <a:pt x="88974" y="757532"/>
                  </a:lnTo>
                  <a:lnTo>
                    <a:pt x="89056" y="757168"/>
                  </a:lnTo>
                  <a:lnTo>
                    <a:pt x="89576" y="754852"/>
                  </a:lnTo>
                  <a:lnTo>
                    <a:pt x="89754" y="754451"/>
                  </a:lnTo>
                  <a:lnTo>
                    <a:pt x="89943" y="754392"/>
                  </a:lnTo>
                  <a:lnTo>
                    <a:pt x="92241" y="753621"/>
                  </a:lnTo>
                  <a:lnTo>
                    <a:pt x="93181" y="752893"/>
                  </a:lnTo>
                  <a:lnTo>
                    <a:pt x="93913" y="752327"/>
                  </a:lnTo>
                  <a:lnTo>
                    <a:pt x="94532" y="751848"/>
                  </a:lnTo>
                  <a:lnTo>
                    <a:pt x="96242" y="750506"/>
                  </a:lnTo>
                  <a:lnTo>
                    <a:pt x="96447" y="749447"/>
                  </a:lnTo>
                  <a:lnTo>
                    <a:pt x="96674" y="748277"/>
                  </a:lnTo>
                  <a:lnTo>
                    <a:pt x="97325" y="747457"/>
                  </a:lnTo>
                  <a:lnTo>
                    <a:pt x="99754" y="746898"/>
                  </a:lnTo>
                  <a:lnTo>
                    <a:pt x="100423" y="746744"/>
                  </a:lnTo>
                  <a:lnTo>
                    <a:pt x="101436" y="746349"/>
                  </a:lnTo>
                  <a:lnTo>
                    <a:pt x="102336" y="745978"/>
                  </a:lnTo>
                  <a:lnTo>
                    <a:pt x="102986" y="744479"/>
                  </a:lnTo>
                  <a:lnTo>
                    <a:pt x="102868" y="742971"/>
                  </a:lnTo>
                  <a:lnTo>
                    <a:pt x="105188" y="738750"/>
                  </a:lnTo>
                  <a:lnTo>
                    <a:pt x="105955" y="735509"/>
                  </a:lnTo>
                  <a:lnTo>
                    <a:pt x="106503" y="734420"/>
                  </a:lnTo>
                  <a:lnTo>
                    <a:pt x="108299" y="733248"/>
                  </a:lnTo>
                  <a:lnTo>
                    <a:pt x="108922" y="732643"/>
                  </a:lnTo>
                  <a:lnTo>
                    <a:pt x="108971" y="731737"/>
                  </a:lnTo>
                  <a:lnTo>
                    <a:pt x="108379" y="730956"/>
                  </a:lnTo>
                  <a:lnTo>
                    <a:pt x="108247" y="730782"/>
                  </a:lnTo>
                  <a:lnTo>
                    <a:pt x="108332" y="730076"/>
                  </a:lnTo>
                  <a:lnTo>
                    <a:pt x="108940" y="729469"/>
                  </a:lnTo>
                  <a:lnTo>
                    <a:pt x="109084" y="729477"/>
                  </a:lnTo>
                  <a:lnTo>
                    <a:pt x="109390" y="729492"/>
                  </a:lnTo>
                  <a:lnTo>
                    <a:pt x="111146" y="729584"/>
                  </a:lnTo>
                  <a:lnTo>
                    <a:pt x="111420" y="729401"/>
                  </a:lnTo>
                  <a:lnTo>
                    <a:pt x="113011" y="728339"/>
                  </a:lnTo>
                  <a:lnTo>
                    <a:pt x="113532" y="727176"/>
                  </a:lnTo>
                  <a:lnTo>
                    <a:pt x="113133" y="726201"/>
                  </a:lnTo>
                  <a:lnTo>
                    <a:pt x="113057" y="724830"/>
                  </a:lnTo>
                  <a:lnTo>
                    <a:pt x="113902" y="723824"/>
                  </a:lnTo>
                  <a:lnTo>
                    <a:pt x="114198" y="723678"/>
                  </a:lnTo>
                  <a:lnTo>
                    <a:pt x="114960" y="723301"/>
                  </a:lnTo>
                  <a:lnTo>
                    <a:pt x="115407" y="723081"/>
                  </a:lnTo>
                  <a:lnTo>
                    <a:pt x="116244" y="722670"/>
                  </a:lnTo>
                  <a:lnTo>
                    <a:pt x="118398" y="720167"/>
                  </a:lnTo>
                  <a:lnTo>
                    <a:pt x="120343" y="716842"/>
                  </a:lnTo>
                  <a:lnTo>
                    <a:pt x="120593" y="716690"/>
                  </a:lnTo>
                  <a:lnTo>
                    <a:pt x="124105" y="714528"/>
                  </a:lnTo>
                  <a:lnTo>
                    <a:pt x="125252" y="712045"/>
                  </a:lnTo>
                  <a:lnTo>
                    <a:pt x="125649" y="711186"/>
                  </a:lnTo>
                  <a:lnTo>
                    <a:pt x="126245" y="711096"/>
                  </a:lnTo>
                  <a:lnTo>
                    <a:pt x="128373" y="712922"/>
                  </a:lnTo>
                  <a:lnTo>
                    <a:pt x="128913" y="713267"/>
                  </a:lnTo>
                  <a:lnTo>
                    <a:pt x="129483" y="713251"/>
                  </a:lnTo>
                  <a:lnTo>
                    <a:pt x="130237" y="712637"/>
                  </a:lnTo>
                  <a:lnTo>
                    <a:pt x="130707" y="711508"/>
                  </a:lnTo>
                  <a:lnTo>
                    <a:pt x="131010" y="711294"/>
                  </a:lnTo>
                  <a:lnTo>
                    <a:pt x="131656" y="711379"/>
                  </a:lnTo>
                  <a:lnTo>
                    <a:pt x="132867" y="711724"/>
                  </a:lnTo>
                  <a:lnTo>
                    <a:pt x="135199" y="712173"/>
                  </a:lnTo>
                  <a:lnTo>
                    <a:pt x="138342" y="712652"/>
                  </a:lnTo>
                  <a:lnTo>
                    <a:pt x="142477" y="712303"/>
                  </a:lnTo>
                  <a:lnTo>
                    <a:pt x="145814" y="711355"/>
                  </a:lnTo>
                  <a:lnTo>
                    <a:pt x="146571" y="711087"/>
                  </a:lnTo>
                  <a:lnTo>
                    <a:pt x="147268" y="710840"/>
                  </a:lnTo>
                  <a:lnTo>
                    <a:pt x="148543" y="710374"/>
                  </a:lnTo>
                  <a:lnTo>
                    <a:pt x="149281" y="710572"/>
                  </a:lnTo>
                  <a:lnTo>
                    <a:pt x="151906" y="712231"/>
                  </a:lnTo>
                  <a:lnTo>
                    <a:pt x="152399" y="712930"/>
                  </a:lnTo>
                  <a:lnTo>
                    <a:pt x="152856" y="714469"/>
                  </a:lnTo>
                  <a:lnTo>
                    <a:pt x="153170" y="714583"/>
                  </a:lnTo>
                  <a:lnTo>
                    <a:pt x="155484" y="713728"/>
                  </a:lnTo>
                  <a:lnTo>
                    <a:pt x="157959" y="714449"/>
                  </a:lnTo>
                  <a:lnTo>
                    <a:pt x="159538" y="714399"/>
                  </a:lnTo>
                  <a:lnTo>
                    <a:pt x="160582" y="714104"/>
                  </a:lnTo>
                  <a:lnTo>
                    <a:pt x="163790" y="715324"/>
                  </a:lnTo>
                  <a:lnTo>
                    <a:pt x="169435" y="713242"/>
                  </a:lnTo>
                  <a:lnTo>
                    <a:pt x="169963" y="712615"/>
                  </a:lnTo>
                  <a:lnTo>
                    <a:pt x="170401" y="711802"/>
                  </a:lnTo>
                  <a:lnTo>
                    <a:pt x="174161" y="710934"/>
                  </a:lnTo>
                  <a:lnTo>
                    <a:pt x="177389" y="708839"/>
                  </a:lnTo>
                  <a:lnTo>
                    <a:pt x="182720" y="707130"/>
                  </a:lnTo>
                  <a:lnTo>
                    <a:pt x="184786" y="704640"/>
                  </a:lnTo>
                  <a:lnTo>
                    <a:pt x="187836" y="702617"/>
                  </a:lnTo>
                  <a:lnTo>
                    <a:pt x="191445" y="700739"/>
                  </a:lnTo>
                  <a:lnTo>
                    <a:pt x="192507" y="700188"/>
                  </a:lnTo>
                  <a:lnTo>
                    <a:pt x="195931" y="699823"/>
                  </a:lnTo>
                  <a:lnTo>
                    <a:pt x="198910" y="698897"/>
                  </a:lnTo>
                  <a:lnTo>
                    <a:pt x="201853" y="698957"/>
                  </a:lnTo>
                  <a:lnTo>
                    <a:pt x="203477" y="697906"/>
                  </a:lnTo>
                  <a:lnTo>
                    <a:pt x="203891" y="694406"/>
                  </a:lnTo>
                  <a:lnTo>
                    <a:pt x="207973" y="694506"/>
                  </a:lnTo>
                  <a:lnTo>
                    <a:pt x="211635" y="692384"/>
                  </a:lnTo>
                  <a:lnTo>
                    <a:pt x="214189" y="691657"/>
                  </a:lnTo>
                  <a:lnTo>
                    <a:pt x="217561" y="689007"/>
                  </a:lnTo>
                  <a:lnTo>
                    <a:pt x="218851" y="688350"/>
                  </a:lnTo>
                  <a:lnTo>
                    <a:pt x="220721" y="687398"/>
                  </a:lnTo>
                  <a:lnTo>
                    <a:pt x="221443" y="687030"/>
                  </a:lnTo>
                  <a:lnTo>
                    <a:pt x="227204" y="685941"/>
                  </a:lnTo>
                  <a:lnTo>
                    <a:pt x="230475" y="683382"/>
                  </a:lnTo>
                  <a:lnTo>
                    <a:pt x="233269" y="682194"/>
                  </a:lnTo>
                  <a:lnTo>
                    <a:pt x="235049" y="681081"/>
                  </a:lnTo>
                  <a:lnTo>
                    <a:pt x="239740" y="678149"/>
                  </a:lnTo>
                  <a:lnTo>
                    <a:pt x="240812" y="676917"/>
                  </a:lnTo>
                  <a:lnTo>
                    <a:pt x="242944" y="675801"/>
                  </a:lnTo>
                  <a:lnTo>
                    <a:pt x="246357" y="675418"/>
                  </a:lnTo>
                  <a:lnTo>
                    <a:pt x="249769" y="675035"/>
                  </a:lnTo>
                  <a:lnTo>
                    <a:pt x="251863" y="675143"/>
                  </a:lnTo>
                  <a:lnTo>
                    <a:pt x="263816" y="675755"/>
                  </a:lnTo>
                  <a:lnTo>
                    <a:pt x="265786" y="675036"/>
                  </a:lnTo>
                  <a:lnTo>
                    <a:pt x="269166" y="673804"/>
                  </a:lnTo>
                  <a:lnTo>
                    <a:pt x="271491" y="673614"/>
                  </a:lnTo>
                  <a:lnTo>
                    <a:pt x="274633" y="672912"/>
                  </a:lnTo>
                  <a:lnTo>
                    <a:pt x="278029" y="673169"/>
                  </a:lnTo>
                  <a:lnTo>
                    <a:pt x="280350" y="674482"/>
                  </a:lnTo>
                  <a:lnTo>
                    <a:pt x="281618" y="674818"/>
                  </a:lnTo>
                  <a:lnTo>
                    <a:pt x="289605" y="674708"/>
                  </a:lnTo>
                  <a:lnTo>
                    <a:pt x="291650" y="674241"/>
                  </a:lnTo>
                  <a:lnTo>
                    <a:pt x="297525" y="672901"/>
                  </a:lnTo>
                  <a:lnTo>
                    <a:pt x="299197" y="672665"/>
                  </a:lnTo>
                  <a:lnTo>
                    <a:pt x="299923" y="672572"/>
                  </a:lnTo>
                  <a:lnTo>
                    <a:pt x="300245" y="672505"/>
                  </a:lnTo>
                  <a:lnTo>
                    <a:pt x="309137" y="671828"/>
                  </a:lnTo>
                  <a:lnTo>
                    <a:pt x="311453" y="670909"/>
                  </a:lnTo>
                  <a:lnTo>
                    <a:pt x="312807" y="669630"/>
                  </a:lnTo>
                  <a:lnTo>
                    <a:pt x="314902" y="669533"/>
                  </a:lnTo>
                  <a:lnTo>
                    <a:pt x="318513" y="669366"/>
                  </a:lnTo>
                  <a:lnTo>
                    <a:pt x="318883" y="669346"/>
                  </a:lnTo>
                  <a:lnTo>
                    <a:pt x="323523" y="669140"/>
                  </a:lnTo>
                  <a:lnTo>
                    <a:pt x="337994" y="668498"/>
                  </a:lnTo>
                  <a:lnTo>
                    <a:pt x="349343" y="667994"/>
                  </a:lnTo>
                  <a:lnTo>
                    <a:pt x="352068" y="667858"/>
                  </a:lnTo>
                  <a:lnTo>
                    <a:pt x="356552" y="667656"/>
                  </a:lnTo>
                  <a:lnTo>
                    <a:pt x="367003" y="666548"/>
                  </a:lnTo>
                  <a:lnTo>
                    <a:pt x="378729" y="665305"/>
                  </a:lnTo>
                  <a:lnTo>
                    <a:pt x="379896" y="665207"/>
                  </a:lnTo>
                  <a:lnTo>
                    <a:pt x="383435" y="670684"/>
                  </a:lnTo>
                  <a:lnTo>
                    <a:pt x="386916" y="670479"/>
                  </a:lnTo>
                  <a:lnTo>
                    <a:pt x="390590" y="672741"/>
                  </a:lnTo>
                  <a:lnTo>
                    <a:pt x="393185" y="673034"/>
                  </a:lnTo>
                  <a:lnTo>
                    <a:pt x="402342" y="672379"/>
                  </a:lnTo>
                  <a:lnTo>
                    <a:pt x="406926" y="673404"/>
                  </a:lnTo>
                  <a:lnTo>
                    <a:pt x="408154" y="674495"/>
                  </a:lnTo>
                  <a:lnTo>
                    <a:pt x="408977" y="675490"/>
                  </a:lnTo>
                  <a:lnTo>
                    <a:pt x="409898" y="675360"/>
                  </a:lnTo>
                  <a:lnTo>
                    <a:pt x="410960" y="675659"/>
                  </a:lnTo>
                  <a:lnTo>
                    <a:pt x="411187" y="676554"/>
                  </a:lnTo>
                  <a:lnTo>
                    <a:pt x="412568" y="676717"/>
                  </a:lnTo>
                  <a:lnTo>
                    <a:pt x="413239" y="676290"/>
                  </a:lnTo>
                  <a:lnTo>
                    <a:pt x="416702" y="677467"/>
                  </a:lnTo>
                  <a:lnTo>
                    <a:pt x="418146" y="678420"/>
                  </a:lnTo>
                  <a:lnTo>
                    <a:pt x="418290" y="680321"/>
                  </a:lnTo>
                  <a:lnTo>
                    <a:pt x="421190" y="682579"/>
                  </a:lnTo>
                  <a:lnTo>
                    <a:pt x="425814" y="684040"/>
                  </a:lnTo>
                  <a:lnTo>
                    <a:pt x="427060" y="685066"/>
                  </a:lnTo>
                  <a:lnTo>
                    <a:pt x="429711" y="685792"/>
                  </a:lnTo>
                  <a:lnTo>
                    <a:pt x="432920" y="687426"/>
                  </a:lnTo>
                  <a:lnTo>
                    <a:pt x="437981" y="687738"/>
                  </a:lnTo>
                  <a:lnTo>
                    <a:pt x="441289" y="691183"/>
                  </a:lnTo>
                  <a:lnTo>
                    <a:pt x="446578" y="694810"/>
                  </a:lnTo>
                  <a:lnTo>
                    <a:pt x="448309" y="695996"/>
                  </a:lnTo>
                  <a:lnTo>
                    <a:pt x="452862" y="700521"/>
                  </a:lnTo>
                  <a:lnTo>
                    <a:pt x="453132" y="700788"/>
                  </a:lnTo>
                  <a:lnTo>
                    <a:pt x="455089" y="702479"/>
                  </a:lnTo>
                  <a:lnTo>
                    <a:pt x="457180" y="704169"/>
                  </a:lnTo>
                  <a:lnTo>
                    <a:pt x="459251" y="705843"/>
                  </a:lnTo>
                  <a:lnTo>
                    <a:pt x="461582" y="707763"/>
                  </a:lnTo>
                  <a:lnTo>
                    <a:pt x="462012" y="708117"/>
                  </a:lnTo>
                  <a:lnTo>
                    <a:pt x="465945" y="716617"/>
                  </a:lnTo>
                  <a:lnTo>
                    <a:pt x="466403" y="717020"/>
                  </a:lnTo>
                  <a:lnTo>
                    <a:pt x="470996" y="721145"/>
                  </a:lnTo>
                  <a:lnTo>
                    <a:pt x="475923" y="724785"/>
                  </a:lnTo>
                  <a:lnTo>
                    <a:pt x="478433" y="727610"/>
                  </a:lnTo>
                  <a:lnTo>
                    <a:pt x="480696" y="728247"/>
                  </a:lnTo>
                  <a:lnTo>
                    <a:pt x="481595" y="728511"/>
                  </a:lnTo>
                  <a:lnTo>
                    <a:pt x="483549" y="729602"/>
                  </a:lnTo>
                  <a:lnTo>
                    <a:pt x="485881" y="730547"/>
                  </a:lnTo>
                  <a:lnTo>
                    <a:pt x="487290" y="731164"/>
                  </a:lnTo>
                  <a:lnTo>
                    <a:pt x="489748" y="732089"/>
                  </a:lnTo>
                  <a:lnTo>
                    <a:pt x="493471" y="733774"/>
                  </a:lnTo>
                  <a:lnTo>
                    <a:pt x="495201" y="734749"/>
                  </a:lnTo>
                  <a:lnTo>
                    <a:pt x="495594" y="735013"/>
                  </a:lnTo>
                  <a:lnTo>
                    <a:pt x="498238" y="735334"/>
                  </a:lnTo>
                  <a:lnTo>
                    <a:pt x="500089" y="734095"/>
                  </a:lnTo>
                  <a:lnTo>
                    <a:pt x="503268" y="733106"/>
                  </a:lnTo>
                  <a:lnTo>
                    <a:pt x="506755" y="732638"/>
                  </a:lnTo>
                  <a:lnTo>
                    <a:pt x="507057" y="732598"/>
                  </a:lnTo>
                  <a:lnTo>
                    <a:pt x="507892" y="732401"/>
                  </a:lnTo>
                  <a:lnTo>
                    <a:pt x="508421" y="732275"/>
                  </a:lnTo>
                  <a:lnTo>
                    <a:pt x="508778" y="732189"/>
                  </a:lnTo>
                  <a:lnTo>
                    <a:pt x="511730" y="730298"/>
                  </a:lnTo>
                  <a:lnTo>
                    <a:pt x="513083" y="729436"/>
                  </a:lnTo>
                  <a:lnTo>
                    <a:pt x="513275" y="729712"/>
                  </a:lnTo>
                  <a:lnTo>
                    <a:pt x="517239" y="729150"/>
                  </a:lnTo>
                  <a:lnTo>
                    <a:pt x="518171" y="729019"/>
                  </a:lnTo>
                  <a:lnTo>
                    <a:pt x="520113" y="729472"/>
                  </a:lnTo>
                  <a:lnTo>
                    <a:pt x="521344" y="729277"/>
                  </a:lnTo>
                  <a:lnTo>
                    <a:pt x="523110" y="728997"/>
                  </a:lnTo>
                  <a:lnTo>
                    <a:pt x="524637" y="728089"/>
                  </a:lnTo>
                  <a:lnTo>
                    <a:pt x="526611" y="726896"/>
                  </a:lnTo>
                  <a:lnTo>
                    <a:pt x="529792" y="724974"/>
                  </a:lnTo>
                  <a:lnTo>
                    <a:pt x="530271" y="724684"/>
                  </a:lnTo>
                  <a:lnTo>
                    <a:pt x="529482" y="731665"/>
                  </a:lnTo>
                  <a:lnTo>
                    <a:pt x="529466" y="732738"/>
                  </a:lnTo>
                  <a:lnTo>
                    <a:pt x="529561" y="738201"/>
                  </a:lnTo>
                  <a:lnTo>
                    <a:pt x="531182" y="742381"/>
                  </a:lnTo>
                  <a:lnTo>
                    <a:pt x="529529" y="745552"/>
                  </a:lnTo>
                  <a:lnTo>
                    <a:pt x="528703" y="749316"/>
                  </a:lnTo>
                  <a:lnTo>
                    <a:pt x="529027" y="750478"/>
                  </a:lnTo>
                  <a:lnTo>
                    <a:pt x="527804" y="757748"/>
                  </a:lnTo>
                  <a:lnTo>
                    <a:pt x="525471" y="763802"/>
                  </a:lnTo>
                  <a:lnTo>
                    <a:pt x="522665" y="770386"/>
                  </a:lnTo>
                  <a:lnTo>
                    <a:pt x="517941" y="781825"/>
                  </a:lnTo>
                  <a:lnTo>
                    <a:pt x="520873" y="781607"/>
                  </a:lnTo>
                  <a:lnTo>
                    <a:pt x="523652" y="781401"/>
                  </a:lnTo>
                  <a:lnTo>
                    <a:pt x="526270" y="781208"/>
                  </a:lnTo>
                  <a:lnTo>
                    <a:pt x="530564" y="780890"/>
                  </a:lnTo>
                  <a:lnTo>
                    <a:pt x="531885" y="780792"/>
                  </a:lnTo>
                  <a:lnTo>
                    <a:pt x="533889" y="780643"/>
                  </a:lnTo>
                  <a:lnTo>
                    <a:pt x="534148" y="780624"/>
                  </a:lnTo>
                  <a:lnTo>
                    <a:pt x="536825" y="780425"/>
                  </a:lnTo>
                  <a:lnTo>
                    <a:pt x="540347" y="780165"/>
                  </a:lnTo>
                  <a:lnTo>
                    <a:pt x="540656" y="780142"/>
                  </a:lnTo>
                  <a:lnTo>
                    <a:pt x="546232" y="779727"/>
                  </a:lnTo>
                  <a:lnTo>
                    <a:pt x="550653" y="777233"/>
                  </a:lnTo>
                  <a:lnTo>
                    <a:pt x="552235" y="776083"/>
                  </a:lnTo>
                  <a:lnTo>
                    <a:pt x="552456" y="776232"/>
                  </a:lnTo>
                  <a:lnTo>
                    <a:pt x="553925" y="775397"/>
                  </a:lnTo>
                  <a:lnTo>
                    <a:pt x="554117" y="775288"/>
                  </a:lnTo>
                  <a:lnTo>
                    <a:pt x="555091" y="774674"/>
                  </a:lnTo>
                  <a:lnTo>
                    <a:pt x="555989" y="774002"/>
                  </a:lnTo>
                  <a:lnTo>
                    <a:pt x="556830" y="773320"/>
                  </a:lnTo>
                  <a:lnTo>
                    <a:pt x="557586" y="772471"/>
                  </a:lnTo>
                  <a:lnTo>
                    <a:pt x="557892" y="772147"/>
                  </a:lnTo>
                  <a:lnTo>
                    <a:pt x="558321" y="771693"/>
                  </a:lnTo>
                  <a:lnTo>
                    <a:pt x="563745" y="765535"/>
                  </a:lnTo>
                  <a:lnTo>
                    <a:pt x="564830" y="766301"/>
                  </a:lnTo>
                  <a:lnTo>
                    <a:pt x="574531" y="758618"/>
                  </a:lnTo>
                  <a:lnTo>
                    <a:pt x="580800" y="752448"/>
                  </a:lnTo>
                  <a:lnTo>
                    <a:pt x="581628" y="751411"/>
                  </a:lnTo>
                  <a:lnTo>
                    <a:pt x="583011" y="749969"/>
                  </a:lnTo>
                  <a:lnTo>
                    <a:pt x="584109" y="748926"/>
                  </a:lnTo>
                  <a:lnTo>
                    <a:pt x="585227" y="747876"/>
                  </a:lnTo>
                  <a:lnTo>
                    <a:pt x="585626" y="747518"/>
                  </a:lnTo>
                  <a:lnTo>
                    <a:pt x="589253" y="744122"/>
                  </a:lnTo>
                  <a:lnTo>
                    <a:pt x="590785" y="742687"/>
                  </a:lnTo>
                  <a:lnTo>
                    <a:pt x="592417" y="741367"/>
                  </a:lnTo>
                  <a:lnTo>
                    <a:pt x="592887" y="740988"/>
                  </a:lnTo>
                  <a:lnTo>
                    <a:pt x="594118" y="740195"/>
                  </a:lnTo>
                  <a:lnTo>
                    <a:pt x="594589" y="739893"/>
                  </a:lnTo>
                  <a:lnTo>
                    <a:pt x="595946" y="739164"/>
                  </a:lnTo>
                  <a:lnTo>
                    <a:pt x="597911" y="738430"/>
                  </a:lnTo>
                  <a:lnTo>
                    <a:pt x="600187" y="737580"/>
                  </a:lnTo>
                  <a:lnTo>
                    <a:pt x="600358" y="737517"/>
                  </a:lnTo>
                  <a:lnTo>
                    <a:pt x="617759" y="731658"/>
                  </a:lnTo>
                  <a:lnTo>
                    <a:pt x="619747" y="730990"/>
                  </a:lnTo>
                  <a:lnTo>
                    <a:pt x="621730" y="730306"/>
                  </a:lnTo>
                  <a:lnTo>
                    <a:pt x="627692" y="728249"/>
                  </a:lnTo>
                  <a:lnTo>
                    <a:pt x="637457" y="724942"/>
                  </a:lnTo>
                  <a:lnTo>
                    <a:pt x="643604" y="722854"/>
                  </a:lnTo>
                  <a:lnTo>
                    <a:pt x="645590" y="722180"/>
                  </a:lnTo>
                  <a:lnTo>
                    <a:pt x="647580" y="721514"/>
                  </a:lnTo>
                  <a:lnTo>
                    <a:pt x="655651" y="718815"/>
                  </a:lnTo>
                  <a:lnTo>
                    <a:pt x="656776" y="718493"/>
                  </a:lnTo>
                  <a:lnTo>
                    <a:pt x="659080" y="717949"/>
                  </a:lnTo>
                  <a:lnTo>
                    <a:pt x="661128" y="717476"/>
                  </a:lnTo>
                  <a:lnTo>
                    <a:pt x="661383" y="717438"/>
                  </a:lnTo>
                  <a:lnTo>
                    <a:pt x="663457" y="717121"/>
                  </a:lnTo>
                  <a:lnTo>
                    <a:pt x="665550" y="716984"/>
                  </a:lnTo>
                  <a:lnTo>
                    <a:pt x="677999" y="716169"/>
                  </a:lnTo>
                  <a:lnTo>
                    <a:pt x="679715" y="716545"/>
                  </a:lnTo>
                  <a:lnTo>
                    <a:pt x="683114" y="718166"/>
                  </a:lnTo>
                  <a:lnTo>
                    <a:pt x="702617" y="725474"/>
                  </a:lnTo>
                  <a:lnTo>
                    <a:pt x="703241" y="727130"/>
                  </a:lnTo>
                  <a:lnTo>
                    <a:pt x="703773" y="728236"/>
                  </a:lnTo>
                  <a:lnTo>
                    <a:pt x="703980" y="728276"/>
                  </a:lnTo>
                  <a:lnTo>
                    <a:pt x="704187" y="728317"/>
                  </a:lnTo>
                  <a:lnTo>
                    <a:pt x="704393" y="728358"/>
                  </a:lnTo>
                  <a:lnTo>
                    <a:pt x="704599" y="728400"/>
                  </a:lnTo>
                  <a:lnTo>
                    <a:pt x="704805" y="728443"/>
                  </a:lnTo>
                  <a:lnTo>
                    <a:pt x="705011" y="728487"/>
                  </a:lnTo>
                  <a:lnTo>
                    <a:pt x="705217" y="728531"/>
                  </a:lnTo>
                  <a:lnTo>
                    <a:pt x="705423" y="728576"/>
                  </a:lnTo>
                  <a:lnTo>
                    <a:pt x="705628" y="728622"/>
                  </a:lnTo>
                  <a:lnTo>
                    <a:pt x="705834" y="728669"/>
                  </a:lnTo>
                  <a:lnTo>
                    <a:pt x="706039" y="728717"/>
                  </a:lnTo>
                  <a:lnTo>
                    <a:pt x="706244" y="728765"/>
                  </a:lnTo>
                  <a:lnTo>
                    <a:pt x="706448" y="728813"/>
                  </a:lnTo>
                  <a:lnTo>
                    <a:pt x="706653" y="728863"/>
                  </a:lnTo>
                  <a:lnTo>
                    <a:pt x="706857" y="728913"/>
                  </a:lnTo>
                  <a:lnTo>
                    <a:pt x="707062" y="728965"/>
                  </a:lnTo>
                  <a:lnTo>
                    <a:pt x="707266" y="729017"/>
                  </a:lnTo>
                  <a:lnTo>
                    <a:pt x="707470" y="729069"/>
                  </a:lnTo>
                  <a:lnTo>
                    <a:pt x="707673" y="729122"/>
                  </a:lnTo>
                  <a:lnTo>
                    <a:pt x="707877" y="729177"/>
                  </a:lnTo>
                  <a:lnTo>
                    <a:pt x="708080" y="729231"/>
                  </a:lnTo>
                  <a:lnTo>
                    <a:pt x="708283" y="729287"/>
                  </a:lnTo>
                  <a:lnTo>
                    <a:pt x="708486" y="729343"/>
                  </a:lnTo>
                  <a:lnTo>
                    <a:pt x="708689" y="729400"/>
                  </a:lnTo>
                  <a:lnTo>
                    <a:pt x="708891" y="729458"/>
                  </a:lnTo>
                  <a:lnTo>
                    <a:pt x="709094" y="729517"/>
                  </a:lnTo>
                  <a:lnTo>
                    <a:pt x="709296" y="729576"/>
                  </a:lnTo>
                  <a:lnTo>
                    <a:pt x="709497" y="729636"/>
                  </a:lnTo>
                  <a:lnTo>
                    <a:pt x="709699" y="729697"/>
                  </a:lnTo>
                  <a:lnTo>
                    <a:pt x="709900" y="729758"/>
                  </a:lnTo>
                  <a:lnTo>
                    <a:pt x="710102" y="729820"/>
                  </a:lnTo>
                  <a:lnTo>
                    <a:pt x="710302" y="729883"/>
                  </a:lnTo>
                  <a:lnTo>
                    <a:pt x="710503" y="729947"/>
                  </a:lnTo>
                  <a:lnTo>
                    <a:pt x="710704" y="730011"/>
                  </a:lnTo>
                  <a:lnTo>
                    <a:pt x="710904" y="730077"/>
                  </a:lnTo>
                  <a:lnTo>
                    <a:pt x="711104" y="730142"/>
                  </a:lnTo>
                  <a:lnTo>
                    <a:pt x="711304" y="730209"/>
                  </a:lnTo>
                  <a:lnTo>
                    <a:pt x="711503" y="730276"/>
                  </a:lnTo>
                  <a:lnTo>
                    <a:pt x="711703" y="730344"/>
                  </a:lnTo>
                  <a:lnTo>
                    <a:pt x="711902" y="730413"/>
                  </a:lnTo>
                  <a:lnTo>
                    <a:pt x="712100" y="730482"/>
                  </a:lnTo>
                  <a:lnTo>
                    <a:pt x="712299" y="730553"/>
                  </a:lnTo>
                  <a:lnTo>
                    <a:pt x="712497" y="730624"/>
                  </a:lnTo>
                  <a:lnTo>
                    <a:pt x="712695" y="730695"/>
                  </a:lnTo>
                  <a:lnTo>
                    <a:pt x="712893" y="730768"/>
                  </a:lnTo>
                  <a:lnTo>
                    <a:pt x="713090" y="730841"/>
                  </a:lnTo>
                  <a:lnTo>
                    <a:pt x="713288" y="730915"/>
                  </a:lnTo>
                  <a:lnTo>
                    <a:pt x="713485" y="730989"/>
                  </a:lnTo>
                  <a:lnTo>
                    <a:pt x="713681" y="731064"/>
                  </a:lnTo>
                  <a:lnTo>
                    <a:pt x="713878" y="731140"/>
                  </a:lnTo>
                  <a:lnTo>
                    <a:pt x="714074" y="731217"/>
                  </a:lnTo>
                  <a:lnTo>
                    <a:pt x="714270" y="731294"/>
                  </a:lnTo>
                  <a:lnTo>
                    <a:pt x="714509" y="731392"/>
                  </a:lnTo>
                  <a:lnTo>
                    <a:pt x="714748" y="731490"/>
                  </a:lnTo>
                  <a:lnTo>
                    <a:pt x="714987" y="731589"/>
                  </a:lnTo>
                  <a:lnTo>
                    <a:pt x="715225" y="731689"/>
                  </a:lnTo>
                  <a:lnTo>
                    <a:pt x="715463" y="731789"/>
                  </a:lnTo>
                  <a:lnTo>
                    <a:pt x="715701" y="731890"/>
                  </a:lnTo>
                  <a:lnTo>
                    <a:pt x="715939" y="731992"/>
                  </a:lnTo>
                  <a:lnTo>
                    <a:pt x="716176" y="732094"/>
                  </a:lnTo>
                  <a:lnTo>
                    <a:pt x="716413" y="732197"/>
                  </a:lnTo>
                  <a:lnTo>
                    <a:pt x="716649" y="732301"/>
                  </a:lnTo>
                  <a:lnTo>
                    <a:pt x="716886" y="732406"/>
                  </a:lnTo>
                  <a:lnTo>
                    <a:pt x="717122" y="732511"/>
                  </a:lnTo>
                  <a:lnTo>
                    <a:pt x="717427" y="732649"/>
                  </a:lnTo>
                  <a:lnTo>
                    <a:pt x="717593" y="732724"/>
                  </a:lnTo>
                  <a:lnTo>
                    <a:pt x="717828" y="732831"/>
                  </a:lnTo>
                  <a:lnTo>
                    <a:pt x="718063" y="732939"/>
                  </a:lnTo>
                  <a:lnTo>
                    <a:pt x="718297" y="733048"/>
                  </a:lnTo>
                  <a:lnTo>
                    <a:pt x="718531" y="733157"/>
                  </a:lnTo>
                  <a:lnTo>
                    <a:pt x="718765" y="733267"/>
                  </a:lnTo>
                  <a:lnTo>
                    <a:pt x="718999" y="733378"/>
                  </a:lnTo>
                  <a:lnTo>
                    <a:pt x="719232" y="733490"/>
                  </a:lnTo>
                  <a:lnTo>
                    <a:pt x="719464" y="733602"/>
                  </a:lnTo>
                  <a:lnTo>
                    <a:pt x="719697" y="733715"/>
                  </a:lnTo>
                  <a:lnTo>
                    <a:pt x="719929" y="733828"/>
                  </a:lnTo>
                  <a:lnTo>
                    <a:pt x="720161" y="733943"/>
                  </a:lnTo>
                  <a:lnTo>
                    <a:pt x="720392" y="734058"/>
                  </a:lnTo>
                  <a:lnTo>
                    <a:pt x="720623" y="734173"/>
                  </a:lnTo>
                  <a:lnTo>
                    <a:pt x="720854" y="734290"/>
                  </a:lnTo>
                  <a:lnTo>
                    <a:pt x="721085" y="734407"/>
                  </a:lnTo>
                  <a:lnTo>
                    <a:pt x="721315" y="734524"/>
                  </a:lnTo>
                  <a:lnTo>
                    <a:pt x="721544" y="734643"/>
                  </a:lnTo>
                  <a:lnTo>
                    <a:pt x="725726" y="736645"/>
                  </a:lnTo>
                  <a:lnTo>
                    <a:pt x="731706" y="739623"/>
                  </a:lnTo>
                  <a:lnTo>
                    <a:pt x="735457" y="742390"/>
                  </a:lnTo>
                  <a:lnTo>
                    <a:pt x="745153" y="740980"/>
                  </a:lnTo>
                  <a:lnTo>
                    <a:pt x="755033" y="738308"/>
                  </a:lnTo>
                  <a:lnTo>
                    <a:pt x="756604" y="737877"/>
                  </a:lnTo>
                  <a:lnTo>
                    <a:pt x="756556" y="737677"/>
                  </a:lnTo>
                  <a:lnTo>
                    <a:pt x="756483" y="736767"/>
                  </a:lnTo>
                  <a:lnTo>
                    <a:pt x="756485" y="736639"/>
                  </a:lnTo>
                  <a:lnTo>
                    <a:pt x="756490" y="736313"/>
                  </a:lnTo>
                  <a:lnTo>
                    <a:pt x="756534" y="735816"/>
                  </a:lnTo>
                  <a:lnTo>
                    <a:pt x="756764" y="734453"/>
                  </a:lnTo>
                  <a:lnTo>
                    <a:pt x="757238" y="731906"/>
                  </a:lnTo>
                  <a:lnTo>
                    <a:pt x="757399" y="731040"/>
                  </a:lnTo>
                  <a:lnTo>
                    <a:pt x="757475" y="729975"/>
                  </a:lnTo>
                  <a:lnTo>
                    <a:pt x="757500" y="729258"/>
                  </a:lnTo>
                  <a:lnTo>
                    <a:pt x="757471" y="728508"/>
                  </a:lnTo>
                  <a:lnTo>
                    <a:pt x="757381" y="727594"/>
                  </a:lnTo>
                  <a:lnTo>
                    <a:pt x="757251" y="726713"/>
                  </a:lnTo>
                  <a:lnTo>
                    <a:pt x="757054" y="725862"/>
                  </a:lnTo>
                  <a:lnTo>
                    <a:pt x="756817" y="725105"/>
                  </a:lnTo>
                  <a:lnTo>
                    <a:pt x="756573" y="724401"/>
                  </a:lnTo>
                  <a:lnTo>
                    <a:pt x="756331" y="723784"/>
                  </a:lnTo>
                  <a:lnTo>
                    <a:pt x="755976" y="723040"/>
                  </a:lnTo>
                  <a:lnTo>
                    <a:pt x="755539" y="722308"/>
                  </a:lnTo>
                  <a:lnTo>
                    <a:pt x="754150" y="720322"/>
                  </a:lnTo>
                  <a:lnTo>
                    <a:pt x="752347" y="717964"/>
                  </a:lnTo>
                  <a:lnTo>
                    <a:pt x="752115" y="717556"/>
                  </a:lnTo>
                  <a:lnTo>
                    <a:pt x="751706" y="716025"/>
                  </a:lnTo>
                  <a:lnTo>
                    <a:pt x="752470" y="715824"/>
                  </a:lnTo>
                  <a:lnTo>
                    <a:pt x="755051" y="715211"/>
                  </a:lnTo>
                  <a:lnTo>
                    <a:pt x="755844" y="715100"/>
                  </a:lnTo>
                  <a:lnTo>
                    <a:pt x="756561" y="715000"/>
                  </a:lnTo>
                  <a:lnTo>
                    <a:pt x="758050" y="714822"/>
                  </a:lnTo>
                  <a:lnTo>
                    <a:pt x="759522" y="714676"/>
                  </a:lnTo>
                  <a:lnTo>
                    <a:pt x="760289" y="714616"/>
                  </a:lnTo>
                  <a:lnTo>
                    <a:pt x="760740" y="714581"/>
                  </a:lnTo>
                  <a:lnTo>
                    <a:pt x="762223" y="714477"/>
                  </a:lnTo>
                  <a:lnTo>
                    <a:pt x="763331" y="714390"/>
                  </a:lnTo>
                  <a:lnTo>
                    <a:pt x="763535" y="714374"/>
                  </a:lnTo>
                  <a:lnTo>
                    <a:pt x="764073" y="714348"/>
                  </a:lnTo>
                  <a:lnTo>
                    <a:pt x="764727" y="714318"/>
                  </a:lnTo>
                  <a:lnTo>
                    <a:pt x="765912" y="714285"/>
                  </a:lnTo>
                  <a:lnTo>
                    <a:pt x="767138" y="714259"/>
                  </a:lnTo>
                  <a:lnTo>
                    <a:pt x="768374" y="714251"/>
                  </a:lnTo>
                  <a:lnTo>
                    <a:pt x="769609" y="714266"/>
                  </a:lnTo>
                  <a:lnTo>
                    <a:pt x="770896" y="714290"/>
                  </a:lnTo>
                  <a:lnTo>
                    <a:pt x="772251" y="714330"/>
                  </a:lnTo>
                  <a:lnTo>
                    <a:pt x="773565" y="714406"/>
                  </a:lnTo>
                  <a:lnTo>
                    <a:pt x="774663" y="714466"/>
                  </a:lnTo>
                  <a:lnTo>
                    <a:pt x="775849" y="714560"/>
                  </a:lnTo>
                  <a:lnTo>
                    <a:pt x="777178" y="714672"/>
                  </a:lnTo>
                  <a:lnTo>
                    <a:pt x="778518" y="714786"/>
                  </a:lnTo>
                  <a:lnTo>
                    <a:pt x="784139" y="715459"/>
                  </a:lnTo>
                  <a:lnTo>
                    <a:pt x="785386" y="715644"/>
                  </a:lnTo>
                  <a:lnTo>
                    <a:pt x="786882" y="715852"/>
                  </a:lnTo>
                  <a:lnTo>
                    <a:pt x="787540" y="715943"/>
                  </a:lnTo>
                  <a:lnTo>
                    <a:pt x="788788" y="716148"/>
                  </a:lnTo>
                  <a:lnTo>
                    <a:pt x="790958" y="716535"/>
                  </a:lnTo>
                  <a:lnTo>
                    <a:pt x="791167" y="716574"/>
                  </a:lnTo>
                  <a:lnTo>
                    <a:pt x="792158" y="716773"/>
                  </a:lnTo>
                  <a:lnTo>
                    <a:pt x="793230" y="716996"/>
                  </a:lnTo>
                  <a:lnTo>
                    <a:pt x="794301" y="717235"/>
                  </a:lnTo>
                  <a:lnTo>
                    <a:pt x="795331" y="717473"/>
                  </a:lnTo>
                  <a:lnTo>
                    <a:pt x="796284" y="717712"/>
                  </a:lnTo>
                  <a:lnTo>
                    <a:pt x="797474" y="718015"/>
                  </a:lnTo>
                  <a:lnTo>
                    <a:pt x="798950" y="718403"/>
                  </a:lnTo>
                  <a:lnTo>
                    <a:pt x="799771" y="718651"/>
                  </a:lnTo>
                  <a:lnTo>
                    <a:pt x="800986" y="719008"/>
                  </a:lnTo>
                  <a:lnTo>
                    <a:pt x="802176" y="719356"/>
                  </a:lnTo>
                  <a:lnTo>
                    <a:pt x="803116" y="719642"/>
                  </a:lnTo>
                  <a:lnTo>
                    <a:pt x="803859" y="719895"/>
                  </a:lnTo>
                  <a:lnTo>
                    <a:pt x="804811" y="720225"/>
                  </a:lnTo>
                  <a:lnTo>
                    <a:pt x="806719" y="729253"/>
                  </a:lnTo>
                  <a:lnTo>
                    <a:pt x="807428" y="732627"/>
                  </a:lnTo>
                  <a:lnTo>
                    <a:pt x="812069" y="754598"/>
                  </a:lnTo>
                  <a:lnTo>
                    <a:pt x="813292" y="760302"/>
                  </a:lnTo>
                  <a:lnTo>
                    <a:pt x="814671" y="760059"/>
                  </a:lnTo>
                  <a:lnTo>
                    <a:pt x="815712" y="759972"/>
                  </a:lnTo>
                  <a:lnTo>
                    <a:pt x="830583" y="757348"/>
                  </a:lnTo>
                  <a:lnTo>
                    <a:pt x="834275" y="756607"/>
                  </a:lnTo>
                  <a:lnTo>
                    <a:pt x="834184" y="756054"/>
                  </a:lnTo>
                  <a:lnTo>
                    <a:pt x="834864" y="746131"/>
                  </a:lnTo>
                  <a:lnTo>
                    <a:pt x="836145" y="743727"/>
                  </a:lnTo>
                  <a:lnTo>
                    <a:pt x="836320" y="743387"/>
                  </a:lnTo>
                  <a:lnTo>
                    <a:pt x="844330" y="747552"/>
                  </a:lnTo>
                  <a:lnTo>
                    <a:pt x="845183" y="747997"/>
                  </a:lnTo>
                  <a:lnTo>
                    <a:pt x="847042" y="748962"/>
                  </a:lnTo>
                  <a:lnTo>
                    <a:pt x="846865" y="749301"/>
                  </a:lnTo>
                  <a:lnTo>
                    <a:pt x="846419" y="750146"/>
                  </a:lnTo>
                  <a:lnTo>
                    <a:pt x="846177" y="750605"/>
                  </a:lnTo>
                  <a:lnTo>
                    <a:pt x="852263" y="753794"/>
                  </a:lnTo>
                  <a:lnTo>
                    <a:pt x="852515" y="753314"/>
                  </a:lnTo>
                  <a:lnTo>
                    <a:pt x="853780" y="750910"/>
                  </a:lnTo>
                  <a:lnTo>
                    <a:pt x="854689" y="749191"/>
                  </a:lnTo>
                  <a:lnTo>
                    <a:pt x="854776" y="749023"/>
                  </a:lnTo>
                  <a:lnTo>
                    <a:pt x="863791" y="752974"/>
                  </a:lnTo>
                  <a:lnTo>
                    <a:pt x="863784" y="753266"/>
                  </a:lnTo>
                  <a:lnTo>
                    <a:pt x="863753" y="754523"/>
                  </a:lnTo>
                  <a:lnTo>
                    <a:pt x="863738" y="755096"/>
                  </a:lnTo>
                  <a:lnTo>
                    <a:pt x="864111" y="755105"/>
                  </a:lnTo>
                  <a:lnTo>
                    <a:pt x="864483" y="755116"/>
                  </a:lnTo>
                  <a:lnTo>
                    <a:pt x="864856" y="755126"/>
                  </a:lnTo>
                  <a:lnTo>
                    <a:pt x="865228" y="755138"/>
                  </a:lnTo>
                  <a:lnTo>
                    <a:pt x="865600" y="755150"/>
                  </a:lnTo>
                  <a:lnTo>
                    <a:pt x="865973" y="755163"/>
                  </a:lnTo>
                  <a:lnTo>
                    <a:pt x="866345" y="755177"/>
                  </a:lnTo>
                  <a:lnTo>
                    <a:pt x="866717" y="755192"/>
                  </a:lnTo>
                  <a:lnTo>
                    <a:pt x="867191" y="755211"/>
                  </a:lnTo>
                  <a:lnTo>
                    <a:pt x="867462" y="755223"/>
                  </a:lnTo>
                  <a:lnTo>
                    <a:pt x="867834" y="755240"/>
                  </a:lnTo>
                  <a:lnTo>
                    <a:pt x="868206" y="755257"/>
                  </a:lnTo>
                  <a:lnTo>
                    <a:pt x="868578" y="755275"/>
                  </a:lnTo>
                  <a:lnTo>
                    <a:pt x="868950" y="755294"/>
                  </a:lnTo>
                  <a:lnTo>
                    <a:pt x="869322" y="755314"/>
                  </a:lnTo>
                  <a:lnTo>
                    <a:pt x="870035" y="755356"/>
                  </a:lnTo>
                  <a:lnTo>
                    <a:pt x="870914" y="755407"/>
                  </a:lnTo>
                  <a:lnTo>
                    <a:pt x="872518" y="755525"/>
                  </a:lnTo>
                  <a:lnTo>
                    <a:pt x="876761" y="755837"/>
                  </a:lnTo>
                  <a:lnTo>
                    <a:pt x="880620" y="756417"/>
                  </a:lnTo>
                  <a:lnTo>
                    <a:pt x="884487" y="757372"/>
                  </a:lnTo>
                  <a:lnTo>
                    <a:pt x="884641" y="757412"/>
                  </a:lnTo>
                  <a:lnTo>
                    <a:pt x="887654" y="758184"/>
                  </a:lnTo>
                  <a:lnTo>
                    <a:pt x="888820" y="758543"/>
                  </a:lnTo>
                  <a:lnTo>
                    <a:pt x="890360" y="755653"/>
                  </a:lnTo>
                  <a:lnTo>
                    <a:pt x="896726" y="744082"/>
                  </a:lnTo>
                  <a:lnTo>
                    <a:pt x="897610" y="742422"/>
                  </a:lnTo>
                  <a:lnTo>
                    <a:pt x="901933" y="744758"/>
                  </a:lnTo>
                  <a:lnTo>
                    <a:pt x="902218" y="744912"/>
                  </a:lnTo>
                  <a:lnTo>
                    <a:pt x="913781" y="751166"/>
                  </a:lnTo>
                  <a:lnTo>
                    <a:pt x="915783" y="752242"/>
                  </a:lnTo>
                  <a:lnTo>
                    <a:pt x="920417" y="754615"/>
                  </a:lnTo>
                  <a:lnTo>
                    <a:pt x="921207" y="755019"/>
                  </a:lnTo>
                  <a:lnTo>
                    <a:pt x="925045" y="756985"/>
                  </a:lnTo>
                  <a:lnTo>
                    <a:pt x="925345" y="757139"/>
                  </a:lnTo>
                  <a:lnTo>
                    <a:pt x="926546" y="757753"/>
                  </a:lnTo>
                  <a:lnTo>
                    <a:pt x="937109" y="763389"/>
                  </a:lnTo>
                  <a:lnTo>
                    <a:pt x="947022" y="768471"/>
                  </a:lnTo>
                  <a:lnTo>
                    <a:pt x="952938" y="771607"/>
                  </a:lnTo>
                  <a:lnTo>
                    <a:pt x="967751" y="779502"/>
                  </a:lnTo>
                  <a:lnTo>
                    <a:pt x="994605" y="793803"/>
                  </a:lnTo>
                  <a:lnTo>
                    <a:pt x="998460" y="795869"/>
                  </a:lnTo>
                  <a:lnTo>
                    <a:pt x="1011499" y="802857"/>
                  </a:lnTo>
                  <a:lnTo>
                    <a:pt x="1013143" y="803696"/>
                  </a:lnTo>
                  <a:lnTo>
                    <a:pt x="998602" y="869576"/>
                  </a:lnTo>
                  <a:lnTo>
                    <a:pt x="1000373" y="869874"/>
                  </a:lnTo>
                  <a:lnTo>
                    <a:pt x="1013942" y="872083"/>
                  </a:lnTo>
                  <a:lnTo>
                    <a:pt x="1016753" y="872536"/>
                  </a:lnTo>
                  <a:lnTo>
                    <a:pt x="1016473" y="873850"/>
                  </a:lnTo>
                  <a:lnTo>
                    <a:pt x="1014927" y="880986"/>
                  </a:lnTo>
                  <a:lnTo>
                    <a:pt x="1012556" y="891468"/>
                  </a:lnTo>
                  <a:lnTo>
                    <a:pt x="1011763" y="894948"/>
                  </a:lnTo>
                  <a:lnTo>
                    <a:pt x="1011438" y="896449"/>
                  </a:lnTo>
                  <a:lnTo>
                    <a:pt x="1012860" y="896546"/>
                  </a:lnTo>
                  <a:lnTo>
                    <a:pt x="1036417" y="897907"/>
                  </a:lnTo>
                  <a:lnTo>
                    <a:pt x="1036098" y="899299"/>
                  </a:lnTo>
                  <a:lnTo>
                    <a:pt x="1032349" y="914620"/>
                  </a:lnTo>
                  <a:lnTo>
                    <a:pt x="1032396" y="915783"/>
                  </a:lnTo>
                  <a:lnTo>
                    <a:pt x="1038124" y="915678"/>
                  </a:lnTo>
                  <a:lnTo>
                    <a:pt x="1052997" y="915404"/>
                  </a:lnTo>
                  <a:lnTo>
                    <a:pt x="1074083" y="915015"/>
                  </a:lnTo>
                  <a:lnTo>
                    <a:pt x="1075551" y="914950"/>
                  </a:lnTo>
                  <a:lnTo>
                    <a:pt x="1076255" y="922837"/>
                  </a:lnTo>
                  <a:lnTo>
                    <a:pt x="1076320" y="923542"/>
                  </a:lnTo>
                  <a:lnTo>
                    <a:pt x="1077523" y="936583"/>
                  </a:lnTo>
                  <a:lnTo>
                    <a:pt x="1077994" y="942275"/>
                  </a:lnTo>
                  <a:lnTo>
                    <a:pt x="1078020" y="942612"/>
                  </a:lnTo>
                  <a:lnTo>
                    <a:pt x="1078655" y="950942"/>
                  </a:lnTo>
                  <a:lnTo>
                    <a:pt x="1079188" y="957313"/>
                  </a:lnTo>
                  <a:lnTo>
                    <a:pt x="1079291" y="958198"/>
                  </a:lnTo>
                  <a:lnTo>
                    <a:pt x="1079627" y="959427"/>
                  </a:lnTo>
                  <a:lnTo>
                    <a:pt x="1079859" y="960276"/>
                  </a:lnTo>
                  <a:lnTo>
                    <a:pt x="1092139" y="957131"/>
                  </a:lnTo>
                  <a:lnTo>
                    <a:pt x="1098332" y="955450"/>
                  </a:lnTo>
                  <a:lnTo>
                    <a:pt x="1116241" y="950530"/>
                  </a:lnTo>
                  <a:lnTo>
                    <a:pt x="1121973" y="948957"/>
                  </a:lnTo>
                  <a:lnTo>
                    <a:pt x="1122973" y="948682"/>
                  </a:lnTo>
                  <a:lnTo>
                    <a:pt x="1134322" y="945582"/>
                  </a:lnTo>
                  <a:lnTo>
                    <a:pt x="1134757" y="945471"/>
                  </a:lnTo>
                  <a:lnTo>
                    <a:pt x="1137179" y="944857"/>
                  </a:lnTo>
                  <a:lnTo>
                    <a:pt x="1147042" y="942202"/>
                  </a:lnTo>
                  <a:lnTo>
                    <a:pt x="1154177" y="940254"/>
                  </a:lnTo>
                  <a:lnTo>
                    <a:pt x="1159674" y="938752"/>
                  </a:lnTo>
                  <a:lnTo>
                    <a:pt x="1160028" y="938670"/>
                  </a:lnTo>
                  <a:lnTo>
                    <a:pt x="1165857" y="937127"/>
                  </a:lnTo>
                  <a:lnTo>
                    <a:pt x="1172132" y="936143"/>
                  </a:lnTo>
                  <a:lnTo>
                    <a:pt x="1173842" y="935876"/>
                  </a:lnTo>
                  <a:lnTo>
                    <a:pt x="1179614" y="934995"/>
                  </a:lnTo>
                  <a:lnTo>
                    <a:pt x="1189727" y="933452"/>
                  </a:lnTo>
                  <a:lnTo>
                    <a:pt x="1200495" y="931384"/>
                  </a:lnTo>
                  <a:lnTo>
                    <a:pt x="1218711" y="927886"/>
                  </a:lnTo>
                  <a:lnTo>
                    <a:pt x="1233526" y="925058"/>
                  </a:lnTo>
                  <a:lnTo>
                    <a:pt x="1234688" y="924836"/>
                  </a:lnTo>
                  <a:lnTo>
                    <a:pt x="1263462" y="919353"/>
                  </a:lnTo>
                  <a:lnTo>
                    <a:pt x="1263380" y="921521"/>
                  </a:lnTo>
                  <a:lnTo>
                    <a:pt x="1263029" y="930339"/>
                  </a:lnTo>
                  <a:lnTo>
                    <a:pt x="1262620" y="940601"/>
                  </a:lnTo>
                  <a:lnTo>
                    <a:pt x="1261937" y="959641"/>
                  </a:lnTo>
                  <a:lnTo>
                    <a:pt x="1261537" y="969926"/>
                  </a:lnTo>
                  <a:lnTo>
                    <a:pt x="1261188" y="978882"/>
                  </a:lnTo>
                  <a:lnTo>
                    <a:pt x="1261138" y="980308"/>
                  </a:lnTo>
                  <a:lnTo>
                    <a:pt x="1262608" y="980494"/>
                  </a:lnTo>
                  <a:lnTo>
                    <a:pt x="1265234" y="980829"/>
                  </a:lnTo>
                  <a:lnTo>
                    <a:pt x="1266027" y="980928"/>
                  </a:lnTo>
                  <a:lnTo>
                    <a:pt x="1269580" y="981379"/>
                  </a:lnTo>
                  <a:lnTo>
                    <a:pt x="1273075" y="981821"/>
                  </a:lnTo>
                  <a:lnTo>
                    <a:pt x="1273581" y="979657"/>
                  </a:lnTo>
                  <a:lnTo>
                    <a:pt x="1273575" y="979500"/>
                  </a:lnTo>
                  <a:lnTo>
                    <a:pt x="1273714" y="979177"/>
                  </a:lnTo>
                  <a:lnTo>
                    <a:pt x="1273821" y="979053"/>
                  </a:lnTo>
                  <a:lnTo>
                    <a:pt x="1274559" y="976309"/>
                  </a:lnTo>
                  <a:lnTo>
                    <a:pt x="1274713" y="975993"/>
                  </a:lnTo>
                  <a:lnTo>
                    <a:pt x="1276966" y="969619"/>
                  </a:lnTo>
                  <a:lnTo>
                    <a:pt x="1277113" y="969298"/>
                  </a:lnTo>
                  <a:lnTo>
                    <a:pt x="1280060" y="961168"/>
                  </a:lnTo>
                  <a:lnTo>
                    <a:pt x="1280195" y="961021"/>
                  </a:lnTo>
                  <a:lnTo>
                    <a:pt x="1281503" y="957216"/>
                  </a:lnTo>
                  <a:lnTo>
                    <a:pt x="1281566" y="957044"/>
                  </a:lnTo>
                  <a:lnTo>
                    <a:pt x="1281635" y="956854"/>
                  </a:lnTo>
                  <a:lnTo>
                    <a:pt x="1284279" y="949482"/>
                  </a:lnTo>
                  <a:lnTo>
                    <a:pt x="1284428" y="949159"/>
                  </a:lnTo>
                  <a:lnTo>
                    <a:pt x="1287167" y="941608"/>
                  </a:lnTo>
                  <a:lnTo>
                    <a:pt x="1287306" y="941449"/>
                  </a:lnTo>
                  <a:lnTo>
                    <a:pt x="1288555" y="937776"/>
                  </a:lnTo>
                  <a:lnTo>
                    <a:pt x="1288622" y="937591"/>
                  </a:lnTo>
                  <a:lnTo>
                    <a:pt x="1290972" y="931035"/>
                  </a:lnTo>
                  <a:lnTo>
                    <a:pt x="1291128" y="930687"/>
                  </a:lnTo>
                  <a:lnTo>
                    <a:pt x="1291264" y="930314"/>
                  </a:lnTo>
                  <a:lnTo>
                    <a:pt x="1293004" y="925436"/>
                  </a:lnTo>
                  <a:lnTo>
                    <a:pt x="1293157" y="925098"/>
                  </a:lnTo>
                  <a:lnTo>
                    <a:pt x="1294537" y="921295"/>
                  </a:lnTo>
                  <a:lnTo>
                    <a:pt x="1295044" y="919813"/>
                  </a:lnTo>
                  <a:lnTo>
                    <a:pt x="1295178" y="919446"/>
                  </a:lnTo>
                  <a:lnTo>
                    <a:pt x="1295342" y="919301"/>
                  </a:lnTo>
                  <a:lnTo>
                    <a:pt x="1295643" y="918473"/>
                  </a:lnTo>
                  <a:lnTo>
                    <a:pt x="1296034" y="917397"/>
                  </a:lnTo>
                  <a:lnTo>
                    <a:pt x="1296791" y="914999"/>
                  </a:lnTo>
                  <a:lnTo>
                    <a:pt x="1297019" y="914456"/>
                  </a:lnTo>
                  <a:lnTo>
                    <a:pt x="1300340" y="905232"/>
                  </a:lnTo>
                  <a:lnTo>
                    <a:pt x="1300495" y="904881"/>
                  </a:lnTo>
                  <a:lnTo>
                    <a:pt x="1301242" y="902760"/>
                  </a:lnTo>
                  <a:lnTo>
                    <a:pt x="1301397" y="902405"/>
                  </a:lnTo>
                  <a:lnTo>
                    <a:pt x="1304487" y="893877"/>
                  </a:lnTo>
                  <a:lnTo>
                    <a:pt x="1304947" y="892608"/>
                  </a:lnTo>
                  <a:lnTo>
                    <a:pt x="1304819" y="892560"/>
                  </a:lnTo>
                  <a:lnTo>
                    <a:pt x="1305076" y="891856"/>
                  </a:lnTo>
                  <a:lnTo>
                    <a:pt x="1305269" y="891927"/>
                  </a:lnTo>
                  <a:lnTo>
                    <a:pt x="1306211" y="889311"/>
                  </a:lnTo>
                  <a:lnTo>
                    <a:pt x="1305890" y="889193"/>
                  </a:lnTo>
                  <a:lnTo>
                    <a:pt x="1305950" y="889028"/>
                  </a:lnTo>
                  <a:lnTo>
                    <a:pt x="1305507" y="888868"/>
                  </a:lnTo>
                  <a:lnTo>
                    <a:pt x="1305744" y="888206"/>
                  </a:lnTo>
                  <a:lnTo>
                    <a:pt x="1306316" y="886497"/>
                  </a:lnTo>
                  <a:lnTo>
                    <a:pt x="1306005" y="886288"/>
                  </a:lnTo>
                  <a:lnTo>
                    <a:pt x="1305670" y="886168"/>
                  </a:lnTo>
                  <a:lnTo>
                    <a:pt x="1305927" y="885464"/>
                  </a:lnTo>
                  <a:lnTo>
                    <a:pt x="1306964" y="882373"/>
                  </a:lnTo>
                  <a:lnTo>
                    <a:pt x="1307399" y="881422"/>
                  </a:lnTo>
                  <a:lnTo>
                    <a:pt x="1308512" y="878373"/>
                  </a:lnTo>
                  <a:lnTo>
                    <a:pt x="1308770" y="877667"/>
                  </a:lnTo>
                  <a:lnTo>
                    <a:pt x="1309454" y="877914"/>
                  </a:lnTo>
                  <a:lnTo>
                    <a:pt x="1309683" y="877291"/>
                  </a:lnTo>
                  <a:lnTo>
                    <a:pt x="1309902" y="876773"/>
                  </a:lnTo>
                  <a:lnTo>
                    <a:pt x="1310129" y="876145"/>
                  </a:lnTo>
                  <a:lnTo>
                    <a:pt x="1310363" y="875493"/>
                  </a:lnTo>
                  <a:lnTo>
                    <a:pt x="1310857" y="875673"/>
                  </a:lnTo>
                  <a:lnTo>
                    <a:pt x="1311063" y="875492"/>
                  </a:lnTo>
                  <a:lnTo>
                    <a:pt x="1311570" y="874098"/>
                  </a:lnTo>
                  <a:lnTo>
                    <a:pt x="1311831" y="873377"/>
                  </a:lnTo>
                  <a:lnTo>
                    <a:pt x="1311538" y="873316"/>
                  </a:lnTo>
                  <a:lnTo>
                    <a:pt x="1308049" y="872576"/>
                  </a:lnTo>
                  <a:lnTo>
                    <a:pt x="1305192" y="871971"/>
                  </a:lnTo>
                  <a:lnTo>
                    <a:pt x="1293366" y="869466"/>
                  </a:lnTo>
                  <a:lnTo>
                    <a:pt x="1267962" y="864086"/>
                  </a:lnTo>
                  <a:lnTo>
                    <a:pt x="1267099" y="863902"/>
                  </a:lnTo>
                  <a:lnTo>
                    <a:pt x="1267303" y="862910"/>
                  </a:lnTo>
                  <a:lnTo>
                    <a:pt x="1269829" y="850922"/>
                  </a:lnTo>
                  <a:lnTo>
                    <a:pt x="1278587" y="822031"/>
                  </a:lnTo>
                  <a:lnTo>
                    <a:pt x="1230720" y="807118"/>
                  </a:lnTo>
                  <a:lnTo>
                    <a:pt x="1231357" y="805988"/>
                  </a:lnTo>
                  <a:lnTo>
                    <a:pt x="1235395" y="798824"/>
                  </a:lnTo>
                  <a:lnTo>
                    <a:pt x="1234514" y="798258"/>
                  </a:lnTo>
                  <a:lnTo>
                    <a:pt x="1223337" y="791080"/>
                  </a:lnTo>
                  <a:lnTo>
                    <a:pt x="1223815" y="790107"/>
                  </a:lnTo>
                  <a:lnTo>
                    <a:pt x="1224791" y="788279"/>
                  </a:lnTo>
                  <a:lnTo>
                    <a:pt x="1225018" y="787854"/>
                  </a:lnTo>
                  <a:lnTo>
                    <a:pt x="1225167" y="787575"/>
                  </a:lnTo>
                  <a:lnTo>
                    <a:pt x="1225356" y="787221"/>
                  </a:lnTo>
                  <a:lnTo>
                    <a:pt x="1225546" y="786865"/>
                  </a:lnTo>
                  <a:lnTo>
                    <a:pt x="1226532" y="785016"/>
                  </a:lnTo>
                  <a:lnTo>
                    <a:pt x="1226915" y="784299"/>
                  </a:lnTo>
                  <a:lnTo>
                    <a:pt x="1227365" y="783456"/>
                  </a:lnTo>
                  <a:lnTo>
                    <a:pt x="1227742" y="782748"/>
                  </a:lnTo>
                  <a:lnTo>
                    <a:pt x="1228135" y="782012"/>
                  </a:lnTo>
                  <a:lnTo>
                    <a:pt x="1228450" y="781422"/>
                  </a:lnTo>
                  <a:lnTo>
                    <a:pt x="1229161" y="780090"/>
                  </a:lnTo>
                  <a:lnTo>
                    <a:pt x="1229763" y="778962"/>
                  </a:lnTo>
                  <a:lnTo>
                    <a:pt x="1229870" y="778757"/>
                  </a:lnTo>
                  <a:lnTo>
                    <a:pt x="1230071" y="778373"/>
                  </a:lnTo>
                  <a:lnTo>
                    <a:pt x="1230720" y="777130"/>
                  </a:lnTo>
                  <a:lnTo>
                    <a:pt x="1231040" y="776518"/>
                  </a:lnTo>
                  <a:lnTo>
                    <a:pt x="1232026" y="774539"/>
                  </a:lnTo>
                  <a:lnTo>
                    <a:pt x="1233060" y="772626"/>
                  </a:lnTo>
                  <a:lnTo>
                    <a:pt x="1233594" y="771635"/>
                  </a:lnTo>
                  <a:lnTo>
                    <a:pt x="1233844" y="771171"/>
                  </a:lnTo>
                  <a:lnTo>
                    <a:pt x="1234393" y="770123"/>
                  </a:lnTo>
                  <a:lnTo>
                    <a:pt x="1235397" y="768289"/>
                  </a:lnTo>
                  <a:lnTo>
                    <a:pt x="1235592" y="767927"/>
                  </a:lnTo>
                  <a:lnTo>
                    <a:pt x="1235811" y="767520"/>
                  </a:lnTo>
                  <a:lnTo>
                    <a:pt x="1236149" y="766894"/>
                  </a:lnTo>
                  <a:lnTo>
                    <a:pt x="1236661" y="765943"/>
                  </a:lnTo>
                  <a:lnTo>
                    <a:pt x="1238039" y="762926"/>
                  </a:lnTo>
                  <a:lnTo>
                    <a:pt x="1237518" y="762457"/>
                  </a:lnTo>
                  <a:lnTo>
                    <a:pt x="1237192" y="762165"/>
                  </a:lnTo>
                  <a:lnTo>
                    <a:pt x="1236956" y="761952"/>
                  </a:lnTo>
                  <a:lnTo>
                    <a:pt x="1236483" y="761526"/>
                  </a:lnTo>
                  <a:lnTo>
                    <a:pt x="1234985" y="760180"/>
                  </a:lnTo>
                  <a:lnTo>
                    <a:pt x="1234289" y="759249"/>
                  </a:lnTo>
                  <a:lnTo>
                    <a:pt x="1236996" y="754306"/>
                  </a:lnTo>
                  <a:lnTo>
                    <a:pt x="1171470" y="705968"/>
                  </a:lnTo>
                  <a:lnTo>
                    <a:pt x="1158959" y="701905"/>
                  </a:lnTo>
                  <a:lnTo>
                    <a:pt x="1146000" y="692872"/>
                  </a:lnTo>
                  <a:lnTo>
                    <a:pt x="1136673" y="686345"/>
                  </a:lnTo>
                  <a:lnTo>
                    <a:pt x="1131990" y="683212"/>
                  </a:lnTo>
                  <a:lnTo>
                    <a:pt x="1131532" y="682904"/>
                  </a:lnTo>
                  <a:lnTo>
                    <a:pt x="1131555" y="682764"/>
                  </a:lnTo>
                  <a:lnTo>
                    <a:pt x="1130407" y="681961"/>
                  </a:lnTo>
                  <a:lnTo>
                    <a:pt x="1129191" y="681336"/>
                  </a:lnTo>
                  <a:lnTo>
                    <a:pt x="1123376" y="678354"/>
                  </a:lnTo>
                  <a:lnTo>
                    <a:pt x="1122468" y="677889"/>
                  </a:lnTo>
                  <a:lnTo>
                    <a:pt x="1122844" y="676803"/>
                  </a:lnTo>
                  <a:lnTo>
                    <a:pt x="1122588" y="676561"/>
                  </a:lnTo>
                  <a:lnTo>
                    <a:pt x="1122438" y="676362"/>
                  </a:lnTo>
                  <a:lnTo>
                    <a:pt x="1122310" y="676111"/>
                  </a:lnTo>
                  <a:lnTo>
                    <a:pt x="1122157" y="675788"/>
                  </a:lnTo>
                  <a:lnTo>
                    <a:pt x="1122079" y="675389"/>
                  </a:lnTo>
                  <a:lnTo>
                    <a:pt x="1122077" y="675039"/>
                  </a:lnTo>
                  <a:lnTo>
                    <a:pt x="1122508" y="669499"/>
                  </a:lnTo>
                  <a:lnTo>
                    <a:pt x="1122728" y="666630"/>
                  </a:lnTo>
                  <a:lnTo>
                    <a:pt x="1123222" y="662740"/>
                  </a:lnTo>
                  <a:lnTo>
                    <a:pt x="1113457" y="656170"/>
                  </a:lnTo>
                  <a:lnTo>
                    <a:pt x="1112195" y="654896"/>
                  </a:lnTo>
                  <a:lnTo>
                    <a:pt x="1111094" y="653785"/>
                  </a:lnTo>
                  <a:lnTo>
                    <a:pt x="1110860" y="653551"/>
                  </a:lnTo>
                  <a:lnTo>
                    <a:pt x="1107335" y="650014"/>
                  </a:lnTo>
                  <a:lnTo>
                    <a:pt x="1105912" y="651247"/>
                  </a:lnTo>
                  <a:lnTo>
                    <a:pt x="1103432" y="653934"/>
                  </a:lnTo>
                  <a:lnTo>
                    <a:pt x="1097300" y="660063"/>
                  </a:lnTo>
                  <a:lnTo>
                    <a:pt x="1097054" y="660455"/>
                  </a:lnTo>
                  <a:lnTo>
                    <a:pt x="1096686" y="661040"/>
                  </a:lnTo>
                  <a:lnTo>
                    <a:pt x="1096633" y="662453"/>
                  </a:lnTo>
                  <a:lnTo>
                    <a:pt x="1097077" y="663789"/>
                  </a:lnTo>
                  <a:lnTo>
                    <a:pt x="1096871" y="665703"/>
                  </a:lnTo>
                  <a:lnTo>
                    <a:pt x="1096593" y="666151"/>
                  </a:lnTo>
                  <a:lnTo>
                    <a:pt x="1093527" y="668814"/>
                  </a:lnTo>
                  <a:lnTo>
                    <a:pt x="1091328" y="670383"/>
                  </a:lnTo>
                  <a:lnTo>
                    <a:pt x="1089842" y="671046"/>
                  </a:lnTo>
                  <a:lnTo>
                    <a:pt x="1088525" y="671652"/>
                  </a:lnTo>
                  <a:lnTo>
                    <a:pt x="1087210" y="672551"/>
                  </a:lnTo>
                  <a:lnTo>
                    <a:pt x="1079813" y="675610"/>
                  </a:lnTo>
                  <a:lnTo>
                    <a:pt x="1078734" y="676055"/>
                  </a:lnTo>
                  <a:lnTo>
                    <a:pt x="1072932" y="676723"/>
                  </a:lnTo>
                  <a:lnTo>
                    <a:pt x="1071807" y="675865"/>
                  </a:lnTo>
                  <a:lnTo>
                    <a:pt x="1070922" y="675190"/>
                  </a:lnTo>
                  <a:lnTo>
                    <a:pt x="1065550" y="675311"/>
                  </a:lnTo>
                  <a:lnTo>
                    <a:pt x="1063265" y="674998"/>
                  </a:lnTo>
                  <a:lnTo>
                    <a:pt x="1062264" y="674861"/>
                  </a:lnTo>
                  <a:lnTo>
                    <a:pt x="1057153" y="673282"/>
                  </a:lnTo>
                  <a:lnTo>
                    <a:pt x="1054487" y="673428"/>
                  </a:lnTo>
                  <a:lnTo>
                    <a:pt x="1052958" y="673511"/>
                  </a:lnTo>
                  <a:lnTo>
                    <a:pt x="1047056" y="673833"/>
                  </a:lnTo>
                  <a:lnTo>
                    <a:pt x="1046901" y="673838"/>
                  </a:lnTo>
                  <a:lnTo>
                    <a:pt x="1046746" y="673842"/>
                  </a:lnTo>
                  <a:lnTo>
                    <a:pt x="1046591" y="673846"/>
                  </a:lnTo>
                  <a:lnTo>
                    <a:pt x="1046436" y="673849"/>
                  </a:lnTo>
                  <a:lnTo>
                    <a:pt x="1046281" y="673851"/>
                  </a:lnTo>
                  <a:lnTo>
                    <a:pt x="1046126" y="673853"/>
                  </a:lnTo>
                  <a:lnTo>
                    <a:pt x="1045972" y="673853"/>
                  </a:lnTo>
                  <a:lnTo>
                    <a:pt x="1045817" y="673853"/>
                  </a:lnTo>
                  <a:lnTo>
                    <a:pt x="1045662" y="673852"/>
                  </a:lnTo>
                  <a:lnTo>
                    <a:pt x="1045507" y="673851"/>
                  </a:lnTo>
                  <a:lnTo>
                    <a:pt x="1045352" y="673848"/>
                  </a:lnTo>
                  <a:lnTo>
                    <a:pt x="1045197" y="673845"/>
                  </a:lnTo>
                  <a:lnTo>
                    <a:pt x="1045042" y="673841"/>
                  </a:lnTo>
                  <a:lnTo>
                    <a:pt x="1044887" y="673837"/>
                  </a:lnTo>
                  <a:lnTo>
                    <a:pt x="1044733" y="673831"/>
                  </a:lnTo>
                  <a:lnTo>
                    <a:pt x="1044578" y="673825"/>
                  </a:lnTo>
                  <a:lnTo>
                    <a:pt x="1044423" y="673818"/>
                  </a:lnTo>
                  <a:lnTo>
                    <a:pt x="1044268" y="673810"/>
                  </a:lnTo>
                  <a:lnTo>
                    <a:pt x="1044114" y="673802"/>
                  </a:lnTo>
                  <a:lnTo>
                    <a:pt x="1043959" y="673792"/>
                  </a:lnTo>
                  <a:lnTo>
                    <a:pt x="1043804" y="673782"/>
                  </a:lnTo>
                  <a:lnTo>
                    <a:pt x="1043650" y="673771"/>
                  </a:lnTo>
                  <a:lnTo>
                    <a:pt x="1043496" y="673760"/>
                  </a:lnTo>
                  <a:lnTo>
                    <a:pt x="1043341" y="673748"/>
                  </a:lnTo>
                  <a:lnTo>
                    <a:pt x="1043187" y="673735"/>
                  </a:lnTo>
                  <a:lnTo>
                    <a:pt x="1043032" y="673721"/>
                  </a:lnTo>
                  <a:lnTo>
                    <a:pt x="1042878" y="673706"/>
                  </a:lnTo>
                  <a:lnTo>
                    <a:pt x="1042724" y="673691"/>
                  </a:lnTo>
                  <a:lnTo>
                    <a:pt x="1042570" y="673674"/>
                  </a:lnTo>
                  <a:lnTo>
                    <a:pt x="1042416" y="673658"/>
                  </a:lnTo>
                  <a:lnTo>
                    <a:pt x="1042262" y="673640"/>
                  </a:lnTo>
                  <a:lnTo>
                    <a:pt x="1042108" y="673622"/>
                  </a:lnTo>
                  <a:lnTo>
                    <a:pt x="1041955" y="673602"/>
                  </a:lnTo>
                  <a:lnTo>
                    <a:pt x="1041801" y="673582"/>
                  </a:lnTo>
                  <a:lnTo>
                    <a:pt x="1041494" y="673540"/>
                  </a:lnTo>
                  <a:lnTo>
                    <a:pt x="1041341" y="673518"/>
                  </a:lnTo>
                  <a:lnTo>
                    <a:pt x="1041187" y="673495"/>
                  </a:lnTo>
                  <a:lnTo>
                    <a:pt x="1041034" y="673471"/>
                  </a:lnTo>
                  <a:lnTo>
                    <a:pt x="1040881" y="673447"/>
                  </a:lnTo>
                  <a:lnTo>
                    <a:pt x="1040729" y="673422"/>
                  </a:lnTo>
                  <a:lnTo>
                    <a:pt x="1040576" y="673396"/>
                  </a:lnTo>
                  <a:lnTo>
                    <a:pt x="1040423" y="673369"/>
                  </a:lnTo>
                  <a:lnTo>
                    <a:pt x="1040271" y="673341"/>
                  </a:lnTo>
                  <a:lnTo>
                    <a:pt x="1040118" y="673313"/>
                  </a:lnTo>
                  <a:lnTo>
                    <a:pt x="1039966" y="673284"/>
                  </a:lnTo>
                  <a:lnTo>
                    <a:pt x="1039814" y="673254"/>
                  </a:lnTo>
                  <a:lnTo>
                    <a:pt x="1039662" y="673224"/>
                  </a:lnTo>
                  <a:lnTo>
                    <a:pt x="1039511" y="673193"/>
                  </a:lnTo>
                  <a:lnTo>
                    <a:pt x="1039359" y="673161"/>
                  </a:lnTo>
                  <a:lnTo>
                    <a:pt x="1039208" y="673128"/>
                  </a:lnTo>
                  <a:lnTo>
                    <a:pt x="1039056" y="673095"/>
                  </a:lnTo>
                  <a:lnTo>
                    <a:pt x="1038905" y="673060"/>
                  </a:lnTo>
                  <a:lnTo>
                    <a:pt x="1038754" y="673025"/>
                  </a:lnTo>
                  <a:lnTo>
                    <a:pt x="1038604" y="672990"/>
                  </a:lnTo>
                  <a:lnTo>
                    <a:pt x="1038453" y="672953"/>
                  </a:lnTo>
                  <a:lnTo>
                    <a:pt x="1038303" y="672916"/>
                  </a:lnTo>
                  <a:lnTo>
                    <a:pt x="1038152" y="672878"/>
                  </a:lnTo>
                  <a:lnTo>
                    <a:pt x="1038002" y="672839"/>
                  </a:lnTo>
                  <a:lnTo>
                    <a:pt x="1037853" y="672800"/>
                  </a:lnTo>
                  <a:lnTo>
                    <a:pt x="1037704" y="672759"/>
                  </a:lnTo>
                  <a:lnTo>
                    <a:pt x="1037575" y="672724"/>
                  </a:lnTo>
                  <a:lnTo>
                    <a:pt x="1037426" y="672682"/>
                  </a:lnTo>
                  <a:lnTo>
                    <a:pt x="1037258" y="672634"/>
                  </a:lnTo>
                  <a:lnTo>
                    <a:pt x="1036962" y="672547"/>
                  </a:lnTo>
                  <a:lnTo>
                    <a:pt x="1036814" y="672502"/>
                  </a:lnTo>
                  <a:lnTo>
                    <a:pt x="1036667" y="672457"/>
                  </a:lnTo>
                  <a:lnTo>
                    <a:pt x="1036519" y="672411"/>
                  </a:lnTo>
                  <a:lnTo>
                    <a:pt x="1036372" y="672364"/>
                  </a:lnTo>
                  <a:lnTo>
                    <a:pt x="1036226" y="672316"/>
                  </a:lnTo>
                  <a:lnTo>
                    <a:pt x="1036079" y="672268"/>
                  </a:lnTo>
                  <a:lnTo>
                    <a:pt x="1035933" y="672219"/>
                  </a:lnTo>
                  <a:lnTo>
                    <a:pt x="1035786" y="672169"/>
                  </a:lnTo>
                  <a:lnTo>
                    <a:pt x="1035641" y="672119"/>
                  </a:lnTo>
                  <a:lnTo>
                    <a:pt x="1035495" y="672068"/>
                  </a:lnTo>
                  <a:lnTo>
                    <a:pt x="1035350" y="672016"/>
                  </a:lnTo>
                  <a:lnTo>
                    <a:pt x="1035205" y="671963"/>
                  </a:lnTo>
                  <a:lnTo>
                    <a:pt x="1035060" y="671910"/>
                  </a:lnTo>
                  <a:lnTo>
                    <a:pt x="1034915" y="671856"/>
                  </a:lnTo>
                  <a:lnTo>
                    <a:pt x="1034771" y="671801"/>
                  </a:lnTo>
                  <a:lnTo>
                    <a:pt x="1034627" y="671746"/>
                  </a:lnTo>
                  <a:lnTo>
                    <a:pt x="1034483" y="671689"/>
                  </a:lnTo>
                  <a:lnTo>
                    <a:pt x="1034340" y="671633"/>
                  </a:lnTo>
                  <a:lnTo>
                    <a:pt x="1034196" y="671575"/>
                  </a:lnTo>
                  <a:lnTo>
                    <a:pt x="1034053" y="671517"/>
                  </a:lnTo>
                  <a:lnTo>
                    <a:pt x="1033911" y="671458"/>
                  </a:lnTo>
                  <a:lnTo>
                    <a:pt x="1033769" y="671398"/>
                  </a:lnTo>
                  <a:lnTo>
                    <a:pt x="1033627" y="671338"/>
                  </a:lnTo>
                  <a:lnTo>
                    <a:pt x="1033485" y="671277"/>
                  </a:lnTo>
                  <a:lnTo>
                    <a:pt x="1033343" y="671215"/>
                  </a:lnTo>
                  <a:lnTo>
                    <a:pt x="1033202" y="671152"/>
                  </a:lnTo>
                  <a:lnTo>
                    <a:pt x="1033970" y="669403"/>
                  </a:lnTo>
                  <a:lnTo>
                    <a:pt x="1034407" y="668544"/>
                  </a:lnTo>
                  <a:lnTo>
                    <a:pt x="1034954" y="667393"/>
                  </a:lnTo>
                  <a:lnTo>
                    <a:pt x="1035613" y="665250"/>
                  </a:lnTo>
                  <a:lnTo>
                    <a:pt x="1037246" y="659934"/>
                  </a:lnTo>
                  <a:lnTo>
                    <a:pt x="1037856" y="657953"/>
                  </a:lnTo>
                  <a:lnTo>
                    <a:pt x="1040638" y="648138"/>
                  </a:lnTo>
                  <a:lnTo>
                    <a:pt x="1041085" y="646786"/>
                  </a:lnTo>
                  <a:lnTo>
                    <a:pt x="1042212" y="643644"/>
                  </a:lnTo>
                  <a:lnTo>
                    <a:pt x="1042907" y="641774"/>
                  </a:lnTo>
                  <a:lnTo>
                    <a:pt x="1043340" y="640593"/>
                  </a:lnTo>
                  <a:lnTo>
                    <a:pt x="1043479" y="640252"/>
                  </a:lnTo>
                  <a:lnTo>
                    <a:pt x="1042705" y="640052"/>
                  </a:lnTo>
                  <a:lnTo>
                    <a:pt x="1039637" y="639336"/>
                  </a:lnTo>
                  <a:lnTo>
                    <a:pt x="1037721" y="638888"/>
                  </a:lnTo>
                  <a:lnTo>
                    <a:pt x="1025182" y="635961"/>
                  </a:lnTo>
                  <a:lnTo>
                    <a:pt x="1022923" y="635443"/>
                  </a:lnTo>
                  <a:lnTo>
                    <a:pt x="1023411" y="633201"/>
                  </a:lnTo>
                  <a:lnTo>
                    <a:pt x="1023607" y="632367"/>
                  </a:lnTo>
                  <a:lnTo>
                    <a:pt x="1023973" y="630808"/>
                  </a:lnTo>
                  <a:lnTo>
                    <a:pt x="1024329" y="629275"/>
                  </a:lnTo>
                  <a:lnTo>
                    <a:pt x="1024418" y="628902"/>
                  </a:lnTo>
                  <a:lnTo>
                    <a:pt x="1024506" y="628531"/>
                  </a:lnTo>
                  <a:lnTo>
                    <a:pt x="1025247" y="625422"/>
                  </a:lnTo>
                  <a:lnTo>
                    <a:pt x="1025417" y="624680"/>
                  </a:lnTo>
                  <a:lnTo>
                    <a:pt x="1026636" y="619376"/>
                  </a:lnTo>
                  <a:lnTo>
                    <a:pt x="1026983" y="617931"/>
                  </a:lnTo>
                  <a:lnTo>
                    <a:pt x="1025125" y="617518"/>
                  </a:lnTo>
                  <a:lnTo>
                    <a:pt x="1017861" y="615986"/>
                  </a:lnTo>
                  <a:lnTo>
                    <a:pt x="1016343" y="615661"/>
                  </a:lnTo>
                  <a:lnTo>
                    <a:pt x="1014125" y="615166"/>
                  </a:lnTo>
                  <a:lnTo>
                    <a:pt x="1013784" y="615090"/>
                  </a:lnTo>
                  <a:lnTo>
                    <a:pt x="1001591" y="612461"/>
                  </a:lnTo>
                  <a:lnTo>
                    <a:pt x="998454" y="611879"/>
                  </a:lnTo>
                  <a:lnTo>
                    <a:pt x="996229" y="611562"/>
                  </a:lnTo>
                  <a:lnTo>
                    <a:pt x="994492" y="611314"/>
                  </a:lnTo>
                  <a:lnTo>
                    <a:pt x="989534" y="610548"/>
                  </a:lnTo>
                  <a:lnTo>
                    <a:pt x="987059" y="610166"/>
                  </a:lnTo>
                  <a:lnTo>
                    <a:pt x="983642" y="609664"/>
                  </a:lnTo>
                  <a:lnTo>
                    <a:pt x="982547" y="609405"/>
                  </a:lnTo>
                  <a:lnTo>
                    <a:pt x="980161" y="608841"/>
                  </a:lnTo>
                  <a:lnTo>
                    <a:pt x="977935" y="608174"/>
                  </a:lnTo>
                  <a:lnTo>
                    <a:pt x="977146" y="607937"/>
                  </a:lnTo>
                  <a:lnTo>
                    <a:pt x="970724" y="605568"/>
                  </a:lnTo>
                  <a:lnTo>
                    <a:pt x="967963" y="604674"/>
                  </a:lnTo>
                  <a:lnTo>
                    <a:pt x="966435" y="604179"/>
                  </a:lnTo>
                  <a:lnTo>
                    <a:pt x="962267" y="603044"/>
                  </a:lnTo>
                  <a:lnTo>
                    <a:pt x="959836" y="602561"/>
                  </a:lnTo>
                  <a:lnTo>
                    <a:pt x="957344" y="602298"/>
                  </a:lnTo>
                  <a:lnTo>
                    <a:pt x="955321" y="602277"/>
                  </a:lnTo>
                  <a:lnTo>
                    <a:pt x="946834" y="602528"/>
                  </a:lnTo>
                  <a:lnTo>
                    <a:pt x="946903" y="602151"/>
                  </a:lnTo>
                  <a:lnTo>
                    <a:pt x="947065" y="601268"/>
                  </a:lnTo>
                  <a:lnTo>
                    <a:pt x="947621" y="598214"/>
                  </a:lnTo>
                  <a:lnTo>
                    <a:pt x="948138" y="595447"/>
                  </a:lnTo>
                  <a:lnTo>
                    <a:pt x="948963" y="590958"/>
                  </a:lnTo>
                  <a:lnTo>
                    <a:pt x="949410" y="588344"/>
                  </a:lnTo>
                  <a:lnTo>
                    <a:pt x="949835" y="585961"/>
                  </a:lnTo>
                  <a:lnTo>
                    <a:pt x="950882" y="580047"/>
                  </a:lnTo>
                  <a:lnTo>
                    <a:pt x="951558" y="576099"/>
                  </a:lnTo>
                  <a:lnTo>
                    <a:pt x="951931" y="573814"/>
                  </a:lnTo>
                  <a:lnTo>
                    <a:pt x="952042" y="573229"/>
                  </a:lnTo>
                  <a:lnTo>
                    <a:pt x="952217" y="572192"/>
                  </a:lnTo>
                  <a:lnTo>
                    <a:pt x="952424" y="570966"/>
                  </a:lnTo>
                  <a:lnTo>
                    <a:pt x="943718" y="569466"/>
                  </a:lnTo>
                  <a:lnTo>
                    <a:pt x="943010" y="569344"/>
                  </a:lnTo>
                  <a:lnTo>
                    <a:pt x="942490" y="569254"/>
                  </a:lnTo>
                  <a:lnTo>
                    <a:pt x="941548" y="569092"/>
                  </a:lnTo>
                  <a:lnTo>
                    <a:pt x="940848" y="568966"/>
                  </a:lnTo>
                  <a:lnTo>
                    <a:pt x="938081" y="568483"/>
                  </a:lnTo>
                  <a:lnTo>
                    <a:pt x="938142" y="567836"/>
                  </a:lnTo>
                  <a:lnTo>
                    <a:pt x="938328" y="564334"/>
                  </a:lnTo>
                  <a:lnTo>
                    <a:pt x="938513" y="557284"/>
                  </a:lnTo>
                  <a:lnTo>
                    <a:pt x="938339" y="555024"/>
                  </a:lnTo>
                  <a:lnTo>
                    <a:pt x="938012" y="553374"/>
                  </a:lnTo>
                  <a:lnTo>
                    <a:pt x="937999" y="552896"/>
                  </a:lnTo>
                  <a:lnTo>
                    <a:pt x="937912" y="549877"/>
                  </a:lnTo>
                  <a:lnTo>
                    <a:pt x="937854" y="548131"/>
                  </a:lnTo>
                  <a:lnTo>
                    <a:pt x="937120" y="548246"/>
                  </a:lnTo>
                  <a:lnTo>
                    <a:pt x="936388" y="548365"/>
                  </a:lnTo>
                  <a:lnTo>
                    <a:pt x="935784" y="548466"/>
                  </a:lnTo>
                  <a:lnTo>
                    <a:pt x="935656" y="548487"/>
                  </a:lnTo>
                  <a:lnTo>
                    <a:pt x="934926" y="548612"/>
                  </a:lnTo>
                  <a:lnTo>
                    <a:pt x="934194" y="548742"/>
                  </a:lnTo>
                  <a:lnTo>
                    <a:pt x="933465" y="548874"/>
                  </a:lnTo>
                  <a:lnTo>
                    <a:pt x="932735" y="549010"/>
                  </a:lnTo>
                  <a:lnTo>
                    <a:pt x="931927" y="549165"/>
                  </a:lnTo>
                  <a:lnTo>
                    <a:pt x="931278" y="549292"/>
                  </a:lnTo>
                  <a:lnTo>
                    <a:pt x="930550" y="549439"/>
                  </a:lnTo>
                  <a:lnTo>
                    <a:pt x="929823" y="549588"/>
                  </a:lnTo>
                  <a:lnTo>
                    <a:pt x="929097" y="549742"/>
                  </a:lnTo>
                  <a:lnTo>
                    <a:pt x="928372" y="549897"/>
                  </a:lnTo>
                  <a:lnTo>
                    <a:pt x="927820" y="550019"/>
                  </a:lnTo>
                  <a:lnTo>
                    <a:pt x="927648" y="550057"/>
                  </a:lnTo>
                  <a:lnTo>
                    <a:pt x="926923" y="550220"/>
                  </a:lnTo>
                  <a:lnTo>
                    <a:pt x="926201" y="550387"/>
                  </a:lnTo>
                  <a:lnTo>
                    <a:pt x="925478" y="550557"/>
                  </a:lnTo>
                  <a:lnTo>
                    <a:pt x="924632" y="550762"/>
                  </a:lnTo>
                  <a:lnTo>
                    <a:pt x="924037" y="550905"/>
                  </a:lnTo>
                  <a:lnTo>
                    <a:pt x="923316" y="551087"/>
                  </a:lnTo>
                  <a:lnTo>
                    <a:pt x="922450" y="551302"/>
                  </a:lnTo>
                  <a:lnTo>
                    <a:pt x="921833" y="551145"/>
                  </a:lnTo>
                  <a:lnTo>
                    <a:pt x="920071" y="551511"/>
                  </a:lnTo>
                  <a:lnTo>
                    <a:pt x="916046" y="552338"/>
                  </a:lnTo>
                  <a:lnTo>
                    <a:pt x="913249" y="552910"/>
                  </a:lnTo>
                  <a:lnTo>
                    <a:pt x="912326" y="553148"/>
                  </a:lnTo>
                  <a:lnTo>
                    <a:pt x="912093" y="553157"/>
                  </a:lnTo>
                  <a:lnTo>
                    <a:pt x="909779" y="553802"/>
                  </a:lnTo>
                  <a:lnTo>
                    <a:pt x="907758" y="554367"/>
                  </a:lnTo>
                  <a:lnTo>
                    <a:pt x="906192" y="554886"/>
                  </a:lnTo>
                  <a:lnTo>
                    <a:pt x="904173" y="555452"/>
                  </a:lnTo>
                  <a:lnTo>
                    <a:pt x="903815" y="555552"/>
                  </a:lnTo>
                  <a:lnTo>
                    <a:pt x="900984" y="556180"/>
                  </a:lnTo>
                  <a:lnTo>
                    <a:pt x="899693" y="556268"/>
                  </a:lnTo>
                  <a:lnTo>
                    <a:pt x="898816" y="556330"/>
                  </a:lnTo>
                  <a:lnTo>
                    <a:pt x="897599" y="556385"/>
                  </a:lnTo>
                  <a:lnTo>
                    <a:pt x="895502" y="556375"/>
                  </a:lnTo>
                  <a:lnTo>
                    <a:pt x="894817" y="556369"/>
                  </a:lnTo>
                  <a:lnTo>
                    <a:pt x="892521" y="556305"/>
                  </a:lnTo>
                  <a:lnTo>
                    <a:pt x="891644" y="556250"/>
                  </a:lnTo>
                  <a:lnTo>
                    <a:pt x="889551" y="556118"/>
                  </a:lnTo>
                  <a:lnTo>
                    <a:pt x="887956" y="555996"/>
                  </a:lnTo>
                  <a:lnTo>
                    <a:pt x="887459" y="555949"/>
                  </a:lnTo>
                  <a:lnTo>
                    <a:pt x="886097" y="555817"/>
                  </a:lnTo>
                  <a:lnTo>
                    <a:pt x="884475" y="555847"/>
                  </a:lnTo>
                  <a:lnTo>
                    <a:pt x="882377" y="555885"/>
                  </a:lnTo>
                  <a:lnTo>
                    <a:pt x="880329" y="555433"/>
                  </a:lnTo>
                  <a:lnTo>
                    <a:pt x="878172" y="554958"/>
                  </a:lnTo>
                  <a:lnTo>
                    <a:pt x="875060" y="554251"/>
                  </a:lnTo>
                  <a:lnTo>
                    <a:pt x="872486" y="553648"/>
                  </a:lnTo>
                  <a:lnTo>
                    <a:pt x="868935" y="552815"/>
                  </a:lnTo>
                  <a:lnTo>
                    <a:pt x="863501" y="551605"/>
                  </a:lnTo>
                  <a:lnTo>
                    <a:pt x="862871" y="551332"/>
                  </a:lnTo>
                  <a:lnTo>
                    <a:pt x="860850" y="550768"/>
                  </a:lnTo>
                  <a:lnTo>
                    <a:pt x="858842" y="550211"/>
                  </a:lnTo>
                  <a:lnTo>
                    <a:pt x="855276" y="549000"/>
                  </a:lnTo>
                  <a:lnTo>
                    <a:pt x="854301" y="548570"/>
                  </a:lnTo>
                  <a:lnTo>
                    <a:pt x="854093" y="548478"/>
                  </a:lnTo>
                  <a:lnTo>
                    <a:pt x="852337" y="547832"/>
                  </a:lnTo>
                  <a:lnTo>
                    <a:pt x="850382" y="547072"/>
                  </a:lnTo>
                  <a:lnTo>
                    <a:pt x="849295" y="546650"/>
                  </a:lnTo>
                  <a:lnTo>
                    <a:pt x="846608" y="545525"/>
                  </a:lnTo>
                  <a:lnTo>
                    <a:pt x="844673" y="544715"/>
                  </a:lnTo>
                  <a:lnTo>
                    <a:pt x="843370" y="543065"/>
                  </a:lnTo>
                  <a:lnTo>
                    <a:pt x="842301" y="541714"/>
                  </a:lnTo>
                  <a:lnTo>
                    <a:pt x="841428" y="540620"/>
                  </a:lnTo>
                  <a:lnTo>
                    <a:pt x="840117" y="538978"/>
                  </a:lnTo>
                  <a:lnTo>
                    <a:pt x="838467" y="537428"/>
                  </a:lnTo>
                  <a:lnTo>
                    <a:pt x="837363" y="536484"/>
                  </a:lnTo>
                  <a:lnTo>
                    <a:pt x="836579" y="535815"/>
                  </a:lnTo>
                  <a:lnTo>
                    <a:pt x="835835" y="535043"/>
                  </a:lnTo>
                  <a:lnTo>
                    <a:pt x="834027" y="533977"/>
                  </a:lnTo>
                  <a:lnTo>
                    <a:pt x="831912" y="532729"/>
                  </a:lnTo>
                  <a:lnTo>
                    <a:pt x="831288" y="532408"/>
                  </a:lnTo>
                  <a:lnTo>
                    <a:pt x="829423" y="531447"/>
                  </a:lnTo>
                  <a:lnTo>
                    <a:pt x="827478" y="530662"/>
                  </a:lnTo>
                  <a:lnTo>
                    <a:pt x="824272" y="529367"/>
                  </a:lnTo>
                  <a:lnTo>
                    <a:pt x="823307" y="528895"/>
                  </a:lnTo>
                  <a:lnTo>
                    <a:pt x="821421" y="527974"/>
                  </a:lnTo>
                  <a:lnTo>
                    <a:pt x="819401" y="527405"/>
                  </a:lnTo>
                  <a:lnTo>
                    <a:pt x="818293" y="527092"/>
                  </a:lnTo>
                  <a:lnTo>
                    <a:pt x="812647" y="525474"/>
                  </a:lnTo>
                  <a:lnTo>
                    <a:pt x="811613" y="525123"/>
                  </a:lnTo>
                  <a:lnTo>
                    <a:pt x="809626" y="524447"/>
                  </a:lnTo>
                  <a:lnTo>
                    <a:pt x="807810" y="523394"/>
                  </a:lnTo>
                  <a:lnTo>
                    <a:pt x="801417" y="519687"/>
                  </a:lnTo>
                  <a:lnTo>
                    <a:pt x="799664" y="518640"/>
                  </a:lnTo>
                  <a:lnTo>
                    <a:pt x="797940" y="517442"/>
                  </a:lnTo>
                  <a:lnTo>
                    <a:pt x="796071" y="516142"/>
                  </a:lnTo>
                  <a:lnTo>
                    <a:pt x="795502" y="515735"/>
                  </a:lnTo>
                  <a:lnTo>
                    <a:pt x="794039" y="514887"/>
                  </a:lnTo>
                  <a:lnTo>
                    <a:pt x="793799" y="514715"/>
                  </a:lnTo>
                  <a:lnTo>
                    <a:pt x="791846" y="513949"/>
                  </a:lnTo>
                  <a:lnTo>
                    <a:pt x="790742" y="513517"/>
                  </a:lnTo>
                  <a:lnTo>
                    <a:pt x="789577" y="513061"/>
                  </a:lnTo>
                  <a:lnTo>
                    <a:pt x="787624" y="512297"/>
                  </a:lnTo>
                  <a:lnTo>
                    <a:pt x="781391" y="509890"/>
                  </a:lnTo>
                  <a:lnTo>
                    <a:pt x="779434" y="509134"/>
                  </a:lnTo>
                  <a:lnTo>
                    <a:pt x="779255" y="509065"/>
                  </a:lnTo>
                  <a:lnTo>
                    <a:pt x="778782" y="508804"/>
                  </a:lnTo>
                  <a:lnTo>
                    <a:pt x="775736" y="507088"/>
                  </a:lnTo>
                  <a:lnTo>
                    <a:pt x="770690" y="504243"/>
                  </a:lnTo>
                  <a:lnTo>
                    <a:pt x="767033" y="502181"/>
                  </a:lnTo>
                  <a:lnTo>
                    <a:pt x="761189" y="498889"/>
                  </a:lnTo>
                  <a:lnTo>
                    <a:pt x="757533" y="496828"/>
                  </a:lnTo>
                  <a:lnTo>
                    <a:pt x="753474" y="494465"/>
                  </a:lnTo>
                  <a:lnTo>
                    <a:pt x="751123" y="495234"/>
                  </a:lnTo>
                  <a:lnTo>
                    <a:pt x="750883" y="494917"/>
                  </a:lnTo>
                  <a:lnTo>
                    <a:pt x="750860" y="494481"/>
                  </a:lnTo>
                  <a:lnTo>
                    <a:pt x="750825" y="493848"/>
                  </a:lnTo>
                  <a:lnTo>
                    <a:pt x="750760" y="492602"/>
                  </a:lnTo>
                  <a:lnTo>
                    <a:pt x="749789" y="491351"/>
                  </a:lnTo>
                  <a:lnTo>
                    <a:pt x="749644" y="491164"/>
                  </a:lnTo>
                  <a:lnTo>
                    <a:pt x="749295" y="488329"/>
                  </a:lnTo>
                  <a:lnTo>
                    <a:pt x="749061" y="480983"/>
                  </a:lnTo>
                  <a:lnTo>
                    <a:pt x="748644" y="477920"/>
                  </a:lnTo>
                  <a:lnTo>
                    <a:pt x="748373" y="475932"/>
                  </a:lnTo>
                  <a:lnTo>
                    <a:pt x="747749" y="470783"/>
                  </a:lnTo>
                  <a:lnTo>
                    <a:pt x="747370" y="467643"/>
                  </a:lnTo>
                  <a:lnTo>
                    <a:pt x="746537" y="464931"/>
                  </a:lnTo>
                  <a:lnTo>
                    <a:pt x="739205" y="465211"/>
                  </a:lnTo>
                  <a:lnTo>
                    <a:pt x="733848" y="465024"/>
                  </a:lnTo>
                  <a:lnTo>
                    <a:pt x="733515" y="466133"/>
                  </a:lnTo>
                  <a:lnTo>
                    <a:pt x="732695" y="465447"/>
                  </a:lnTo>
                  <a:lnTo>
                    <a:pt x="731115" y="464129"/>
                  </a:lnTo>
                  <a:lnTo>
                    <a:pt x="729312" y="461053"/>
                  </a:lnTo>
                  <a:lnTo>
                    <a:pt x="725272" y="454244"/>
                  </a:lnTo>
                  <a:lnTo>
                    <a:pt x="721398" y="449122"/>
                  </a:lnTo>
                  <a:lnTo>
                    <a:pt x="709000" y="441633"/>
                  </a:lnTo>
                  <a:lnTo>
                    <a:pt x="704873" y="438658"/>
                  </a:lnTo>
                  <a:lnTo>
                    <a:pt x="704307" y="437754"/>
                  </a:lnTo>
                  <a:lnTo>
                    <a:pt x="701480" y="437661"/>
                  </a:lnTo>
                  <a:lnTo>
                    <a:pt x="699441" y="437733"/>
                  </a:lnTo>
                  <a:lnTo>
                    <a:pt x="698776" y="437756"/>
                  </a:lnTo>
                  <a:lnTo>
                    <a:pt x="695546" y="437679"/>
                  </a:lnTo>
                  <a:lnTo>
                    <a:pt x="695363" y="437675"/>
                  </a:lnTo>
                  <a:lnTo>
                    <a:pt x="693265" y="437625"/>
                  </a:lnTo>
                  <a:lnTo>
                    <a:pt x="688808" y="437364"/>
                  </a:lnTo>
                  <a:lnTo>
                    <a:pt x="686312" y="437217"/>
                  </a:lnTo>
                  <a:lnTo>
                    <a:pt x="680583" y="436882"/>
                  </a:lnTo>
                  <a:lnTo>
                    <a:pt x="676008" y="436431"/>
                  </a:lnTo>
                  <a:lnTo>
                    <a:pt x="672398" y="435940"/>
                  </a:lnTo>
                  <a:lnTo>
                    <a:pt x="671739" y="437930"/>
                  </a:lnTo>
                  <a:lnTo>
                    <a:pt x="669577" y="442563"/>
                  </a:lnTo>
                  <a:lnTo>
                    <a:pt x="669282" y="443088"/>
                  </a:lnTo>
                  <a:lnTo>
                    <a:pt x="667908" y="444485"/>
                  </a:lnTo>
                  <a:lnTo>
                    <a:pt x="666381" y="446027"/>
                  </a:lnTo>
                  <a:lnTo>
                    <a:pt x="665409" y="447370"/>
                  </a:lnTo>
                  <a:lnTo>
                    <a:pt x="663158" y="449493"/>
                  </a:lnTo>
                  <a:lnTo>
                    <a:pt x="661824" y="450002"/>
                  </a:lnTo>
                  <a:lnTo>
                    <a:pt x="658743" y="451153"/>
                  </a:lnTo>
                  <a:lnTo>
                    <a:pt x="658556" y="451197"/>
                  </a:lnTo>
                  <a:lnTo>
                    <a:pt x="658150" y="451343"/>
                  </a:lnTo>
                  <a:lnTo>
                    <a:pt x="656754" y="451942"/>
                  </a:lnTo>
                  <a:lnTo>
                    <a:pt x="654987" y="452681"/>
                  </a:lnTo>
                  <a:lnTo>
                    <a:pt x="652699" y="454024"/>
                  </a:lnTo>
                  <a:lnTo>
                    <a:pt x="650101" y="455372"/>
                  </a:lnTo>
                  <a:lnTo>
                    <a:pt x="647125" y="457742"/>
                  </a:lnTo>
                  <a:lnTo>
                    <a:pt x="645436" y="458390"/>
                  </a:lnTo>
                  <a:lnTo>
                    <a:pt x="644572" y="458721"/>
                  </a:lnTo>
                  <a:lnTo>
                    <a:pt x="644213" y="458654"/>
                  </a:lnTo>
                  <a:lnTo>
                    <a:pt x="642019" y="458248"/>
                  </a:lnTo>
                  <a:lnTo>
                    <a:pt x="639481" y="458544"/>
                  </a:lnTo>
                  <a:lnTo>
                    <a:pt x="638800" y="458823"/>
                  </a:lnTo>
                  <a:lnTo>
                    <a:pt x="634882" y="460432"/>
                  </a:lnTo>
                  <a:lnTo>
                    <a:pt x="634148" y="460733"/>
                  </a:lnTo>
                  <a:lnTo>
                    <a:pt x="634011" y="460790"/>
                  </a:lnTo>
                  <a:lnTo>
                    <a:pt x="634039" y="460436"/>
                  </a:lnTo>
                  <a:lnTo>
                    <a:pt x="633948" y="459916"/>
                  </a:lnTo>
                  <a:lnTo>
                    <a:pt x="633697" y="457925"/>
                  </a:lnTo>
                  <a:lnTo>
                    <a:pt x="634572" y="447042"/>
                  </a:lnTo>
                  <a:lnTo>
                    <a:pt x="635199" y="439237"/>
                  </a:lnTo>
                  <a:lnTo>
                    <a:pt x="635367" y="437139"/>
                  </a:lnTo>
                  <a:lnTo>
                    <a:pt x="635445" y="436621"/>
                  </a:lnTo>
                  <a:lnTo>
                    <a:pt x="635712" y="435691"/>
                  </a:lnTo>
                  <a:lnTo>
                    <a:pt x="636104" y="433933"/>
                  </a:lnTo>
                  <a:lnTo>
                    <a:pt x="636206" y="433259"/>
                  </a:lnTo>
                  <a:lnTo>
                    <a:pt x="636217" y="432169"/>
                  </a:lnTo>
                  <a:lnTo>
                    <a:pt x="636255" y="428263"/>
                  </a:lnTo>
                  <a:lnTo>
                    <a:pt x="636280" y="425622"/>
                  </a:lnTo>
                  <a:lnTo>
                    <a:pt x="636291" y="424791"/>
                  </a:lnTo>
                  <a:lnTo>
                    <a:pt x="636327" y="421422"/>
                  </a:lnTo>
                  <a:lnTo>
                    <a:pt x="636331" y="421026"/>
                  </a:lnTo>
                  <a:lnTo>
                    <a:pt x="636313" y="419995"/>
                  </a:lnTo>
                  <a:lnTo>
                    <a:pt x="636302" y="419336"/>
                  </a:lnTo>
                  <a:lnTo>
                    <a:pt x="636353" y="416319"/>
                  </a:lnTo>
                  <a:lnTo>
                    <a:pt x="636404" y="414573"/>
                  </a:lnTo>
                  <a:lnTo>
                    <a:pt x="636237" y="412869"/>
                  </a:lnTo>
                  <a:lnTo>
                    <a:pt x="635852" y="408946"/>
                  </a:lnTo>
                  <a:lnTo>
                    <a:pt x="635587" y="406258"/>
                  </a:lnTo>
                  <a:lnTo>
                    <a:pt x="635478" y="405185"/>
                  </a:lnTo>
                  <a:lnTo>
                    <a:pt x="635370" y="404141"/>
                  </a:lnTo>
                  <a:lnTo>
                    <a:pt x="635157" y="401614"/>
                  </a:lnTo>
                  <a:lnTo>
                    <a:pt x="634837" y="397819"/>
                  </a:lnTo>
                  <a:lnTo>
                    <a:pt x="615990" y="398546"/>
                  </a:lnTo>
                  <a:lnTo>
                    <a:pt x="613024" y="398443"/>
                  </a:lnTo>
                  <a:lnTo>
                    <a:pt x="608190" y="398271"/>
                  </a:lnTo>
                  <a:lnTo>
                    <a:pt x="607524" y="398090"/>
                  </a:lnTo>
                  <a:lnTo>
                    <a:pt x="603154" y="396945"/>
                  </a:lnTo>
                  <a:lnTo>
                    <a:pt x="601309" y="396822"/>
                  </a:lnTo>
                  <a:lnTo>
                    <a:pt x="599695" y="396714"/>
                  </a:lnTo>
                  <a:lnTo>
                    <a:pt x="594991" y="397623"/>
                  </a:lnTo>
                  <a:lnTo>
                    <a:pt x="586772" y="398362"/>
                  </a:lnTo>
                  <a:lnTo>
                    <a:pt x="576154" y="399773"/>
                  </a:lnTo>
                  <a:lnTo>
                    <a:pt x="571938" y="400333"/>
                  </a:lnTo>
                  <a:lnTo>
                    <a:pt x="558790" y="401997"/>
                  </a:lnTo>
                  <a:lnTo>
                    <a:pt x="556712" y="402260"/>
                  </a:lnTo>
                  <a:lnTo>
                    <a:pt x="556569" y="402277"/>
                  </a:lnTo>
                  <a:lnTo>
                    <a:pt x="553559" y="401359"/>
                  </a:lnTo>
                  <a:lnTo>
                    <a:pt x="553654" y="401076"/>
                  </a:lnTo>
                  <a:lnTo>
                    <a:pt x="549830" y="399915"/>
                  </a:lnTo>
                  <a:lnTo>
                    <a:pt x="544224" y="398212"/>
                  </a:lnTo>
                  <a:lnTo>
                    <a:pt x="542147" y="397915"/>
                  </a:lnTo>
                  <a:lnTo>
                    <a:pt x="533742" y="396714"/>
                  </a:lnTo>
                  <a:lnTo>
                    <a:pt x="527617" y="395183"/>
                  </a:lnTo>
                  <a:lnTo>
                    <a:pt x="525910" y="394847"/>
                  </a:lnTo>
                  <a:lnTo>
                    <a:pt x="518620" y="391987"/>
                  </a:lnTo>
                  <a:lnTo>
                    <a:pt x="511329" y="389127"/>
                  </a:lnTo>
                  <a:lnTo>
                    <a:pt x="506920" y="388994"/>
                  </a:lnTo>
                  <a:lnTo>
                    <a:pt x="487538" y="377139"/>
                  </a:lnTo>
                  <a:lnTo>
                    <a:pt x="487900" y="374426"/>
                  </a:lnTo>
                  <a:lnTo>
                    <a:pt x="488137" y="372647"/>
                  </a:lnTo>
                  <a:lnTo>
                    <a:pt x="488156" y="371315"/>
                  </a:lnTo>
                  <a:lnTo>
                    <a:pt x="488868" y="370685"/>
                  </a:lnTo>
                  <a:lnTo>
                    <a:pt x="489257" y="370482"/>
                  </a:lnTo>
                  <a:lnTo>
                    <a:pt x="489536" y="370329"/>
                  </a:lnTo>
                  <a:lnTo>
                    <a:pt x="490710" y="369160"/>
                  </a:lnTo>
                  <a:lnTo>
                    <a:pt x="491266" y="368249"/>
                  </a:lnTo>
                  <a:lnTo>
                    <a:pt x="492426" y="365662"/>
                  </a:lnTo>
                  <a:lnTo>
                    <a:pt x="492833" y="364814"/>
                  </a:lnTo>
                  <a:lnTo>
                    <a:pt x="494936" y="363388"/>
                  </a:lnTo>
                  <a:lnTo>
                    <a:pt x="495754" y="363082"/>
                  </a:lnTo>
                  <a:lnTo>
                    <a:pt x="496703" y="363018"/>
                  </a:lnTo>
                  <a:lnTo>
                    <a:pt x="497018" y="362685"/>
                  </a:lnTo>
                  <a:lnTo>
                    <a:pt x="497469" y="361238"/>
                  </a:lnTo>
                  <a:lnTo>
                    <a:pt x="497907" y="360775"/>
                  </a:lnTo>
                  <a:lnTo>
                    <a:pt x="499123" y="360198"/>
                  </a:lnTo>
                  <a:lnTo>
                    <a:pt x="499450" y="360211"/>
                  </a:lnTo>
                  <a:lnTo>
                    <a:pt x="499860" y="360469"/>
                  </a:lnTo>
                  <a:lnTo>
                    <a:pt x="500948" y="359629"/>
                  </a:lnTo>
                  <a:lnTo>
                    <a:pt x="501545" y="359090"/>
                  </a:lnTo>
                  <a:lnTo>
                    <a:pt x="502161" y="358799"/>
                  </a:lnTo>
                  <a:lnTo>
                    <a:pt x="502889" y="358444"/>
                  </a:lnTo>
                  <a:lnTo>
                    <a:pt x="503634" y="357671"/>
                  </a:lnTo>
                  <a:lnTo>
                    <a:pt x="504878" y="358477"/>
                  </a:lnTo>
                  <a:lnTo>
                    <a:pt x="505517" y="358662"/>
                  </a:lnTo>
                  <a:lnTo>
                    <a:pt x="506039" y="358312"/>
                  </a:lnTo>
                  <a:lnTo>
                    <a:pt x="506163" y="357542"/>
                  </a:lnTo>
                  <a:lnTo>
                    <a:pt x="506141" y="356708"/>
                  </a:lnTo>
                  <a:lnTo>
                    <a:pt x="506439" y="356459"/>
                  </a:lnTo>
                  <a:lnTo>
                    <a:pt x="507704" y="355202"/>
                  </a:lnTo>
                  <a:lnTo>
                    <a:pt x="509552" y="355405"/>
                  </a:lnTo>
                  <a:lnTo>
                    <a:pt x="510828" y="355986"/>
                  </a:lnTo>
                  <a:lnTo>
                    <a:pt x="512846" y="354988"/>
                  </a:lnTo>
                  <a:lnTo>
                    <a:pt x="513134" y="353103"/>
                  </a:lnTo>
                  <a:lnTo>
                    <a:pt x="514987" y="351878"/>
                  </a:lnTo>
                  <a:lnTo>
                    <a:pt x="515954" y="352076"/>
                  </a:lnTo>
                  <a:lnTo>
                    <a:pt x="516839" y="352131"/>
                  </a:lnTo>
                  <a:lnTo>
                    <a:pt x="517912" y="351469"/>
                  </a:lnTo>
                  <a:lnTo>
                    <a:pt x="521864" y="349315"/>
                  </a:lnTo>
                  <a:lnTo>
                    <a:pt x="523302" y="349226"/>
                  </a:lnTo>
                  <a:lnTo>
                    <a:pt x="524227" y="348578"/>
                  </a:lnTo>
                  <a:lnTo>
                    <a:pt x="526877" y="347488"/>
                  </a:lnTo>
                  <a:lnTo>
                    <a:pt x="528822" y="346433"/>
                  </a:lnTo>
                  <a:lnTo>
                    <a:pt x="530377" y="345407"/>
                  </a:lnTo>
                  <a:lnTo>
                    <a:pt x="532587" y="344662"/>
                  </a:lnTo>
                  <a:lnTo>
                    <a:pt x="533827" y="344520"/>
                  </a:lnTo>
                  <a:lnTo>
                    <a:pt x="535375" y="343712"/>
                  </a:lnTo>
                  <a:lnTo>
                    <a:pt x="536591" y="343461"/>
                  </a:lnTo>
                  <a:lnTo>
                    <a:pt x="537736" y="343770"/>
                  </a:lnTo>
                  <a:lnTo>
                    <a:pt x="538628" y="343838"/>
                  </a:lnTo>
                  <a:lnTo>
                    <a:pt x="539788" y="343954"/>
                  </a:lnTo>
                  <a:lnTo>
                    <a:pt x="542093" y="342620"/>
                  </a:lnTo>
                  <a:lnTo>
                    <a:pt x="542981" y="342336"/>
                  </a:lnTo>
                  <a:lnTo>
                    <a:pt x="544932" y="342308"/>
                  </a:lnTo>
                  <a:lnTo>
                    <a:pt x="547400" y="341341"/>
                  </a:lnTo>
                  <a:lnTo>
                    <a:pt x="549145" y="341288"/>
                  </a:lnTo>
                  <a:lnTo>
                    <a:pt x="553005" y="341240"/>
                  </a:lnTo>
                  <a:lnTo>
                    <a:pt x="554032" y="340742"/>
                  </a:lnTo>
                  <a:lnTo>
                    <a:pt x="555121" y="340885"/>
                  </a:lnTo>
                  <a:lnTo>
                    <a:pt x="556165" y="341099"/>
                  </a:lnTo>
                  <a:lnTo>
                    <a:pt x="557183" y="340817"/>
                  </a:lnTo>
                  <a:lnTo>
                    <a:pt x="558038" y="341130"/>
                  </a:lnTo>
                  <a:lnTo>
                    <a:pt x="558909" y="340703"/>
                  </a:lnTo>
                  <a:lnTo>
                    <a:pt x="560188" y="339979"/>
                  </a:lnTo>
                  <a:lnTo>
                    <a:pt x="561312" y="338422"/>
                  </a:lnTo>
                  <a:lnTo>
                    <a:pt x="562762" y="337909"/>
                  </a:lnTo>
                  <a:lnTo>
                    <a:pt x="564495" y="337684"/>
                  </a:lnTo>
                  <a:lnTo>
                    <a:pt x="565620" y="337741"/>
                  </a:lnTo>
                  <a:lnTo>
                    <a:pt x="567064" y="337560"/>
                  </a:lnTo>
                  <a:lnTo>
                    <a:pt x="567047" y="337394"/>
                  </a:lnTo>
                  <a:lnTo>
                    <a:pt x="566655" y="333477"/>
                  </a:lnTo>
                  <a:lnTo>
                    <a:pt x="566291" y="329821"/>
                  </a:lnTo>
                  <a:lnTo>
                    <a:pt x="566252" y="329444"/>
                  </a:lnTo>
                  <a:lnTo>
                    <a:pt x="566217" y="327720"/>
                  </a:lnTo>
                  <a:lnTo>
                    <a:pt x="566113" y="322559"/>
                  </a:lnTo>
                  <a:lnTo>
                    <a:pt x="566152" y="322024"/>
                  </a:lnTo>
                  <a:lnTo>
                    <a:pt x="566180" y="321244"/>
                  </a:lnTo>
                  <a:lnTo>
                    <a:pt x="566206" y="319854"/>
                  </a:lnTo>
                  <a:lnTo>
                    <a:pt x="575547" y="318163"/>
                  </a:lnTo>
                  <a:lnTo>
                    <a:pt x="575704" y="318035"/>
                  </a:lnTo>
                  <a:lnTo>
                    <a:pt x="576105" y="317707"/>
                  </a:lnTo>
                  <a:lnTo>
                    <a:pt x="580126" y="314425"/>
                  </a:lnTo>
                  <a:lnTo>
                    <a:pt x="580476" y="313482"/>
                  </a:lnTo>
                  <a:lnTo>
                    <a:pt x="581521" y="310323"/>
                  </a:lnTo>
                  <a:lnTo>
                    <a:pt x="581771" y="309589"/>
                  </a:lnTo>
                  <a:lnTo>
                    <a:pt x="588014" y="301820"/>
                  </a:lnTo>
                  <a:lnTo>
                    <a:pt x="590734" y="293619"/>
                  </a:lnTo>
                  <a:lnTo>
                    <a:pt x="597887" y="293495"/>
                  </a:lnTo>
                  <a:lnTo>
                    <a:pt x="605049" y="298156"/>
                  </a:lnTo>
                  <a:lnTo>
                    <a:pt x="620678" y="294197"/>
                  </a:lnTo>
                  <a:lnTo>
                    <a:pt x="631539" y="289642"/>
                  </a:lnTo>
                  <a:lnTo>
                    <a:pt x="626608" y="278060"/>
                  </a:lnTo>
                  <a:lnTo>
                    <a:pt x="625705" y="275743"/>
                  </a:lnTo>
                  <a:lnTo>
                    <a:pt x="621795" y="265937"/>
                  </a:lnTo>
                  <a:lnTo>
                    <a:pt x="606106" y="269020"/>
                  </a:lnTo>
                  <a:lnTo>
                    <a:pt x="598473" y="269177"/>
                  </a:lnTo>
                  <a:lnTo>
                    <a:pt x="596375" y="269221"/>
                  </a:lnTo>
                  <a:lnTo>
                    <a:pt x="580850" y="268773"/>
                  </a:lnTo>
                  <a:lnTo>
                    <a:pt x="576076" y="268627"/>
                  </a:lnTo>
                  <a:lnTo>
                    <a:pt x="570716" y="268463"/>
                  </a:lnTo>
                  <a:lnTo>
                    <a:pt x="563049" y="268510"/>
                  </a:lnTo>
                  <a:lnTo>
                    <a:pt x="555102" y="268588"/>
                  </a:lnTo>
                  <a:lnTo>
                    <a:pt x="554531" y="268473"/>
                  </a:lnTo>
                  <a:lnTo>
                    <a:pt x="542895" y="266177"/>
                  </a:lnTo>
                  <a:lnTo>
                    <a:pt x="542510" y="266108"/>
                  </a:lnTo>
                  <a:lnTo>
                    <a:pt x="530243" y="267250"/>
                  </a:lnTo>
                  <a:lnTo>
                    <a:pt x="519429" y="269433"/>
                  </a:lnTo>
                  <a:lnTo>
                    <a:pt x="514705" y="270206"/>
                  </a:lnTo>
                  <a:lnTo>
                    <a:pt x="505287" y="270570"/>
                  </a:lnTo>
                  <a:lnTo>
                    <a:pt x="503245" y="271223"/>
                  </a:lnTo>
                  <a:lnTo>
                    <a:pt x="496851" y="270402"/>
                  </a:lnTo>
                  <a:lnTo>
                    <a:pt x="487640" y="269091"/>
                  </a:lnTo>
                  <a:lnTo>
                    <a:pt x="482010" y="266184"/>
                  </a:lnTo>
                  <a:lnTo>
                    <a:pt x="477369" y="265820"/>
                  </a:lnTo>
                  <a:lnTo>
                    <a:pt x="470566" y="265238"/>
                  </a:lnTo>
                  <a:lnTo>
                    <a:pt x="469882" y="265179"/>
                  </a:lnTo>
                  <a:lnTo>
                    <a:pt x="467466" y="265001"/>
                  </a:lnTo>
                  <a:lnTo>
                    <a:pt x="467145" y="264978"/>
                  </a:lnTo>
                  <a:lnTo>
                    <a:pt x="468126" y="263368"/>
                  </a:lnTo>
                  <a:lnTo>
                    <a:pt x="470253" y="262779"/>
                  </a:lnTo>
                  <a:lnTo>
                    <a:pt x="470226" y="258689"/>
                  </a:lnTo>
                  <a:lnTo>
                    <a:pt x="470912" y="257927"/>
                  </a:lnTo>
                  <a:lnTo>
                    <a:pt x="470897" y="256828"/>
                  </a:lnTo>
                  <a:lnTo>
                    <a:pt x="469353" y="256794"/>
                  </a:lnTo>
                  <a:lnTo>
                    <a:pt x="469685" y="254552"/>
                  </a:lnTo>
                  <a:lnTo>
                    <a:pt x="469969" y="254594"/>
                  </a:lnTo>
                  <a:lnTo>
                    <a:pt x="470081" y="253814"/>
                  </a:lnTo>
                  <a:lnTo>
                    <a:pt x="468597" y="246725"/>
                  </a:lnTo>
                  <a:lnTo>
                    <a:pt x="467461" y="235950"/>
                  </a:lnTo>
                  <a:lnTo>
                    <a:pt x="467398" y="233344"/>
                  </a:lnTo>
                  <a:lnTo>
                    <a:pt x="467455" y="231019"/>
                  </a:lnTo>
                  <a:lnTo>
                    <a:pt x="467428" y="227547"/>
                  </a:lnTo>
                  <a:lnTo>
                    <a:pt x="469982" y="224513"/>
                  </a:lnTo>
                  <a:lnTo>
                    <a:pt x="478750" y="216822"/>
                  </a:lnTo>
                  <a:lnTo>
                    <a:pt x="490160" y="207925"/>
                  </a:lnTo>
                  <a:lnTo>
                    <a:pt x="503435" y="198763"/>
                  </a:lnTo>
                  <a:lnTo>
                    <a:pt x="520795" y="189050"/>
                  </a:lnTo>
                  <a:lnTo>
                    <a:pt x="520624" y="188750"/>
                  </a:lnTo>
                  <a:lnTo>
                    <a:pt x="519753" y="187229"/>
                  </a:lnTo>
                  <a:lnTo>
                    <a:pt x="519632" y="187032"/>
                  </a:lnTo>
                  <a:lnTo>
                    <a:pt x="518851" y="185654"/>
                  </a:lnTo>
                  <a:lnTo>
                    <a:pt x="521523" y="181595"/>
                  </a:lnTo>
                  <a:lnTo>
                    <a:pt x="523484" y="178165"/>
                  </a:lnTo>
                  <a:lnTo>
                    <a:pt x="531905" y="173237"/>
                  </a:lnTo>
                  <a:lnTo>
                    <a:pt x="534316" y="171933"/>
                  </a:lnTo>
                  <a:lnTo>
                    <a:pt x="541058" y="168839"/>
                  </a:lnTo>
                  <a:lnTo>
                    <a:pt x="545814" y="166457"/>
                  </a:lnTo>
                  <a:lnTo>
                    <a:pt x="547599" y="165382"/>
                  </a:lnTo>
                  <a:lnTo>
                    <a:pt x="549137" y="164165"/>
                  </a:lnTo>
                  <a:lnTo>
                    <a:pt x="550291" y="162850"/>
                  </a:lnTo>
                  <a:lnTo>
                    <a:pt x="551081" y="161838"/>
                  </a:lnTo>
                  <a:lnTo>
                    <a:pt x="551719" y="159333"/>
                  </a:lnTo>
                  <a:lnTo>
                    <a:pt x="552261" y="157077"/>
                  </a:lnTo>
                  <a:lnTo>
                    <a:pt x="552764" y="156218"/>
                  </a:lnTo>
                  <a:lnTo>
                    <a:pt x="552503" y="156071"/>
                  </a:lnTo>
                  <a:lnTo>
                    <a:pt x="552129" y="156031"/>
                  </a:lnTo>
                  <a:lnTo>
                    <a:pt x="550162" y="155816"/>
                  </a:lnTo>
                  <a:lnTo>
                    <a:pt x="540716" y="154776"/>
                  </a:lnTo>
                  <a:lnTo>
                    <a:pt x="540589" y="153992"/>
                  </a:lnTo>
                  <a:lnTo>
                    <a:pt x="540541" y="153606"/>
                  </a:lnTo>
                  <a:lnTo>
                    <a:pt x="540470" y="153034"/>
                  </a:lnTo>
                  <a:lnTo>
                    <a:pt x="540260" y="151541"/>
                  </a:lnTo>
                  <a:lnTo>
                    <a:pt x="540229" y="151323"/>
                  </a:lnTo>
                  <a:lnTo>
                    <a:pt x="539846" y="148605"/>
                  </a:lnTo>
                  <a:lnTo>
                    <a:pt x="539507" y="147010"/>
                  </a:lnTo>
                  <a:lnTo>
                    <a:pt x="539354" y="145817"/>
                  </a:lnTo>
                  <a:lnTo>
                    <a:pt x="539256" y="144875"/>
                  </a:lnTo>
                  <a:lnTo>
                    <a:pt x="539071" y="142020"/>
                  </a:lnTo>
                  <a:lnTo>
                    <a:pt x="538920" y="138661"/>
                  </a:lnTo>
                  <a:lnTo>
                    <a:pt x="538887" y="137665"/>
                  </a:lnTo>
                  <a:lnTo>
                    <a:pt x="538808" y="135942"/>
                  </a:lnTo>
                  <a:lnTo>
                    <a:pt x="538748" y="134642"/>
                  </a:lnTo>
                  <a:lnTo>
                    <a:pt x="538772" y="133680"/>
                  </a:lnTo>
                  <a:lnTo>
                    <a:pt x="538546" y="129520"/>
                  </a:lnTo>
                  <a:lnTo>
                    <a:pt x="538460" y="128510"/>
                  </a:lnTo>
                  <a:lnTo>
                    <a:pt x="538159" y="126857"/>
                  </a:lnTo>
                  <a:lnTo>
                    <a:pt x="537872" y="125281"/>
                  </a:lnTo>
                  <a:lnTo>
                    <a:pt x="537652" y="124073"/>
                  </a:lnTo>
                  <a:lnTo>
                    <a:pt x="536718" y="118965"/>
                  </a:lnTo>
                  <a:lnTo>
                    <a:pt x="536261" y="117650"/>
                  </a:lnTo>
                  <a:lnTo>
                    <a:pt x="535885" y="116566"/>
                  </a:lnTo>
                  <a:lnTo>
                    <a:pt x="535180" y="114646"/>
                  </a:lnTo>
                  <a:lnTo>
                    <a:pt x="534645" y="113220"/>
                  </a:lnTo>
                  <a:lnTo>
                    <a:pt x="533224" y="110548"/>
                  </a:lnTo>
                  <a:lnTo>
                    <a:pt x="532565" y="109426"/>
                  </a:lnTo>
                  <a:lnTo>
                    <a:pt x="528470" y="111215"/>
                  </a:lnTo>
                  <a:lnTo>
                    <a:pt x="522667" y="97659"/>
                  </a:lnTo>
                  <a:lnTo>
                    <a:pt x="519649" y="97947"/>
                  </a:lnTo>
                  <a:lnTo>
                    <a:pt x="519612" y="97567"/>
                  </a:lnTo>
                  <a:lnTo>
                    <a:pt x="519509" y="96232"/>
                  </a:lnTo>
                  <a:lnTo>
                    <a:pt x="519495" y="96072"/>
                  </a:lnTo>
                  <a:lnTo>
                    <a:pt x="519287" y="95095"/>
                  </a:lnTo>
                  <a:lnTo>
                    <a:pt x="517943" y="87541"/>
                  </a:lnTo>
                  <a:lnTo>
                    <a:pt x="517525" y="85194"/>
                  </a:lnTo>
                  <a:lnTo>
                    <a:pt x="517291" y="83706"/>
                  </a:lnTo>
                  <a:lnTo>
                    <a:pt x="516905" y="81250"/>
                  </a:lnTo>
                  <a:lnTo>
                    <a:pt x="515416" y="71922"/>
                  </a:lnTo>
                  <a:lnTo>
                    <a:pt x="518011" y="63102"/>
                  </a:lnTo>
                  <a:lnTo>
                    <a:pt x="518592" y="59872"/>
                  </a:lnTo>
                  <a:lnTo>
                    <a:pt x="518950" y="57893"/>
                  </a:lnTo>
                  <a:lnTo>
                    <a:pt x="510767" y="48864"/>
                  </a:lnTo>
                  <a:lnTo>
                    <a:pt x="509711" y="47046"/>
                  </a:lnTo>
                  <a:lnTo>
                    <a:pt x="508195" y="44436"/>
                  </a:lnTo>
                  <a:lnTo>
                    <a:pt x="507139" y="42618"/>
                  </a:lnTo>
                  <a:lnTo>
                    <a:pt x="506720" y="32408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g31"/>
            <p:cNvSpPr/>
            <p:nvPr/>
          </p:nvSpPr>
          <p:spPr>
            <a:xfrm>
              <a:off x="3193610" y="2351947"/>
              <a:ext cx="1011406" cy="717159"/>
            </a:xfrm>
            <a:custGeom>
              <a:avLst/>
              <a:gdLst/>
              <a:ahLst/>
              <a:cxnLst/>
              <a:rect l="0" t="0" r="0" b="0"/>
              <a:pathLst>
                <a:path w="1011406" h="717159">
                  <a:moveTo>
                    <a:pt x="176670" y="28336"/>
                  </a:moveTo>
                  <a:lnTo>
                    <a:pt x="175224" y="27981"/>
                  </a:lnTo>
                  <a:lnTo>
                    <a:pt x="174605" y="27666"/>
                  </a:lnTo>
                  <a:lnTo>
                    <a:pt x="173241" y="27181"/>
                  </a:lnTo>
                  <a:lnTo>
                    <a:pt x="172205" y="26838"/>
                  </a:lnTo>
                  <a:lnTo>
                    <a:pt x="171477" y="26687"/>
                  </a:lnTo>
                  <a:lnTo>
                    <a:pt x="170727" y="26563"/>
                  </a:lnTo>
                  <a:lnTo>
                    <a:pt x="168951" y="26230"/>
                  </a:lnTo>
                  <a:lnTo>
                    <a:pt x="166696" y="25795"/>
                  </a:lnTo>
                  <a:lnTo>
                    <a:pt x="165021" y="25461"/>
                  </a:lnTo>
                  <a:lnTo>
                    <a:pt x="163776" y="24944"/>
                  </a:lnTo>
                  <a:lnTo>
                    <a:pt x="160673" y="23708"/>
                  </a:lnTo>
                  <a:lnTo>
                    <a:pt x="159487" y="23256"/>
                  </a:lnTo>
                  <a:lnTo>
                    <a:pt x="157672" y="22395"/>
                  </a:lnTo>
                  <a:lnTo>
                    <a:pt x="156077" y="21623"/>
                  </a:lnTo>
                  <a:lnTo>
                    <a:pt x="153908" y="20622"/>
                  </a:lnTo>
                  <a:lnTo>
                    <a:pt x="152582" y="20225"/>
                  </a:lnTo>
                  <a:lnTo>
                    <a:pt x="148826" y="19015"/>
                  </a:lnTo>
                  <a:lnTo>
                    <a:pt x="147168" y="18607"/>
                  </a:lnTo>
                  <a:lnTo>
                    <a:pt x="145974" y="18311"/>
                  </a:lnTo>
                  <a:lnTo>
                    <a:pt x="143536" y="17777"/>
                  </a:lnTo>
                  <a:lnTo>
                    <a:pt x="141426" y="17335"/>
                  </a:lnTo>
                  <a:lnTo>
                    <a:pt x="139917" y="17005"/>
                  </a:lnTo>
                  <a:lnTo>
                    <a:pt x="139676" y="16954"/>
                  </a:lnTo>
                  <a:lnTo>
                    <a:pt x="138910" y="16725"/>
                  </a:lnTo>
                  <a:lnTo>
                    <a:pt x="138358" y="16572"/>
                  </a:lnTo>
                  <a:lnTo>
                    <a:pt x="137376" y="16280"/>
                  </a:lnTo>
                  <a:lnTo>
                    <a:pt x="136471" y="16085"/>
                  </a:lnTo>
                  <a:lnTo>
                    <a:pt x="135270" y="15763"/>
                  </a:lnTo>
                  <a:lnTo>
                    <a:pt x="133142" y="15019"/>
                  </a:lnTo>
                  <a:lnTo>
                    <a:pt x="133232" y="14579"/>
                  </a:lnTo>
                  <a:lnTo>
                    <a:pt x="132715" y="14418"/>
                  </a:lnTo>
                  <a:lnTo>
                    <a:pt x="125650" y="12216"/>
                  </a:lnTo>
                  <a:lnTo>
                    <a:pt x="123575" y="11902"/>
                  </a:lnTo>
                  <a:lnTo>
                    <a:pt x="121875" y="11645"/>
                  </a:lnTo>
                  <a:lnTo>
                    <a:pt x="119002" y="11222"/>
                  </a:lnTo>
                  <a:lnTo>
                    <a:pt x="116927" y="10917"/>
                  </a:lnTo>
                  <a:lnTo>
                    <a:pt x="114836" y="10739"/>
                  </a:lnTo>
                  <a:lnTo>
                    <a:pt x="106073" y="9993"/>
                  </a:lnTo>
                  <a:lnTo>
                    <a:pt x="103982" y="9814"/>
                  </a:lnTo>
                  <a:lnTo>
                    <a:pt x="102093" y="8897"/>
                  </a:lnTo>
                  <a:lnTo>
                    <a:pt x="97275" y="6560"/>
                  </a:lnTo>
                  <a:lnTo>
                    <a:pt x="96662" y="6267"/>
                  </a:lnTo>
                  <a:lnTo>
                    <a:pt x="89358" y="2180"/>
                  </a:lnTo>
                  <a:lnTo>
                    <a:pt x="86420" y="450"/>
                  </a:lnTo>
                  <a:lnTo>
                    <a:pt x="85619" y="0"/>
                  </a:lnTo>
                  <a:lnTo>
                    <a:pt x="85116" y="858"/>
                  </a:lnTo>
                  <a:lnTo>
                    <a:pt x="84573" y="3115"/>
                  </a:lnTo>
                  <a:lnTo>
                    <a:pt x="83936" y="5620"/>
                  </a:lnTo>
                  <a:lnTo>
                    <a:pt x="83145" y="6632"/>
                  </a:lnTo>
                  <a:lnTo>
                    <a:pt x="81992" y="7946"/>
                  </a:lnTo>
                  <a:lnTo>
                    <a:pt x="80453" y="9163"/>
                  </a:lnTo>
                  <a:lnTo>
                    <a:pt x="78669" y="10239"/>
                  </a:lnTo>
                  <a:lnTo>
                    <a:pt x="73913" y="12620"/>
                  </a:lnTo>
                  <a:lnTo>
                    <a:pt x="67170" y="15715"/>
                  </a:lnTo>
                  <a:lnTo>
                    <a:pt x="64760" y="17018"/>
                  </a:lnTo>
                  <a:lnTo>
                    <a:pt x="56338" y="21947"/>
                  </a:lnTo>
                  <a:lnTo>
                    <a:pt x="54378" y="25377"/>
                  </a:lnTo>
                  <a:lnTo>
                    <a:pt x="51706" y="29436"/>
                  </a:lnTo>
                  <a:lnTo>
                    <a:pt x="52487" y="30814"/>
                  </a:lnTo>
                  <a:lnTo>
                    <a:pt x="52607" y="31011"/>
                  </a:lnTo>
                  <a:lnTo>
                    <a:pt x="53478" y="32532"/>
                  </a:lnTo>
                  <a:lnTo>
                    <a:pt x="53650" y="32832"/>
                  </a:lnTo>
                  <a:lnTo>
                    <a:pt x="36289" y="42545"/>
                  </a:lnTo>
                  <a:lnTo>
                    <a:pt x="23014" y="51707"/>
                  </a:lnTo>
                  <a:lnTo>
                    <a:pt x="11605" y="60604"/>
                  </a:lnTo>
                  <a:lnTo>
                    <a:pt x="2836" y="68294"/>
                  </a:lnTo>
                  <a:lnTo>
                    <a:pt x="283" y="71328"/>
                  </a:lnTo>
                  <a:lnTo>
                    <a:pt x="310" y="74800"/>
                  </a:lnTo>
                  <a:lnTo>
                    <a:pt x="252" y="77126"/>
                  </a:lnTo>
                  <a:lnTo>
                    <a:pt x="315" y="79732"/>
                  </a:lnTo>
                  <a:lnTo>
                    <a:pt x="1452" y="90507"/>
                  </a:lnTo>
                  <a:lnTo>
                    <a:pt x="2935" y="97596"/>
                  </a:lnTo>
                  <a:lnTo>
                    <a:pt x="2823" y="98376"/>
                  </a:lnTo>
                  <a:lnTo>
                    <a:pt x="2540" y="98334"/>
                  </a:lnTo>
                  <a:lnTo>
                    <a:pt x="2208" y="100575"/>
                  </a:lnTo>
                  <a:lnTo>
                    <a:pt x="3751" y="100610"/>
                  </a:lnTo>
                  <a:lnTo>
                    <a:pt x="3766" y="101708"/>
                  </a:lnTo>
                  <a:lnTo>
                    <a:pt x="3081" y="102471"/>
                  </a:lnTo>
                  <a:lnTo>
                    <a:pt x="3108" y="106561"/>
                  </a:lnTo>
                  <a:lnTo>
                    <a:pt x="981" y="107150"/>
                  </a:lnTo>
                  <a:lnTo>
                    <a:pt x="0" y="108759"/>
                  </a:lnTo>
                  <a:lnTo>
                    <a:pt x="320" y="108783"/>
                  </a:lnTo>
                  <a:lnTo>
                    <a:pt x="2737" y="108961"/>
                  </a:lnTo>
                  <a:lnTo>
                    <a:pt x="3421" y="109020"/>
                  </a:lnTo>
                  <a:lnTo>
                    <a:pt x="10223" y="109602"/>
                  </a:lnTo>
                  <a:lnTo>
                    <a:pt x="14864" y="109966"/>
                  </a:lnTo>
                  <a:lnTo>
                    <a:pt x="20494" y="112872"/>
                  </a:lnTo>
                  <a:lnTo>
                    <a:pt x="29706" y="114183"/>
                  </a:lnTo>
                  <a:lnTo>
                    <a:pt x="36099" y="115005"/>
                  </a:lnTo>
                  <a:lnTo>
                    <a:pt x="38141" y="114352"/>
                  </a:lnTo>
                  <a:lnTo>
                    <a:pt x="47559" y="113988"/>
                  </a:lnTo>
                  <a:lnTo>
                    <a:pt x="52283" y="113214"/>
                  </a:lnTo>
                  <a:lnTo>
                    <a:pt x="63098" y="111031"/>
                  </a:lnTo>
                  <a:lnTo>
                    <a:pt x="75365" y="109890"/>
                  </a:lnTo>
                  <a:lnTo>
                    <a:pt x="75750" y="109958"/>
                  </a:lnTo>
                  <a:lnTo>
                    <a:pt x="87386" y="112255"/>
                  </a:lnTo>
                  <a:lnTo>
                    <a:pt x="87956" y="112369"/>
                  </a:lnTo>
                  <a:lnTo>
                    <a:pt x="95904" y="112292"/>
                  </a:lnTo>
                  <a:lnTo>
                    <a:pt x="103571" y="112245"/>
                  </a:lnTo>
                  <a:lnTo>
                    <a:pt x="108930" y="112409"/>
                  </a:lnTo>
                  <a:lnTo>
                    <a:pt x="113704" y="112554"/>
                  </a:lnTo>
                  <a:lnTo>
                    <a:pt x="129230" y="113002"/>
                  </a:lnTo>
                  <a:lnTo>
                    <a:pt x="131328" y="112959"/>
                  </a:lnTo>
                  <a:lnTo>
                    <a:pt x="138961" y="112802"/>
                  </a:lnTo>
                  <a:lnTo>
                    <a:pt x="154650" y="109718"/>
                  </a:lnTo>
                  <a:lnTo>
                    <a:pt x="158560" y="119524"/>
                  </a:lnTo>
                  <a:lnTo>
                    <a:pt x="159463" y="121841"/>
                  </a:lnTo>
                  <a:lnTo>
                    <a:pt x="164394" y="133424"/>
                  </a:lnTo>
                  <a:lnTo>
                    <a:pt x="153533" y="137978"/>
                  </a:lnTo>
                  <a:lnTo>
                    <a:pt x="137903" y="141938"/>
                  </a:lnTo>
                  <a:lnTo>
                    <a:pt x="130741" y="137276"/>
                  </a:lnTo>
                  <a:lnTo>
                    <a:pt x="123589" y="137401"/>
                  </a:lnTo>
                  <a:lnTo>
                    <a:pt x="120868" y="145601"/>
                  </a:lnTo>
                  <a:lnTo>
                    <a:pt x="114614" y="153385"/>
                  </a:lnTo>
                  <a:lnTo>
                    <a:pt x="114376" y="154104"/>
                  </a:lnTo>
                  <a:lnTo>
                    <a:pt x="113330" y="157263"/>
                  </a:lnTo>
                  <a:lnTo>
                    <a:pt x="112980" y="158206"/>
                  </a:lnTo>
                  <a:lnTo>
                    <a:pt x="108960" y="161489"/>
                  </a:lnTo>
                  <a:lnTo>
                    <a:pt x="108558" y="161817"/>
                  </a:lnTo>
                  <a:lnTo>
                    <a:pt x="108401" y="161945"/>
                  </a:lnTo>
                  <a:lnTo>
                    <a:pt x="99061" y="163635"/>
                  </a:lnTo>
                  <a:lnTo>
                    <a:pt x="99035" y="165025"/>
                  </a:lnTo>
                  <a:lnTo>
                    <a:pt x="99007" y="165805"/>
                  </a:lnTo>
                  <a:lnTo>
                    <a:pt x="98967" y="166341"/>
                  </a:lnTo>
                  <a:lnTo>
                    <a:pt x="99071" y="171501"/>
                  </a:lnTo>
                  <a:lnTo>
                    <a:pt x="99114" y="173312"/>
                  </a:lnTo>
                  <a:lnTo>
                    <a:pt x="99149" y="173658"/>
                  </a:lnTo>
                  <a:lnTo>
                    <a:pt x="99509" y="177259"/>
                  </a:lnTo>
                  <a:lnTo>
                    <a:pt x="99901" y="181176"/>
                  </a:lnTo>
                  <a:lnTo>
                    <a:pt x="99918" y="181342"/>
                  </a:lnTo>
                  <a:lnTo>
                    <a:pt x="98475" y="181523"/>
                  </a:lnTo>
                  <a:lnTo>
                    <a:pt x="97350" y="181466"/>
                  </a:lnTo>
                  <a:lnTo>
                    <a:pt x="95616" y="181691"/>
                  </a:lnTo>
                  <a:lnTo>
                    <a:pt x="94077" y="182321"/>
                  </a:lnTo>
                  <a:lnTo>
                    <a:pt x="93043" y="183761"/>
                  </a:lnTo>
                  <a:lnTo>
                    <a:pt x="91763" y="184485"/>
                  </a:lnTo>
                  <a:lnTo>
                    <a:pt x="90892" y="184911"/>
                  </a:lnTo>
                  <a:lnTo>
                    <a:pt x="90038" y="184598"/>
                  </a:lnTo>
                  <a:lnTo>
                    <a:pt x="89019" y="184880"/>
                  </a:lnTo>
                  <a:lnTo>
                    <a:pt x="87976" y="184667"/>
                  </a:lnTo>
                  <a:lnTo>
                    <a:pt x="86887" y="184524"/>
                  </a:lnTo>
                  <a:lnTo>
                    <a:pt x="85859" y="185022"/>
                  </a:lnTo>
                  <a:lnTo>
                    <a:pt x="81999" y="185070"/>
                  </a:lnTo>
                  <a:lnTo>
                    <a:pt x="80254" y="185123"/>
                  </a:lnTo>
                  <a:lnTo>
                    <a:pt x="77787" y="186090"/>
                  </a:lnTo>
                  <a:lnTo>
                    <a:pt x="75836" y="186118"/>
                  </a:lnTo>
                  <a:lnTo>
                    <a:pt x="74947" y="186401"/>
                  </a:lnTo>
                  <a:lnTo>
                    <a:pt x="72643" y="187735"/>
                  </a:lnTo>
                  <a:lnTo>
                    <a:pt x="71483" y="187620"/>
                  </a:lnTo>
                  <a:lnTo>
                    <a:pt x="70590" y="187551"/>
                  </a:lnTo>
                  <a:lnTo>
                    <a:pt x="69446" y="187242"/>
                  </a:lnTo>
                  <a:lnTo>
                    <a:pt x="68229" y="187494"/>
                  </a:lnTo>
                  <a:lnTo>
                    <a:pt x="66681" y="188301"/>
                  </a:lnTo>
                  <a:lnTo>
                    <a:pt x="65442" y="188444"/>
                  </a:lnTo>
                  <a:lnTo>
                    <a:pt x="63232" y="189189"/>
                  </a:lnTo>
                  <a:lnTo>
                    <a:pt x="61676" y="190215"/>
                  </a:lnTo>
                  <a:lnTo>
                    <a:pt x="59732" y="191270"/>
                  </a:lnTo>
                  <a:lnTo>
                    <a:pt x="57081" y="192359"/>
                  </a:lnTo>
                  <a:lnTo>
                    <a:pt x="56157" y="193008"/>
                  </a:lnTo>
                  <a:lnTo>
                    <a:pt x="54719" y="193097"/>
                  </a:lnTo>
                  <a:lnTo>
                    <a:pt x="50767" y="195250"/>
                  </a:lnTo>
                  <a:lnTo>
                    <a:pt x="49694" y="195913"/>
                  </a:lnTo>
                  <a:lnTo>
                    <a:pt x="48809" y="195858"/>
                  </a:lnTo>
                  <a:lnTo>
                    <a:pt x="47842" y="195660"/>
                  </a:lnTo>
                  <a:lnTo>
                    <a:pt x="45989" y="196885"/>
                  </a:lnTo>
                  <a:lnTo>
                    <a:pt x="45700" y="198770"/>
                  </a:lnTo>
                  <a:lnTo>
                    <a:pt x="43683" y="199767"/>
                  </a:lnTo>
                  <a:lnTo>
                    <a:pt x="42407" y="199187"/>
                  </a:lnTo>
                  <a:lnTo>
                    <a:pt x="40559" y="198984"/>
                  </a:lnTo>
                  <a:lnTo>
                    <a:pt x="39293" y="200241"/>
                  </a:lnTo>
                  <a:lnTo>
                    <a:pt x="38996" y="200490"/>
                  </a:lnTo>
                  <a:lnTo>
                    <a:pt x="39017" y="201323"/>
                  </a:lnTo>
                  <a:lnTo>
                    <a:pt x="38894" y="202094"/>
                  </a:lnTo>
                  <a:lnTo>
                    <a:pt x="38372" y="202444"/>
                  </a:lnTo>
                  <a:lnTo>
                    <a:pt x="37733" y="202259"/>
                  </a:lnTo>
                  <a:lnTo>
                    <a:pt x="36489" y="201453"/>
                  </a:lnTo>
                  <a:lnTo>
                    <a:pt x="35743" y="202226"/>
                  </a:lnTo>
                  <a:lnTo>
                    <a:pt x="35015" y="202580"/>
                  </a:lnTo>
                  <a:lnTo>
                    <a:pt x="34399" y="202871"/>
                  </a:lnTo>
                  <a:lnTo>
                    <a:pt x="33803" y="203411"/>
                  </a:lnTo>
                  <a:lnTo>
                    <a:pt x="32714" y="204251"/>
                  </a:lnTo>
                  <a:lnTo>
                    <a:pt x="32304" y="203993"/>
                  </a:lnTo>
                  <a:lnTo>
                    <a:pt x="31978" y="203980"/>
                  </a:lnTo>
                  <a:lnTo>
                    <a:pt x="30762" y="204556"/>
                  </a:lnTo>
                  <a:lnTo>
                    <a:pt x="30323" y="205019"/>
                  </a:lnTo>
                  <a:lnTo>
                    <a:pt x="29872" y="206467"/>
                  </a:lnTo>
                  <a:lnTo>
                    <a:pt x="29558" y="206800"/>
                  </a:lnTo>
                  <a:lnTo>
                    <a:pt x="28608" y="206864"/>
                  </a:lnTo>
                  <a:lnTo>
                    <a:pt x="27790" y="207170"/>
                  </a:lnTo>
                  <a:lnTo>
                    <a:pt x="25688" y="208596"/>
                  </a:lnTo>
                  <a:lnTo>
                    <a:pt x="25280" y="209443"/>
                  </a:lnTo>
                  <a:lnTo>
                    <a:pt x="24120" y="212031"/>
                  </a:lnTo>
                  <a:lnTo>
                    <a:pt x="23564" y="212941"/>
                  </a:lnTo>
                  <a:lnTo>
                    <a:pt x="22390" y="214110"/>
                  </a:lnTo>
                  <a:lnTo>
                    <a:pt x="22112" y="214264"/>
                  </a:lnTo>
                  <a:lnTo>
                    <a:pt x="21723" y="214467"/>
                  </a:lnTo>
                  <a:lnTo>
                    <a:pt x="21010" y="215096"/>
                  </a:lnTo>
                  <a:lnTo>
                    <a:pt x="20992" y="216429"/>
                  </a:lnTo>
                  <a:lnTo>
                    <a:pt x="20755" y="218207"/>
                  </a:lnTo>
                  <a:lnTo>
                    <a:pt x="20392" y="220921"/>
                  </a:lnTo>
                  <a:lnTo>
                    <a:pt x="39774" y="232775"/>
                  </a:lnTo>
                  <a:lnTo>
                    <a:pt x="44183" y="232908"/>
                  </a:lnTo>
                  <a:lnTo>
                    <a:pt x="51474" y="235769"/>
                  </a:lnTo>
                  <a:lnTo>
                    <a:pt x="58765" y="238629"/>
                  </a:lnTo>
                  <a:lnTo>
                    <a:pt x="60472" y="238964"/>
                  </a:lnTo>
                  <a:lnTo>
                    <a:pt x="66596" y="240496"/>
                  </a:lnTo>
                  <a:lnTo>
                    <a:pt x="75001" y="241697"/>
                  </a:lnTo>
                  <a:lnTo>
                    <a:pt x="77078" y="241994"/>
                  </a:lnTo>
                  <a:lnTo>
                    <a:pt x="82685" y="243697"/>
                  </a:lnTo>
                  <a:lnTo>
                    <a:pt x="86508" y="244858"/>
                  </a:lnTo>
                  <a:lnTo>
                    <a:pt x="86413" y="245141"/>
                  </a:lnTo>
                  <a:lnTo>
                    <a:pt x="89423" y="246059"/>
                  </a:lnTo>
                  <a:lnTo>
                    <a:pt x="89566" y="246042"/>
                  </a:lnTo>
                  <a:lnTo>
                    <a:pt x="91645" y="245778"/>
                  </a:lnTo>
                  <a:lnTo>
                    <a:pt x="104793" y="244114"/>
                  </a:lnTo>
                  <a:lnTo>
                    <a:pt x="109009" y="243554"/>
                  </a:lnTo>
                  <a:lnTo>
                    <a:pt x="119626" y="242144"/>
                  </a:lnTo>
                  <a:lnTo>
                    <a:pt x="127845" y="241405"/>
                  </a:lnTo>
                  <a:lnTo>
                    <a:pt x="132549" y="240496"/>
                  </a:lnTo>
                  <a:lnTo>
                    <a:pt x="134164" y="240604"/>
                  </a:lnTo>
                  <a:lnTo>
                    <a:pt x="136009" y="240727"/>
                  </a:lnTo>
                  <a:lnTo>
                    <a:pt x="140379" y="241872"/>
                  </a:lnTo>
                  <a:lnTo>
                    <a:pt x="141044" y="242053"/>
                  </a:lnTo>
                  <a:lnTo>
                    <a:pt x="145879" y="242224"/>
                  </a:lnTo>
                  <a:lnTo>
                    <a:pt x="148844" y="242328"/>
                  </a:lnTo>
                  <a:lnTo>
                    <a:pt x="167691" y="241600"/>
                  </a:lnTo>
                  <a:lnTo>
                    <a:pt x="168012" y="245395"/>
                  </a:lnTo>
                  <a:lnTo>
                    <a:pt x="168225" y="247923"/>
                  </a:lnTo>
                  <a:lnTo>
                    <a:pt x="168332" y="248967"/>
                  </a:lnTo>
                  <a:lnTo>
                    <a:pt x="168441" y="250039"/>
                  </a:lnTo>
                  <a:lnTo>
                    <a:pt x="168706" y="252728"/>
                  </a:lnTo>
                  <a:lnTo>
                    <a:pt x="169092" y="256651"/>
                  </a:lnTo>
                  <a:lnTo>
                    <a:pt x="169258" y="258354"/>
                  </a:lnTo>
                  <a:lnTo>
                    <a:pt x="169208" y="260100"/>
                  </a:lnTo>
                  <a:lnTo>
                    <a:pt x="169156" y="263117"/>
                  </a:lnTo>
                  <a:lnTo>
                    <a:pt x="169168" y="263777"/>
                  </a:lnTo>
                  <a:lnTo>
                    <a:pt x="169186" y="264808"/>
                  </a:lnTo>
                  <a:lnTo>
                    <a:pt x="169182" y="265203"/>
                  </a:lnTo>
                  <a:lnTo>
                    <a:pt x="169146" y="268572"/>
                  </a:lnTo>
                  <a:lnTo>
                    <a:pt x="169135" y="269404"/>
                  </a:lnTo>
                  <a:lnTo>
                    <a:pt x="169109" y="272045"/>
                  </a:lnTo>
                  <a:lnTo>
                    <a:pt x="169071" y="275951"/>
                  </a:lnTo>
                  <a:lnTo>
                    <a:pt x="169061" y="277041"/>
                  </a:lnTo>
                  <a:lnTo>
                    <a:pt x="168941" y="277832"/>
                  </a:lnTo>
                  <a:lnTo>
                    <a:pt x="168566" y="279473"/>
                  </a:lnTo>
                  <a:lnTo>
                    <a:pt x="168281" y="280519"/>
                  </a:lnTo>
                  <a:lnTo>
                    <a:pt x="168222" y="280921"/>
                  </a:lnTo>
                  <a:lnTo>
                    <a:pt x="168053" y="283018"/>
                  </a:lnTo>
                  <a:lnTo>
                    <a:pt x="167426" y="290823"/>
                  </a:lnTo>
                  <a:lnTo>
                    <a:pt x="166552" y="301707"/>
                  </a:lnTo>
                  <a:lnTo>
                    <a:pt x="166802" y="303697"/>
                  </a:lnTo>
                  <a:lnTo>
                    <a:pt x="166894" y="304217"/>
                  </a:lnTo>
                  <a:lnTo>
                    <a:pt x="166865" y="304571"/>
                  </a:lnTo>
                  <a:lnTo>
                    <a:pt x="167003" y="304515"/>
                  </a:lnTo>
                  <a:lnTo>
                    <a:pt x="167737" y="304213"/>
                  </a:lnTo>
                  <a:lnTo>
                    <a:pt x="171655" y="302605"/>
                  </a:lnTo>
                  <a:lnTo>
                    <a:pt x="172335" y="302325"/>
                  </a:lnTo>
                  <a:lnTo>
                    <a:pt x="174873" y="302030"/>
                  </a:lnTo>
                  <a:lnTo>
                    <a:pt x="177067" y="302436"/>
                  </a:lnTo>
                  <a:lnTo>
                    <a:pt x="177427" y="302502"/>
                  </a:lnTo>
                  <a:lnTo>
                    <a:pt x="178369" y="302141"/>
                  </a:lnTo>
                  <a:lnTo>
                    <a:pt x="179980" y="301524"/>
                  </a:lnTo>
                  <a:lnTo>
                    <a:pt x="182955" y="299153"/>
                  </a:lnTo>
                  <a:lnTo>
                    <a:pt x="185554" y="297806"/>
                  </a:lnTo>
                  <a:lnTo>
                    <a:pt x="187841" y="296463"/>
                  </a:lnTo>
                  <a:lnTo>
                    <a:pt x="189609" y="295724"/>
                  </a:lnTo>
                  <a:lnTo>
                    <a:pt x="191004" y="295124"/>
                  </a:lnTo>
                  <a:lnTo>
                    <a:pt x="191410" y="294979"/>
                  </a:lnTo>
                  <a:lnTo>
                    <a:pt x="191597" y="294935"/>
                  </a:lnTo>
                  <a:lnTo>
                    <a:pt x="194678" y="293784"/>
                  </a:lnTo>
                  <a:lnTo>
                    <a:pt x="196013" y="293275"/>
                  </a:lnTo>
                  <a:lnTo>
                    <a:pt x="198264" y="291151"/>
                  </a:lnTo>
                  <a:lnTo>
                    <a:pt x="199236" y="289808"/>
                  </a:lnTo>
                  <a:lnTo>
                    <a:pt x="200762" y="288267"/>
                  </a:lnTo>
                  <a:lnTo>
                    <a:pt x="202137" y="286870"/>
                  </a:lnTo>
                  <a:lnTo>
                    <a:pt x="202432" y="286344"/>
                  </a:lnTo>
                  <a:lnTo>
                    <a:pt x="204594" y="281712"/>
                  </a:lnTo>
                  <a:lnTo>
                    <a:pt x="205253" y="279721"/>
                  </a:lnTo>
                  <a:lnTo>
                    <a:pt x="208863" y="280213"/>
                  </a:lnTo>
                  <a:lnTo>
                    <a:pt x="213438" y="280664"/>
                  </a:lnTo>
                  <a:lnTo>
                    <a:pt x="219167" y="280999"/>
                  </a:lnTo>
                  <a:lnTo>
                    <a:pt x="221663" y="281145"/>
                  </a:lnTo>
                  <a:lnTo>
                    <a:pt x="226120" y="281407"/>
                  </a:lnTo>
                  <a:lnTo>
                    <a:pt x="228217" y="281457"/>
                  </a:lnTo>
                  <a:lnTo>
                    <a:pt x="228400" y="281461"/>
                  </a:lnTo>
                  <a:lnTo>
                    <a:pt x="231631" y="281538"/>
                  </a:lnTo>
                  <a:lnTo>
                    <a:pt x="232295" y="281515"/>
                  </a:lnTo>
                  <a:lnTo>
                    <a:pt x="234335" y="281443"/>
                  </a:lnTo>
                  <a:lnTo>
                    <a:pt x="237161" y="281535"/>
                  </a:lnTo>
                  <a:lnTo>
                    <a:pt x="237728" y="282439"/>
                  </a:lnTo>
                  <a:lnTo>
                    <a:pt x="241854" y="285414"/>
                  </a:lnTo>
                  <a:lnTo>
                    <a:pt x="254253" y="292904"/>
                  </a:lnTo>
                  <a:lnTo>
                    <a:pt x="258126" y="298026"/>
                  </a:lnTo>
                  <a:lnTo>
                    <a:pt x="262166" y="304835"/>
                  </a:lnTo>
                  <a:lnTo>
                    <a:pt x="263970" y="307910"/>
                  </a:lnTo>
                  <a:lnTo>
                    <a:pt x="265549" y="309229"/>
                  </a:lnTo>
                  <a:lnTo>
                    <a:pt x="266370" y="309915"/>
                  </a:lnTo>
                  <a:lnTo>
                    <a:pt x="266703" y="308806"/>
                  </a:lnTo>
                  <a:lnTo>
                    <a:pt x="272060" y="308993"/>
                  </a:lnTo>
                  <a:lnTo>
                    <a:pt x="279392" y="308712"/>
                  </a:lnTo>
                  <a:lnTo>
                    <a:pt x="280224" y="311425"/>
                  </a:lnTo>
                  <a:lnTo>
                    <a:pt x="280603" y="314564"/>
                  </a:lnTo>
                  <a:lnTo>
                    <a:pt x="281227" y="319713"/>
                  </a:lnTo>
                  <a:lnTo>
                    <a:pt x="281499" y="321702"/>
                  </a:lnTo>
                  <a:lnTo>
                    <a:pt x="281916" y="324764"/>
                  </a:lnTo>
                  <a:lnTo>
                    <a:pt x="282150" y="332110"/>
                  </a:lnTo>
                  <a:lnTo>
                    <a:pt x="282498" y="334946"/>
                  </a:lnTo>
                  <a:lnTo>
                    <a:pt x="282643" y="335133"/>
                  </a:lnTo>
                  <a:lnTo>
                    <a:pt x="283614" y="336383"/>
                  </a:lnTo>
                  <a:lnTo>
                    <a:pt x="283680" y="337630"/>
                  </a:lnTo>
                  <a:lnTo>
                    <a:pt x="283714" y="338263"/>
                  </a:lnTo>
                  <a:lnTo>
                    <a:pt x="283737" y="338699"/>
                  </a:lnTo>
                  <a:lnTo>
                    <a:pt x="283978" y="339016"/>
                  </a:lnTo>
                  <a:lnTo>
                    <a:pt x="286329" y="338246"/>
                  </a:lnTo>
                  <a:lnTo>
                    <a:pt x="290387" y="340610"/>
                  </a:lnTo>
                  <a:lnTo>
                    <a:pt x="294044" y="342671"/>
                  </a:lnTo>
                  <a:lnTo>
                    <a:pt x="299888" y="345963"/>
                  </a:lnTo>
                  <a:lnTo>
                    <a:pt x="303544" y="348024"/>
                  </a:lnTo>
                  <a:lnTo>
                    <a:pt x="308591" y="350869"/>
                  </a:lnTo>
                  <a:lnTo>
                    <a:pt x="311637" y="352585"/>
                  </a:lnTo>
                  <a:lnTo>
                    <a:pt x="312110" y="352847"/>
                  </a:lnTo>
                  <a:lnTo>
                    <a:pt x="312289" y="352916"/>
                  </a:lnTo>
                  <a:lnTo>
                    <a:pt x="314246" y="353672"/>
                  </a:lnTo>
                  <a:lnTo>
                    <a:pt x="320478" y="356079"/>
                  </a:lnTo>
                  <a:lnTo>
                    <a:pt x="322431" y="356843"/>
                  </a:lnTo>
                  <a:lnTo>
                    <a:pt x="323596" y="357299"/>
                  </a:lnTo>
                  <a:lnTo>
                    <a:pt x="324701" y="357731"/>
                  </a:lnTo>
                  <a:lnTo>
                    <a:pt x="326654" y="358497"/>
                  </a:lnTo>
                  <a:lnTo>
                    <a:pt x="326894" y="358669"/>
                  </a:lnTo>
                  <a:lnTo>
                    <a:pt x="328450" y="359584"/>
                  </a:lnTo>
                  <a:lnTo>
                    <a:pt x="328925" y="359924"/>
                  </a:lnTo>
                  <a:lnTo>
                    <a:pt x="330794" y="361223"/>
                  </a:lnTo>
                  <a:lnTo>
                    <a:pt x="332519" y="362422"/>
                  </a:lnTo>
                  <a:lnTo>
                    <a:pt x="334321" y="363497"/>
                  </a:lnTo>
                  <a:lnTo>
                    <a:pt x="340665" y="367176"/>
                  </a:lnTo>
                  <a:lnTo>
                    <a:pt x="342480" y="368228"/>
                  </a:lnTo>
                  <a:lnTo>
                    <a:pt x="344467" y="368904"/>
                  </a:lnTo>
                  <a:lnTo>
                    <a:pt x="345501" y="369256"/>
                  </a:lnTo>
                  <a:lnTo>
                    <a:pt x="351148" y="370873"/>
                  </a:lnTo>
                  <a:lnTo>
                    <a:pt x="352256" y="371186"/>
                  </a:lnTo>
                  <a:lnTo>
                    <a:pt x="354275" y="371755"/>
                  </a:lnTo>
                  <a:lnTo>
                    <a:pt x="356162" y="372676"/>
                  </a:lnTo>
                  <a:lnTo>
                    <a:pt x="357127" y="373148"/>
                  </a:lnTo>
                  <a:lnTo>
                    <a:pt x="360332" y="374443"/>
                  </a:lnTo>
                  <a:lnTo>
                    <a:pt x="362278" y="375228"/>
                  </a:lnTo>
                  <a:lnTo>
                    <a:pt x="364143" y="376190"/>
                  </a:lnTo>
                  <a:lnTo>
                    <a:pt x="364766" y="376511"/>
                  </a:lnTo>
                  <a:lnTo>
                    <a:pt x="366882" y="377758"/>
                  </a:lnTo>
                  <a:lnTo>
                    <a:pt x="368690" y="378825"/>
                  </a:lnTo>
                  <a:lnTo>
                    <a:pt x="369434" y="379597"/>
                  </a:lnTo>
                  <a:lnTo>
                    <a:pt x="370217" y="380266"/>
                  </a:lnTo>
                  <a:lnTo>
                    <a:pt x="371440" y="381323"/>
                  </a:lnTo>
                  <a:lnTo>
                    <a:pt x="372972" y="382760"/>
                  </a:lnTo>
                  <a:lnTo>
                    <a:pt x="374282" y="384402"/>
                  </a:lnTo>
                  <a:lnTo>
                    <a:pt x="375156" y="385495"/>
                  </a:lnTo>
                  <a:lnTo>
                    <a:pt x="376224" y="386847"/>
                  </a:lnTo>
                  <a:lnTo>
                    <a:pt x="377527" y="388496"/>
                  </a:lnTo>
                  <a:lnTo>
                    <a:pt x="379463" y="389306"/>
                  </a:lnTo>
                  <a:lnTo>
                    <a:pt x="382150" y="390432"/>
                  </a:lnTo>
                  <a:lnTo>
                    <a:pt x="383237" y="390854"/>
                  </a:lnTo>
                  <a:lnTo>
                    <a:pt x="385192" y="391614"/>
                  </a:lnTo>
                  <a:lnTo>
                    <a:pt x="386948" y="392260"/>
                  </a:lnTo>
                  <a:lnTo>
                    <a:pt x="387156" y="392351"/>
                  </a:lnTo>
                  <a:lnTo>
                    <a:pt x="388130" y="392781"/>
                  </a:lnTo>
                  <a:lnTo>
                    <a:pt x="391696" y="393992"/>
                  </a:lnTo>
                  <a:lnTo>
                    <a:pt x="393705" y="394550"/>
                  </a:lnTo>
                  <a:lnTo>
                    <a:pt x="395726" y="395113"/>
                  </a:lnTo>
                  <a:lnTo>
                    <a:pt x="396355" y="395386"/>
                  </a:lnTo>
                  <a:lnTo>
                    <a:pt x="401790" y="396597"/>
                  </a:lnTo>
                  <a:lnTo>
                    <a:pt x="405341" y="397429"/>
                  </a:lnTo>
                  <a:lnTo>
                    <a:pt x="407915" y="398033"/>
                  </a:lnTo>
                  <a:lnTo>
                    <a:pt x="411027" y="398739"/>
                  </a:lnTo>
                  <a:lnTo>
                    <a:pt x="413184" y="399215"/>
                  </a:lnTo>
                  <a:lnTo>
                    <a:pt x="415232" y="399667"/>
                  </a:lnTo>
                  <a:lnTo>
                    <a:pt x="417329" y="399628"/>
                  </a:lnTo>
                  <a:lnTo>
                    <a:pt x="418967" y="399599"/>
                  </a:lnTo>
                  <a:lnTo>
                    <a:pt x="420313" y="399730"/>
                  </a:lnTo>
                  <a:lnTo>
                    <a:pt x="420811" y="399778"/>
                  </a:lnTo>
                  <a:lnTo>
                    <a:pt x="422405" y="399900"/>
                  </a:lnTo>
                  <a:lnTo>
                    <a:pt x="424499" y="400031"/>
                  </a:lnTo>
                  <a:lnTo>
                    <a:pt x="425376" y="400086"/>
                  </a:lnTo>
                  <a:lnTo>
                    <a:pt x="427672" y="400151"/>
                  </a:lnTo>
                  <a:lnTo>
                    <a:pt x="428356" y="400156"/>
                  </a:lnTo>
                  <a:lnTo>
                    <a:pt x="430454" y="400167"/>
                  </a:lnTo>
                  <a:lnTo>
                    <a:pt x="431670" y="400111"/>
                  </a:lnTo>
                  <a:lnTo>
                    <a:pt x="432547" y="400050"/>
                  </a:lnTo>
                  <a:lnTo>
                    <a:pt x="433838" y="399961"/>
                  </a:lnTo>
                  <a:lnTo>
                    <a:pt x="436669" y="399333"/>
                  </a:lnTo>
                  <a:lnTo>
                    <a:pt x="437028" y="399234"/>
                  </a:lnTo>
                  <a:lnTo>
                    <a:pt x="439047" y="398667"/>
                  </a:lnTo>
                  <a:lnTo>
                    <a:pt x="440612" y="398149"/>
                  </a:lnTo>
                  <a:lnTo>
                    <a:pt x="442633" y="397584"/>
                  </a:lnTo>
                  <a:lnTo>
                    <a:pt x="444948" y="396939"/>
                  </a:lnTo>
                  <a:lnTo>
                    <a:pt x="445181" y="396929"/>
                  </a:lnTo>
                  <a:lnTo>
                    <a:pt x="446103" y="396692"/>
                  </a:lnTo>
                  <a:lnTo>
                    <a:pt x="448900" y="396120"/>
                  </a:lnTo>
                  <a:lnTo>
                    <a:pt x="452925" y="395292"/>
                  </a:lnTo>
                  <a:lnTo>
                    <a:pt x="454687" y="394927"/>
                  </a:lnTo>
                  <a:lnTo>
                    <a:pt x="455305" y="395083"/>
                  </a:lnTo>
                  <a:lnTo>
                    <a:pt x="456171" y="394869"/>
                  </a:lnTo>
                  <a:lnTo>
                    <a:pt x="456891" y="394687"/>
                  </a:lnTo>
                  <a:lnTo>
                    <a:pt x="457610" y="394513"/>
                  </a:lnTo>
                  <a:lnTo>
                    <a:pt x="458333" y="394339"/>
                  </a:lnTo>
                  <a:lnTo>
                    <a:pt x="459055" y="394168"/>
                  </a:lnTo>
                  <a:lnTo>
                    <a:pt x="459778" y="394002"/>
                  </a:lnTo>
                  <a:lnTo>
                    <a:pt x="460502" y="393839"/>
                  </a:lnTo>
                  <a:lnTo>
                    <a:pt x="460674" y="393801"/>
                  </a:lnTo>
                  <a:lnTo>
                    <a:pt x="461227" y="393678"/>
                  </a:lnTo>
                  <a:lnTo>
                    <a:pt x="461952" y="393523"/>
                  </a:lnTo>
                  <a:lnTo>
                    <a:pt x="462678" y="393370"/>
                  </a:lnTo>
                  <a:lnTo>
                    <a:pt x="463404" y="393221"/>
                  </a:lnTo>
                  <a:lnTo>
                    <a:pt x="464133" y="393073"/>
                  </a:lnTo>
                  <a:lnTo>
                    <a:pt x="464861" y="392932"/>
                  </a:lnTo>
                  <a:lnTo>
                    <a:pt x="465589" y="392792"/>
                  </a:lnTo>
                  <a:lnTo>
                    <a:pt x="466320" y="392656"/>
                  </a:lnTo>
                  <a:lnTo>
                    <a:pt x="467048" y="392524"/>
                  </a:lnTo>
                  <a:lnTo>
                    <a:pt x="467780" y="392393"/>
                  </a:lnTo>
                  <a:lnTo>
                    <a:pt x="468511" y="392269"/>
                  </a:lnTo>
                  <a:lnTo>
                    <a:pt x="468638" y="392248"/>
                  </a:lnTo>
                  <a:lnTo>
                    <a:pt x="469243" y="392146"/>
                  </a:lnTo>
                  <a:lnTo>
                    <a:pt x="469975" y="392028"/>
                  </a:lnTo>
                  <a:lnTo>
                    <a:pt x="470709" y="391913"/>
                  </a:lnTo>
                  <a:lnTo>
                    <a:pt x="470767" y="393658"/>
                  </a:lnTo>
                  <a:lnTo>
                    <a:pt x="470853" y="396677"/>
                  </a:lnTo>
                  <a:lnTo>
                    <a:pt x="470867" y="397155"/>
                  </a:lnTo>
                  <a:lnTo>
                    <a:pt x="471193" y="398805"/>
                  </a:lnTo>
                  <a:lnTo>
                    <a:pt x="471367" y="401065"/>
                  </a:lnTo>
                  <a:lnTo>
                    <a:pt x="471182" y="408115"/>
                  </a:lnTo>
                  <a:lnTo>
                    <a:pt x="470996" y="411618"/>
                  </a:lnTo>
                  <a:lnTo>
                    <a:pt x="470936" y="412264"/>
                  </a:lnTo>
                  <a:lnTo>
                    <a:pt x="473702" y="412747"/>
                  </a:lnTo>
                  <a:lnTo>
                    <a:pt x="474402" y="412873"/>
                  </a:lnTo>
                  <a:lnTo>
                    <a:pt x="475344" y="413036"/>
                  </a:lnTo>
                  <a:lnTo>
                    <a:pt x="475865" y="413125"/>
                  </a:lnTo>
                  <a:lnTo>
                    <a:pt x="476572" y="413247"/>
                  </a:lnTo>
                  <a:lnTo>
                    <a:pt x="485279" y="414748"/>
                  </a:lnTo>
                  <a:lnTo>
                    <a:pt x="485071" y="415974"/>
                  </a:lnTo>
                  <a:lnTo>
                    <a:pt x="484896" y="417010"/>
                  </a:lnTo>
                  <a:lnTo>
                    <a:pt x="484786" y="417595"/>
                  </a:lnTo>
                  <a:lnTo>
                    <a:pt x="484412" y="419880"/>
                  </a:lnTo>
                  <a:lnTo>
                    <a:pt x="483737" y="423829"/>
                  </a:lnTo>
                  <a:lnTo>
                    <a:pt x="482689" y="429743"/>
                  </a:lnTo>
                  <a:lnTo>
                    <a:pt x="482265" y="432125"/>
                  </a:lnTo>
                  <a:lnTo>
                    <a:pt x="481817" y="434739"/>
                  </a:lnTo>
                  <a:lnTo>
                    <a:pt x="480993" y="439229"/>
                  </a:lnTo>
                  <a:lnTo>
                    <a:pt x="480475" y="441996"/>
                  </a:lnTo>
                  <a:lnTo>
                    <a:pt x="479919" y="445049"/>
                  </a:lnTo>
                  <a:lnTo>
                    <a:pt x="479757" y="445933"/>
                  </a:lnTo>
                  <a:lnTo>
                    <a:pt x="479689" y="446309"/>
                  </a:lnTo>
                  <a:lnTo>
                    <a:pt x="488175" y="446059"/>
                  </a:lnTo>
                  <a:lnTo>
                    <a:pt x="490198" y="446079"/>
                  </a:lnTo>
                  <a:lnTo>
                    <a:pt x="492690" y="446342"/>
                  </a:lnTo>
                  <a:lnTo>
                    <a:pt x="495122" y="446826"/>
                  </a:lnTo>
                  <a:lnTo>
                    <a:pt x="499290" y="447960"/>
                  </a:lnTo>
                  <a:lnTo>
                    <a:pt x="500818" y="448455"/>
                  </a:lnTo>
                  <a:lnTo>
                    <a:pt x="503578" y="449349"/>
                  </a:lnTo>
                  <a:lnTo>
                    <a:pt x="510001" y="451719"/>
                  </a:lnTo>
                  <a:lnTo>
                    <a:pt x="510790" y="451956"/>
                  </a:lnTo>
                  <a:lnTo>
                    <a:pt x="513015" y="452622"/>
                  </a:lnTo>
                  <a:lnTo>
                    <a:pt x="515401" y="453187"/>
                  </a:lnTo>
                  <a:lnTo>
                    <a:pt x="516497" y="453446"/>
                  </a:lnTo>
                  <a:lnTo>
                    <a:pt x="519914" y="453948"/>
                  </a:lnTo>
                  <a:lnTo>
                    <a:pt x="522388" y="454330"/>
                  </a:lnTo>
                  <a:lnTo>
                    <a:pt x="527346" y="455095"/>
                  </a:lnTo>
                  <a:lnTo>
                    <a:pt x="529083" y="455343"/>
                  </a:lnTo>
                  <a:lnTo>
                    <a:pt x="531308" y="455660"/>
                  </a:lnTo>
                  <a:lnTo>
                    <a:pt x="534445" y="456243"/>
                  </a:lnTo>
                  <a:lnTo>
                    <a:pt x="546639" y="458871"/>
                  </a:lnTo>
                  <a:lnTo>
                    <a:pt x="546980" y="458948"/>
                  </a:lnTo>
                  <a:lnTo>
                    <a:pt x="549198" y="459443"/>
                  </a:lnTo>
                  <a:lnTo>
                    <a:pt x="550715" y="459767"/>
                  </a:lnTo>
                  <a:lnTo>
                    <a:pt x="557980" y="461299"/>
                  </a:lnTo>
                  <a:lnTo>
                    <a:pt x="559837" y="461713"/>
                  </a:lnTo>
                  <a:lnTo>
                    <a:pt x="559490" y="463158"/>
                  </a:lnTo>
                  <a:lnTo>
                    <a:pt x="558271" y="468462"/>
                  </a:lnTo>
                  <a:lnTo>
                    <a:pt x="558102" y="469204"/>
                  </a:lnTo>
                  <a:lnTo>
                    <a:pt x="557360" y="472313"/>
                  </a:lnTo>
                  <a:lnTo>
                    <a:pt x="557273" y="472684"/>
                  </a:lnTo>
                  <a:lnTo>
                    <a:pt x="557183" y="473057"/>
                  </a:lnTo>
                  <a:lnTo>
                    <a:pt x="556827" y="474590"/>
                  </a:lnTo>
                  <a:lnTo>
                    <a:pt x="556461" y="476148"/>
                  </a:lnTo>
                  <a:lnTo>
                    <a:pt x="556265" y="476982"/>
                  </a:lnTo>
                  <a:lnTo>
                    <a:pt x="555777" y="479225"/>
                  </a:lnTo>
                  <a:lnTo>
                    <a:pt x="558037" y="479743"/>
                  </a:lnTo>
                  <a:lnTo>
                    <a:pt x="570575" y="482670"/>
                  </a:lnTo>
                  <a:lnTo>
                    <a:pt x="572492" y="483117"/>
                  </a:lnTo>
                  <a:lnTo>
                    <a:pt x="575559" y="483833"/>
                  </a:lnTo>
                  <a:lnTo>
                    <a:pt x="576334" y="484034"/>
                  </a:lnTo>
                  <a:lnTo>
                    <a:pt x="576194" y="484374"/>
                  </a:lnTo>
                  <a:lnTo>
                    <a:pt x="575762" y="485556"/>
                  </a:lnTo>
                  <a:lnTo>
                    <a:pt x="575066" y="487426"/>
                  </a:lnTo>
                  <a:lnTo>
                    <a:pt x="573940" y="490568"/>
                  </a:lnTo>
                  <a:lnTo>
                    <a:pt x="573492" y="491920"/>
                  </a:lnTo>
                  <a:lnTo>
                    <a:pt x="570710" y="501734"/>
                  </a:lnTo>
                  <a:lnTo>
                    <a:pt x="570100" y="503715"/>
                  </a:lnTo>
                  <a:lnTo>
                    <a:pt x="568467" y="509031"/>
                  </a:lnTo>
                  <a:lnTo>
                    <a:pt x="567808" y="511175"/>
                  </a:lnTo>
                  <a:lnTo>
                    <a:pt x="567208" y="512309"/>
                  </a:lnTo>
                  <a:lnTo>
                    <a:pt x="566825" y="513184"/>
                  </a:lnTo>
                  <a:lnTo>
                    <a:pt x="566057" y="514934"/>
                  </a:lnTo>
                  <a:lnTo>
                    <a:pt x="566203" y="514999"/>
                  </a:lnTo>
                  <a:lnTo>
                    <a:pt x="566339" y="515058"/>
                  </a:lnTo>
                  <a:lnTo>
                    <a:pt x="566481" y="515119"/>
                  </a:lnTo>
                  <a:lnTo>
                    <a:pt x="566623" y="515180"/>
                  </a:lnTo>
                  <a:lnTo>
                    <a:pt x="566765" y="515239"/>
                  </a:lnTo>
                  <a:lnTo>
                    <a:pt x="566908" y="515298"/>
                  </a:lnTo>
                  <a:lnTo>
                    <a:pt x="567051" y="515357"/>
                  </a:lnTo>
                  <a:lnTo>
                    <a:pt x="567194" y="515414"/>
                  </a:lnTo>
                  <a:lnTo>
                    <a:pt x="567338" y="515471"/>
                  </a:lnTo>
                  <a:lnTo>
                    <a:pt x="567481" y="515527"/>
                  </a:lnTo>
                  <a:lnTo>
                    <a:pt x="567626" y="515583"/>
                  </a:lnTo>
                  <a:lnTo>
                    <a:pt x="567770" y="515637"/>
                  </a:lnTo>
                  <a:lnTo>
                    <a:pt x="567914" y="515691"/>
                  </a:lnTo>
                  <a:lnTo>
                    <a:pt x="568059" y="515745"/>
                  </a:lnTo>
                  <a:lnTo>
                    <a:pt x="568204" y="515797"/>
                  </a:lnTo>
                  <a:lnTo>
                    <a:pt x="568350" y="515849"/>
                  </a:lnTo>
                  <a:lnTo>
                    <a:pt x="568495" y="515900"/>
                  </a:lnTo>
                  <a:lnTo>
                    <a:pt x="568641" y="515951"/>
                  </a:lnTo>
                  <a:lnTo>
                    <a:pt x="568787" y="516001"/>
                  </a:lnTo>
                  <a:lnTo>
                    <a:pt x="568933" y="516050"/>
                  </a:lnTo>
                  <a:lnTo>
                    <a:pt x="569080" y="516098"/>
                  </a:lnTo>
                  <a:lnTo>
                    <a:pt x="569227" y="516145"/>
                  </a:lnTo>
                  <a:lnTo>
                    <a:pt x="569374" y="516192"/>
                  </a:lnTo>
                  <a:lnTo>
                    <a:pt x="569521" y="516239"/>
                  </a:lnTo>
                  <a:lnTo>
                    <a:pt x="569669" y="516284"/>
                  </a:lnTo>
                  <a:lnTo>
                    <a:pt x="569964" y="516373"/>
                  </a:lnTo>
                  <a:lnTo>
                    <a:pt x="570131" y="516421"/>
                  </a:lnTo>
                  <a:lnTo>
                    <a:pt x="570281" y="516464"/>
                  </a:lnTo>
                  <a:lnTo>
                    <a:pt x="570430" y="516506"/>
                  </a:lnTo>
                  <a:lnTo>
                    <a:pt x="570558" y="516541"/>
                  </a:lnTo>
                  <a:lnTo>
                    <a:pt x="570707" y="516581"/>
                  </a:lnTo>
                  <a:lnTo>
                    <a:pt x="570857" y="516621"/>
                  </a:lnTo>
                  <a:lnTo>
                    <a:pt x="571007" y="516660"/>
                  </a:lnTo>
                  <a:lnTo>
                    <a:pt x="571157" y="516698"/>
                  </a:lnTo>
                  <a:lnTo>
                    <a:pt x="571307" y="516735"/>
                  </a:lnTo>
                  <a:lnTo>
                    <a:pt x="571458" y="516771"/>
                  </a:lnTo>
                  <a:lnTo>
                    <a:pt x="571609" y="516807"/>
                  </a:lnTo>
                  <a:lnTo>
                    <a:pt x="571760" y="516842"/>
                  </a:lnTo>
                  <a:lnTo>
                    <a:pt x="571911" y="516876"/>
                  </a:lnTo>
                  <a:lnTo>
                    <a:pt x="572062" y="516910"/>
                  </a:lnTo>
                  <a:lnTo>
                    <a:pt x="572214" y="516942"/>
                  </a:lnTo>
                  <a:lnTo>
                    <a:pt x="572365" y="516974"/>
                  </a:lnTo>
                  <a:lnTo>
                    <a:pt x="572517" y="517006"/>
                  </a:lnTo>
                  <a:lnTo>
                    <a:pt x="572669" y="517036"/>
                  </a:lnTo>
                  <a:lnTo>
                    <a:pt x="572821" y="517066"/>
                  </a:lnTo>
                  <a:lnTo>
                    <a:pt x="572973" y="517095"/>
                  </a:lnTo>
                  <a:lnTo>
                    <a:pt x="573125" y="517123"/>
                  </a:lnTo>
                  <a:lnTo>
                    <a:pt x="573278" y="517151"/>
                  </a:lnTo>
                  <a:lnTo>
                    <a:pt x="573430" y="517177"/>
                  </a:lnTo>
                  <a:lnTo>
                    <a:pt x="573583" y="517203"/>
                  </a:lnTo>
                  <a:lnTo>
                    <a:pt x="573736" y="517229"/>
                  </a:lnTo>
                  <a:lnTo>
                    <a:pt x="573889" y="517253"/>
                  </a:lnTo>
                  <a:lnTo>
                    <a:pt x="574042" y="517277"/>
                  </a:lnTo>
                  <a:lnTo>
                    <a:pt x="574195" y="517300"/>
                  </a:lnTo>
                  <a:lnTo>
                    <a:pt x="574502" y="517343"/>
                  </a:lnTo>
                  <a:lnTo>
                    <a:pt x="574655" y="517364"/>
                  </a:lnTo>
                  <a:lnTo>
                    <a:pt x="574809" y="517384"/>
                  </a:lnTo>
                  <a:lnTo>
                    <a:pt x="574963" y="517403"/>
                  </a:lnTo>
                  <a:lnTo>
                    <a:pt x="575117" y="517422"/>
                  </a:lnTo>
                  <a:lnTo>
                    <a:pt x="575271" y="517439"/>
                  </a:lnTo>
                  <a:lnTo>
                    <a:pt x="575424" y="517456"/>
                  </a:lnTo>
                  <a:lnTo>
                    <a:pt x="575579" y="517472"/>
                  </a:lnTo>
                  <a:lnTo>
                    <a:pt x="575733" y="517488"/>
                  </a:lnTo>
                  <a:lnTo>
                    <a:pt x="575887" y="517502"/>
                  </a:lnTo>
                  <a:lnTo>
                    <a:pt x="576041" y="517516"/>
                  </a:lnTo>
                  <a:lnTo>
                    <a:pt x="576196" y="517529"/>
                  </a:lnTo>
                  <a:lnTo>
                    <a:pt x="576350" y="517542"/>
                  </a:lnTo>
                  <a:lnTo>
                    <a:pt x="576505" y="517553"/>
                  </a:lnTo>
                  <a:lnTo>
                    <a:pt x="576659" y="517564"/>
                  </a:lnTo>
                  <a:lnTo>
                    <a:pt x="576814" y="517574"/>
                  </a:lnTo>
                  <a:lnTo>
                    <a:pt x="576968" y="517583"/>
                  </a:lnTo>
                  <a:lnTo>
                    <a:pt x="577123" y="517592"/>
                  </a:lnTo>
                  <a:lnTo>
                    <a:pt x="577278" y="517600"/>
                  </a:lnTo>
                  <a:lnTo>
                    <a:pt x="577432" y="517606"/>
                  </a:lnTo>
                  <a:lnTo>
                    <a:pt x="577587" y="517613"/>
                  </a:lnTo>
                  <a:lnTo>
                    <a:pt x="577742" y="517618"/>
                  </a:lnTo>
                  <a:lnTo>
                    <a:pt x="577897" y="517623"/>
                  </a:lnTo>
                  <a:lnTo>
                    <a:pt x="578052" y="517627"/>
                  </a:lnTo>
                  <a:lnTo>
                    <a:pt x="578207" y="517630"/>
                  </a:lnTo>
                  <a:lnTo>
                    <a:pt x="578361" y="517632"/>
                  </a:lnTo>
                  <a:lnTo>
                    <a:pt x="578516" y="517634"/>
                  </a:lnTo>
                  <a:lnTo>
                    <a:pt x="578671" y="517635"/>
                  </a:lnTo>
                  <a:lnTo>
                    <a:pt x="578826" y="517635"/>
                  </a:lnTo>
                  <a:lnTo>
                    <a:pt x="578981" y="517634"/>
                  </a:lnTo>
                  <a:lnTo>
                    <a:pt x="579136" y="517633"/>
                  </a:lnTo>
                  <a:lnTo>
                    <a:pt x="579291" y="517631"/>
                  </a:lnTo>
                  <a:lnTo>
                    <a:pt x="579446" y="517628"/>
                  </a:lnTo>
                  <a:lnTo>
                    <a:pt x="579601" y="517624"/>
                  </a:lnTo>
                  <a:lnTo>
                    <a:pt x="579755" y="517619"/>
                  </a:lnTo>
                  <a:lnTo>
                    <a:pt x="579910" y="517614"/>
                  </a:lnTo>
                  <a:lnTo>
                    <a:pt x="585813" y="517293"/>
                  </a:lnTo>
                  <a:lnTo>
                    <a:pt x="587342" y="517210"/>
                  </a:lnTo>
                  <a:lnTo>
                    <a:pt x="590007" y="517064"/>
                  </a:lnTo>
                  <a:lnTo>
                    <a:pt x="595119" y="518642"/>
                  </a:lnTo>
                  <a:lnTo>
                    <a:pt x="596120" y="518780"/>
                  </a:lnTo>
                  <a:lnTo>
                    <a:pt x="598404" y="519093"/>
                  </a:lnTo>
                  <a:lnTo>
                    <a:pt x="603777" y="518972"/>
                  </a:lnTo>
                  <a:lnTo>
                    <a:pt x="604661" y="519647"/>
                  </a:lnTo>
                  <a:lnTo>
                    <a:pt x="605786" y="520505"/>
                  </a:lnTo>
                  <a:lnTo>
                    <a:pt x="611588" y="519837"/>
                  </a:lnTo>
                  <a:lnTo>
                    <a:pt x="612667" y="519391"/>
                  </a:lnTo>
                  <a:lnTo>
                    <a:pt x="620064" y="516333"/>
                  </a:lnTo>
                  <a:lnTo>
                    <a:pt x="621380" y="515434"/>
                  </a:lnTo>
                  <a:lnTo>
                    <a:pt x="622697" y="514828"/>
                  </a:lnTo>
                  <a:lnTo>
                    <a:pt x="624182" y="514164"/>
                  </a:lnTo>
                  <a:lnTo>
                    <a:pt x="626382" y="512596"/>
                  </a:lnTo>
                  <a:lnTo>
                    <a:pt x="629447" y="509932"/>
                  </a:lnTo>
                  <a:lnTo>
                    <a:pt x="629726" y="509485"/>
                  </a:lnTo>
                  <a:lnTo>
                    <a:pt x="629931" y="507571"/>
                  </a:lnTo>
                  <a:lnTo>
                    <a:pt x="629487" y="506234"/>
                  </a:lnTo>
                  <a:lnTo>
                    <a:pt x="629540" y="504821"/>
                  </a:lnTo>
                  <a:lnTo>
                    <a:pt x="629908" y="504236"/>
                  </a:lnTo>
                  <a:lnTo>
                    <a:pt x="630154" y="503844"/>
                  </a:lnTo>
                  <a:lnTo>
                    <a:pt x="636287" y="497715"/>
                  </a:lnTo>
                  <a:lnTo>
                    <a:pt x="638767" y="495029"/>
                  </a:lnTo>
                  <a:lnTo>
                    <a:pt x="640258" y="493843"/>
                  </a:lnTo>
                  <a:lnTo>
                    <a:pt x="643715" y="497332"/>
                  </a:lnTo>
                  <a:lnTo>
                    <a:pt x="643949" y="497567"/>
                  </a:lnTo>
                  <a:lnTo>
                    <a:pt x="645049" y="498677"/>
                  </a:lnTo>
                  <a:lnTo>
                    <a:pt x="646312" y="499951"/>
                  </a:lnTo>
                  <a:lnTo>
                    <a:pt x="656076" y="506522"/>
                  </a:lnTo>
                  <a:lnTo>
                    <a:pt x="655583" y="510411"/>
                  </a:lnTo>
                  <a:lnTo>
                    <a:pt x="655363" y="513281"/>
                  </a:lnTo>
                  <a:lnTo>
                    <a:pt x="654932" y="518820"/>
                  </a:lnTo>
                  <a:lnTo>
                    <a:pt x="654934" y="519170"/>
                  </a:lnTo>
                  <a:lnTo>
                    <a:pt x="655012" y="519570"/>
                  </a:lnTo>
                  <a:lnTo>
                    <a:pt x="655164" y="519893"/>
                  </a:lnTo>
                  <a:lnTo>
                    <a:pt x="655292" y="520143"/>
                  </a:lnTo>
                  <a:lnTo>
                    <a:pt x="655443" y="520342"/>
                  </a:lnTo>
                  <a:lnTo>
                    <a:pt x="655698" y="520585"/>
                  </a:lnTo>
                  <a:lnTo>
                    <a:pt x="655323" y="521671"/>
                  </a:lnTo>
                  <a:lnTo>
                    <a:pt x="656230" y="522136"/>
                  </a:lnTo>
                  <a:lnTo>
                    <a:pt x="662046" y="525118"/>
                  </a:lnTo>
                  <a:lnTo>
                    <a:pt x="663262" y="525743"/>
                  </a:lnTo>
                  <a:lnTo>
                    <a:pt x="664410" y="526546"/>
                  </a:lnTo>
                  <a:lnTo>
                    <a:pt x="664387" y="526685"/>
                  </a:lnTo>
                  <a:lnTo>
                    <a:pt x="664845" y="526993"/>
                  </a:lnTo>
                  <a:lnTo>
                    <a:pt x="669527" y="530127"/>
                  </a:lnTo>
                  <a:lnTo>
                    <a:pt x="678855" y="536654"/>
                  </a:lnTo>
                  <a:lnTo>
                    <a:pt x="691814" y="545687"/>
                  </a:lnTo>
                  <a:lnTo>
                    <a:pt x="704325" y="549749"/>
                  </a:lnTo>
                  <a:lnTo>
                    <a:pt x="769851" y="598088"/>
                  </a:lnTo>
                  <a:lnTo>
                    <a:pt x="767144" y="603030"/>
                  </a:lnTo>
                  <a:lnTo>
                    <a:pt x="767839" y="603961"/>
                  </a:lnTo>
                  <a:lnTo>
                    <a:pt x="769338" y="605307"/>
                  </a:lnTo>
                  <a:lnTo>
                    <a:pt x="769811" y="605734"/>
                  </a:lnTo>
                  <a:lnTo>
                    <a:pt x="770047" y="605946"/>
                  </a:lnTo>
                  <a:lnTo>
                    <a:pt x="770373" y="606239"/>
                  </a:lnTo>
                  <a:lnTo>
                    <a:pt x="770860" y="606779"/>
                  </a:lnTo>
                  <a:lnTo>
                    <a:pt x="769515" y="609725"/>
                  </a:lnTo>
                  <a:lnTo>
                    <a:pt x="769003" y="610676"/>
                  </a:lnTo>
                  <a:lnTo>
                    <a:pt x="768666" y="611302"/>
                  </a:lnTo>
                  <a:lnTo>
                    <a:pt x="768446" y="611709"/>
                  </a:lnTo>
                  <a:lnTo>
                    <a:pt x="768251" y="612071"/>
                  </a:lnTo>
                  <a:lnTo>
                    <a:pt x="767247" y="613904"/>
                  </a:lnTo>
                  <a:lnTo>
                    <a:pt x="766699" y="614953"/>
                  </a:lnTo>
                  <a:lnTo>
                    <a:pt x="766411" y="615486"/>
                  </a:lnTo>
                  <a:lnTo>
                    <a:pt x="765914" y="616408"/>
                  </a:lnTo>
                  <a:lnTo>
                    <a:pt x="764881" y="618321"/>
                  </a:lnTo>
                  <a:lnTo>
                    <a:pt x="763895" y="620300"/>
                  </a:lnTo>
                  <a:lnTo>
                    <a:pt x="763575" y="620912"/>
                  </a:lnTo>
                  <a:lnTo>
                    <a:pt x="762925" y="622154"/>
                  </a:lnTo>
                  <a:lnTo>
                    <a:pt x="762725" y="622539"/>
                  </a:lnTo>
                  <a:lnTo>
                    <a:pt x="762618" y="622743"/>
                  </a:lnTo>
                  <a:lnTo>
                    <a:pt x="762016" y="623871"/>
                  </a:lnTo>
                  <a:lnTo>
                    <a:pt x="761305" y="625204"/>
                  </a:lnTo>
                  <a:lnTo>
                    <a:pt x="760990" y="625794"/>
                  </a:lnTo>
                  <a:lnTo>
                    <a:pt x="760597" y="626530"/>
                  </a:lnTo>
                  <a:lnTo>
                    <a:pt x="760219" y="627237"/>
                  </a:lnTo>
                  <a:lnTo>
                    <a:pt x="759770" y="628080"/>
                  </a:lnTo>
                  <a:lnTo>
                    <a:pt x="759387" y="628797"/>
                  </a:lnTo>
                  <a:lnTo>
                    <a:pt x="758400" y="630646"/>
                  </a:lnTo>
                  <a:lnTo>
                    <a:pt x="758210" y="631002"/>
                  </a:lnTo>
                  <a:lnTo>
                    <a:pt x="758021" y="631356"/>
                  </a:lnTo>
                  <a:lnTo>
                    <a:pt x="757872" y="631635"/>
                  </a:lnTo>
                  <a:lnTo>
                    <a:pt x="757645" y="632060"/>
                  </a:lnTo>
                  <a:lnTo>
                    <a:pt x="756670" y="633888"/>
                  </a:lnTo>
                  <a:lnTo>
                    <a:pt x="756191" y="634862"/>
                  </a:lnTo>
                  <a:lnTo>
                    <a:pt x="767368" y="642039"/>
                  </a:lnTo>
                  <a:lnTo>
                    <a:pt x="768249" y="642605"/>
                  </a:lnTo>
                  <a:lnTo>
                    <a:pt x="764211" y="649770"/>
                  </a:lnTo>
                  <a:lnTo>
                    <a:pt x="763575" y="650900"/>
                  </a:lnTo>
                  <a:lnTo>
                    <a:pt x="811442" y="665813"/>
                  </a:lnTo>
                  <a:lnTo>
                    <a:pt x="802683" y="694703"/>
                  </a:lnTo>
                  <a:lnTo>
                    <a:pt x="800157" y="706692"/>
                  </a:lnTo>
                  <a:lnTo>
                    <a:pt x="799953" y="707684"/>
                  </a:lnTo>
                  <a:lnTo>
                    <a:pt x="800817" y="707867"/>
                  </a:lnTo>
                  <a:lnTo>
                    <a:pt x="826221" y="713247"/>
                  </a:lnTo>
                  <a:lnTo>
                    <a:pt x="838047" y="715753"/>
                  </a:lnTo>
                  <a:lnTo>
                    <a:pt x="840904" y="716357"/>
                  </a:lnTo>
                  <a:lnTo>
                    <a:pt x="844392" y="717097"/>
                  </a:lnTo>
                  <a:lnTo>
                    <a:pt x="844686" y="717159"/>
                  </a:lnTo>
                  <a:lnTo>
                    <a:pt x="845515" y="714878"/>
                  </a:lnTo>
                  <a:lnTo>
                    <a:pt x="845355" y="714818"/>
                  </a:lnTo>
                  <a:lnTo>
                    <a:pt x="845618" y="714090"/>
                  </a:lnTo>
                  <a:lnTo>
                    <a:pt x="845870" y="714182"/>
                  </a:lnTo>
                  <a:lnTo>
                    <a:pt x="848831" y="705905"/>
                  </a:lnTo>
                  <a:lnTo>
                    <a:pt x="848978" y="705578"/>
                  </a:lnTo>
                  <a:lnTo>
                    <a:pt x="849072" y="705301"/>
                  </a:lnTo>
                  <a:lnTo>
                    <a:pt x="849167" y="705024"/>
                  </a:lnTo>
                  <a:lnTo>
                    <a:pt x="849260" y="704747"/>
                  </a:lnTo>
                  <a:lnTo>
                    <a:pt x="849353" y="704469"/>
                  </a:lnTo>
                  <a:lnTo>
                    <a:pt x="849445" y="704191"/>
                  </a:lnTo>
                  <a:lnTo>
                    <a:pt x="849536" y="703913"/>
                  </a:lnTo>
                  <a:lnTo>
                    <a:pt x="849627" y="703635"/>
                  </a:lnTo>
                  <a:lnTo>
                    <a:pt x="849717" y="703357"/>
                  </a:lnTo>
                  <a:lnTo>
                    <a:pt x="849806" y="703078"/>
                  </a:lnTo>
                  <a:lnTo>
                    <a:pt x="849895" y="702799"/>
                  </a:lnTo>
                  <a:lnTo>
                    <a:pt x="849983" y="702520"/>
                  </a:lnTo>
                  <a:lnTo>
                    <a:pt x="850070" y="702241"/>
                  </a:lnTo>
                  <a:lnTo>
                    <a:pt x="850157" y="701961"/>
                  </a:lnTo>
                  <a:lnTo>
                    <a:pt x="850243" y="701682"/>
                  </a:lnTo>
                  <a:lnTo>
                    <a:pt x="850328" y="701402"/>
                  </a:lnTo>
                  <a:lnTo>
                    <a:pt x="850412" y="701122"/>
                  </a:lnTo>
                  <a:lnTo>
                    <a:pt x="850496" y="700841"/>
                  </a:lnTo>
                  <a:lnTo>
                    <a:pt x="850579" y="700561"/>
                  </a:lnTo>
                  <a:lnTo>
                    <a:pt x="850635" y="700272"/>
                  </a:lnTo>
                  <a:lnTo>
                    <a:pt x="850758" y="699951"/>
                  </a:lnTo>
                  <a:lnTo>
                    <a:pt x="850868" y="699561"/>
                  </a:lnTo>
                  <a:lnTo>
                    <a:pt x="850977" y="699171"/>
                  </a:lnTo>
                  <a:lnTo>
                    <a:pt x="851086" y="698780"/>
                  </a:lnTo>
                  <a:lnTo>
                    <a:pt x="851193" y="698390"/>
                  </a:lnTo>
                  <a:lnTo>
                    <a:pt x="851300" y="697999"/>
                  </a:lnTo>
                  <a:lnTo>
                    <a:pt x="851406" y="697608"/>
                  </a:lnTo>
                  <a:lnTo>
                    <a:pt x="851512" y="697217"/>
                  </a:lnTo>
                  <a:lnTo>
                    <a:pt x="851617" y="696825"/>
                  </a:lnTo>
                  <a:lnTo>
                    <a:pt x="851721" y="696434"/>
                  </a:lnTo>
                  <a:lnTo>
                    <a:pt x="851790" y="696172"/>
                  </a:lnTo>
                  <a:lnTo>
                    <a:pt x="851855" y="695927"/>
                  </a:lnTo>
                  <a:lnTo>
                    <a:pt x="851927" y="695650"/>
                  </a:lnTo>
                  <a:lnTo>
                    <a:pt x="852029" y="695258"/>
                  </a:lnTo>
                  <a:lnTo>
                    <a:pt x="852131" y="694866"/>
                  </a:lnTo>
                  <a:lnTo>
                    <a:pt x="852232" y="694474"/>
                  </a:lnTo>
                  <a:lnTo>
                    <a:pt x="852276" y="694068"/>
                  </a:lnTo>
                  <a:lnTo>
                    <a:pt x="852496" y="693636"/>
                  </a:lnTo>
                  <a:lnTo>
                    <a:pt x="853144" y="690907"/>
                  </a:lnTo>
                  <a:lnTo>
                    <a:pt x="852828" y="690819"/>
                  </a:lnTo>
                  <a:lnTo>
                    <a:pt x="852919" y="690479"/>
                  </a:lnTo>
                  <a:lnTo>
                    <a:pt x="849259" y="689467"/>
                  </a:lnTo>
                  <a:lnTo>
                    <a:pt x="849799" y="687507"/>
                  </a:lnTo>
                  <a:lnTo>
                    <a:pt x="856374" y="663212"/>
                  </a:lnTo>
                  <a:lnTo>
                    <a:pt x="857152" y="660198"/>
                  </a:lnTo>
                  <a:lnTo>
                    <a:pt x="857892" y="657476"/>
                  </a:lnTo>
                  <a:lnTo>
                    <a:pt x="860632" y="647241"/>
                  </a:lnTo>
                  <a:lnTo>
                    <a:pt x="866382" y="625658"/>
                  </a:lnTo>
                  <a:lnTo>
                    <a:pt x="866986" y="623119"/>
                  </a:lnTo>
                  <a:lnTo>
                    <a:pt x="867877" y="621888"/>
                  </a:lnTo>
                  <a:lnTo>
                    <a:pt x="871591" y="617909"/>
                  </a:lnTo>
                  <a:lnTo>
                    <a:pt x="872592" y="616776"/>
                  </a:lnTo>
                  <a:lnTo>
                    <a:pt x="873461" y="616466"/>
                  </a:lnTo>
                  <a:lnTo>
                    <a:pt x="885066" y="611829"/>
                  </a:lnTo>
                  <a:lnTo>
                    <a:pt x="893607" y="608468"/>
                  </a:lnTo>
                  <a:lnTo>
                    <a:pt x="915678" y="599598"/>
                  </a:lnTo>
                  <a:lnTo>
                    <a:pt x="919508" y="600963"/>
                  </a:lnTo>
                  <a:lnTo>
                    <a:pt x="919617" y="601313"/>
                  </a:lnTo>
                  <a:lnTo>
                    <a:pt x="919756" y="601665"/>
                  </a:lnTo>
                  <a:lnTo>
                    <a:pt x="920018" y="601562"/>
                  </a:lnTo>
                  <a:lnTo>
                    <a:pt x="920280" y="601458"/>
                  </a:lnTo>
                  <a:lnTo>
                    <a:pt x="920541" y="601354"/>
                  </a:lnTo>
                  <a:lnTo>
                    <a:pt x="920802" y="601248"/>
                  </a:lnTo>
                  <a:lnTo>
                    <a:pt x="921063" y="601142"/>
                  </a:lnTo>
                  <a:lnTo>
                    <a:pt x="921363" y="601020"/>
                  </a:lnTo>
                  <a:lnTo>
                    <a:pt x="921584" y="600928"/>
                  </a:lnTo>
                  <a:lnTo>
                    <a:pt x="921844" y="600820"/>
                  </a:lnTo>
                  <a:lnTo>
                    <a:pt x="922104" y="600712"/>
                  </a:lnTo>
                  <a:lnTo>
                    <a:pt x="922363" y="600602"/>
                  </a:lnTo>
                  <a:lnTo>
                    <a:pt x="922622" y="600492"/>
                  </a:lnTo>
                  <a:lnTo>
                    <a:pt x="922881" y="600381"/>
                  </a:lnTo>
                  <a:lnTo>
                    <a:pt x="923140" y="600270"/>
                  </a:lnTo>
                  <a:lnTo>
                    <a:pt x="923398" y="600158"/>
                  </a:lnTo>
                  <a:lnTo>
                    <a:pt x="923656" y="600045"/>
                  </a:lnTo>
                  <a:lnTo>
                    <a:pt x="923914" y="599931"/>
                  </a:lnTo>
                  <a:lnTo>
                    <a:pt x="924158" y="599788"/>
                  </a:lnTo>
                  <a:lnTo>
                    <a:pt x="924488" y="599666"/>
                  </a:lnTo>
                  <a:lnTo>
                    <a:pt x="924635" y="599598"/>
                  </a:lnTo>
                  <a:lnTo>
                    <a:pt x="924782" y="599530"/>
                  </a:lnTo>
                  <a:lnTo>
                    <a:pt x="924928" y="599460"/>
                  </a:lnTo>
                  <a:lnTo>
                    <a:pt x="925074" y="599390"/>
                  </a:lnTo>
                  <a:lnTo>
                    <a:pt x="925220" y="599320"/>
                  </a:lnTo>
                  <a:lnTo>
                    <a:pt x="925366" y="599249"/>
                  </a:lnTo>
                  <a:lnTo>
                    <a:pt x="925656" y="599104"/>
                  </a:lnTo>
                  <a:lnTo>
                    <a:pt x="925801" y="599031"/>
                  </a:lnTo>
                  <a:lnTo>
                    <a:pt x="925945" y="598957"/>
                  </a:lnTo>
                  <a:lnTo>
                    <a:pt x="926089" y="598882"/>
                  </a:lnTo>
                  <a:lnTo>
                    <a:pt x="926232" y="598807"/>
                  </a:lnTo>
                  <a:lnTo>
                    <a:pt x="926375" y="598731"/>
                  </a:lnTo>
                  <a:lnTo>
                    <a:pt x="926518" y="598654"/>
                  </a:lnTo>
                  <a:lnTo>
                    <a:pt x="926661" y="598577"/>
                  </a:lnTo>
                  <a:lnTo>
                    <a:pt x="926803" y="598499"/>
                  </a:lnTo>
                  <a:lnTo>
                    <a:pt x="926944" y="598420"/>
                  </a:lnTo>
                  <a:lnTo>
                    <a:pt x="927227" y="598261"/>
                  </a:lnTo>
                  <a:lnTo>
                    <a:pt x="927367" y="598180"/>
                  </a:lnTo>
                  <a:lnTo>
                    <a:pt x="927507" y="598099"/>
                  </a:lnTo>
                  <a:lnTo>
                    <a:pt x="927647" y="598017"/>
                  </a:lnTo>
                  <a:lnTo>
                    <a:pt x="927787" y="597934"/>
                  </a:lnTo>
                  <a:lnTo>
                    <a:pt x="927926" y="597851"/>
                  </a:lnTo>
                  <a:lnTo>
                    <a:pt x="928064" y="597767"/>
                  </a:lnTo>
                  <a:lnTo>
                    <a:pt x="928340" y="597598"/>
                  </a:lnTo>
                  <a:lnTo>
                    <a:pt x="928478" y="597512"/>
                  </a:lnTo>
                  <a:lnTo>
                    <a:pt x="928615" y="597425"/>
                  </a:lnTo>
                  <a:lnTo>
                    <a:pt x="928752" y="597338"/>
                  </a:lnTo>
                  <a:lnTo>
                    <a:pt x="928888" y="597250"/>
                  </a:lnTo>
                  <a:lnTo>
                    <a:pt x="929024" y="597162"/>
                  </a:lnTo>
                  <a:lnTo>
                    <a:pt x="929159" y="597073"/>
                  </a:lnTo>
                  <a:lnTo>
                    <a:pt x="929295" y="596983"/>
                  </a:lnTo>
                  <a:lnTo>
                    <a:pt x="929429" y="596893"/>
                  </a:lnTo>
                  <a:lnTo>
                    <a:pt x="929563" y="596802"/>
                  </a:lnTo>
                  <a:lnTo>
                    <a:pt x="929830" y="596618"/>
                  </a:lnTo>
                  <a:lnTo>
                    <a:pt x="929963" y="596525"/>
                  </a:lnTo>
                  <a:lnTo>
                    <a:pt x="930228" y="596338"/>
                  </a:lnTo>
                  <a:lnTo>
                    <a:pt x="930359" y="596243"/>
                  </a:lnTo>
                  <a:lnTo>
                    <a:pt x="930491" y="596148"/>
                  </a:lnTo>
                  <a:lnTo>
                    <a:pt x="930752" y="595956"/>
                  </a:lnTo>
                  <a:lnTo>
                    <a:pt x="930881" y="595859"/>
                  </a:lnTo>
                  <a:lnTo>
                    <a:pt x="931011" y="595761"/>
                  </a:lnTo>
                  <a:lnTo>
                    <a:pt x="931140" y="595662"/>
                  </a:lnTo>
                  <a:lnTo>
                    <a:pt x="931268" y="595564"/>
                  </a:lnTo>
                  <a:lnTo>
                    <a:pt x="931396" y="595464"/>
                  </a:lnTo>
                  <a:lnTo>
                    <a:pt x="932137" y="594833"/>
                  </a:lnTo>
                  <a:lnTo>
                    <a:pt x="936778" y="590291"/>
                  </a:lnTo>
                  <a:lnTo>
                    <a:pt x="937232" y="589913"/>
                  </a:lnTo>
                  <a:lnTo>
                    <a:pt x="938879" y="587550"/>
                  </a:lnTo>
                  <a:lnTo>
                    <a:pt x="939006" y="587369"/>
                  </a:lnTo>
                  <a:lnTo>
                    <a:pt x="939246" y="587077"/>
                  </a:lnTo>
                  <a:lnTo>
                    <a:pt x="939337" y="586946"/>
                  </a:lnTo>
                  <a:lnTo>
                    <a:pt x="939429" y="586814"/>
                  </a:lnTo>
                  <a:lnTo>
                    <a:pt x="939609" y="586549"/>
                  </a:lnTo>
                  <a:lnTo>
                    <a:pt x="939699" y="586416"/>
                  </a:lnTo>
                  <a:lnTo>
                    <a:pt x="939788" y="586283"/>
                  </a:lnTo>
                  <a:lnTo>
                    <a:pt x="939963" y="586014"/>
                  </a:lnTo>
                  <a:lnTo>
                    <a:pt x="940050" y="585879"/>
                  </a:lnTo>
                  <a:lnTo>
                    <a:pt x="940222" y="585608"/>
                  </a:lnTo>
                  <a:lnTo>
                    <a:pt x="940307" y="585472"/>
                  </a:lnTo>
                  <a:lnTo>
                    <a:pt x="940391" y="585336"/>
                  </a:lnTo>
                  <a:lnTo>
                    <a:pt x="940474" y="585199"/>
                  </a:lnTo>
                  <a:lnTo>
                    <a:pt x="940557" y="585061"/>
                  </a:lnTo>
                  <a:lnTo>
                    <a:pt x="940640" y="584924"/>
                  </a:lnTo>
                  <a:lnTo>
                    <a:pt x="940721" y="584786"/>
                  </a:lnTo>
                  <a:lnTo>
                    <a:pt x="940802" y="584647"/>
                  </a:lnTo>
                  <a:lnTo>
                    <a:pt x="940882" y="584508"/>
                  </a:lnTo>
                  <a:lnTo>
                    <a:pt x="940962" y="584369"/>
                  </a:lnTo>
                  <a:lnTo>
                    <a:pt x="941041" y="584229"/>
                  </a:lnTo>
                  <a:lnTo>
                    <a:pt x="941197" y="583949"/>
                  </a:lnTo>
                  <a:lnTo>
                    <a:pt x="941274" y="583808"/>
                  </a:lnTo>
                  <a:lnTo>
                    <a:pt x="941426" y="583526"/>
                  </a:lnTo>
                  <a:lnTo>
                    <a:pt x="941500" y="583384"/>
                  </a:lnTo>
                  <a:lnTo>
                    <a:pt x="941575" y="583242"/>
                  </a:lnTo>
                  <a:lnTo>
                    <a:pt x="941656" y="583084"/>
                  </a:lnTo>
                  <a:lnTo>
                    <a:pt x="941721" y="582956"/>
                  </a:lnTo>
                  <a:lnTo>
                    <a:pt x="941793" y="582813"/>
                  </a:lnTo>
                  <a:lnTo>
                    <a:pt x="941865" y="582669"/>
                  </a:lnTo>
                  <a:lnTo>
                    <a:pt x="941936" y="582525"/>
                  </a:lnTo>
                  <a:lnTo>
                    <a:pt x="942006" y="582381"/>
                  </a:lnTo>
                  <a:lnTo>
                    <a:pt x="942075" y="582236"/>
                  </a:lnTo>
                  <a:lnTo>
                    <a:pt x="942144" y="582091"/>
                  </a:lnTo>
                  <a:lnTo>
                    <a:pt x="942212" y="581946"/>
                  </a:lnTo>
                  <a:lnTo>
                    <a:pt x="942279" y="581801"/>
                  </a:lnTo>
                  <a:lnTo>
                    <a:pt x="942346" y="581654"/>
                  </a:lnTo>
                  <a:lnTo>
                    <a:pt x="942412" y="581508"/>
                  </a:lnTo>
                  <a:lnTo>
                    <a:pt x="942477" y="581362"/>
                  </a:lnTo>
                  <a:lnTo>
                    <a:pt x="942541" y="581215"/>
                  </a:lnTo>
                  <a:lnTo>
                    <a:pt x="942605" y="581068"/>
                  </a:lnTo>
                  <a:lnTo>
                    <a:pt x="942731" y="580772"/>
                  </a:lnTo>
                  <a:lnTo>
                    <a:pt x="942793" y="580624"/>
                  </a:lnTo>
                  <a:lnTo>
                    <a:pt x="942827" y="580466"/>
                  </a:lnTo>
                  <a:lnTo>
                    <a:pt x="942964" y="580105"/>
                  </a:lnTo>
                  <a:lnTo>
                    <a:pt x="943163" y="579948"/>
                  </a:lnTo>
                  <a:lnTo>
                    <a:pt x="943283" y="579612"/>
                  </a:lnTo>
                  <a:lnTo>
                    <a:pt x="944135" y="577227"/>
                  </a:lnTo>
                  <a:lnTo>
                    <a:pt x="944008" y="577180"/>
                  </a:lnTo>
                  <a:lnTo>
                    <a:pt x="944076" y="576985"/>
                  </a:lnTo>
                  <a:lnTo>
                    <a:pt x="944214" y="576633"/>
                  </a:lnTo>
                  <a:lnTo>
                    <a:pt x="944263" y="576472"/>
                  </a:lnTo>
                  <a:lnTo>
                    <a:pt x="944312" y="576311"/>
                  </a:lnTo>
                  <a:lnTo>
                    <a:pt x="944407" y="575987"/>
                  </a:lnTo>
                  <a:lnTo>
                    <a:pt x="944453" y="575825"/>
                  </a:lnTo>
                  <a:lnTo>
                    <a:pt x="944544" y="575501"/>
                  </a:lnTo>
                  <a:lnTo>
                    <a:pt x="944632" y="575175"/>
                  </a:lnTo>
                  <a:lnTo>
                    <a:pt x="944674" y="575012"/>
                  </a:lnTo>
                  <a:lnTo>
                    <a:pt x="944716" y="574849"/>
                  </a:lnTo>
                  <a:lnTo>
                    <a:pt x="944758" y="574686"/>
                  </a:lnTo>
                  <a:lnTo>
                    <a:pt x="944798" y="574522"/>
                  </a:lnTo>
                  <a:lnTo>
                    <a:pt x="944838" y="574358"/>
                  </a:lnTo>
                  <a:lnTo>
                    <a:pt x="944876" y="574194"/>
                  </a:lnTo>
                  <a:lnTo>
                    <a:pt x="944915" y="574030"/>
                  </a:lnTo>
                  <a:lnTo>
                    <a:pt x="944952" y="573866"/>
                  </a:lnTo>
                  <a:lnTo>
                    <a:pt x="945024" y="573537"/>
                  </a:lnTo>
                  <a:lnTo>
                    <a:pt x="945059" y="573372"/>
                  </a:lnTo>
                  <a:lnTo>
                    <a:pt x="945094" y="573207"/>
                  </a:lnTo>
                  <a:lnTo>
                    <a:pt x="945127" y="573042"/>
                  </a:lnTo>
                  <a:lnTo>
                    <a:pt x="945160" y="572876"/>
                  </a:lnTo>
                  <a:lnTo>
                    <a:pt x="945192" y="572711"/>
                  </a:lnTo>
                  <a:lnTo>
                    <a:pt x="945223" y="572546"/>
                  </a:lnTo>
                  <a:lnTo>
                    <a:pt x="945254" y="572380"/>
                  </a:lnTo>
                  <a:lnTo>
                    <a:pt x="945283" y="572214"/>
                  </a:lnTo>
                  <a:lnTo>
                    <a:pt x="945312" y="572048"/>
                  </a:lnTo>
                  <a:lnTo>
                    <a:pt x="945341" y="571882"/>
                  </a:lnTo>
                  <a:lnTo>
                    <a:pt x="945368" y="571715"/>
                  </a:lnTo>
                  <a:lnTo>
                    <a:pt x="945792" y="569063"/>
                  </a:lnTo>
                  <a:lnTo>
                    <a:pt x="946526" y="564041"/>
                  </a:lnTo>
                  <a:lnTo>
                    <a:pt x="946578" y="563691"/>
                  </a:lnTo>
                  <a:lnTo>
                    <a:pt x="946309" y="563652"/>
                  </a:lnTo>
                  <a:lnTo>
                    <a:pt x="946408" y="562934"/>
                  </a:lnTo>
                  <a:lnTo>
                    <a:pt x="946635" y="562970"/>
                  </a:lnTo>
                  <a:lnTo>
                    <a:pt x="947131" y="559603"/>
                  </a:lnTo>
                  <a:lnTo>
                    <a:pt x="946853" y="559561"/>
                  </a:lnTo>
                  <a:lnTo>
                    <a:pt x="946958" y="558857"/>
                  </a:lnTo>
                  <a:lnTo>
                    <a:pt x="947235" y="558899"/>
                  </a:lnTo>
                  <a:lnTo>
                    <a:pt x="948210" y="552272"/>
                  </a:lnTo>
                  <a:lnTo>
                    <a:pt x="947943" y="552232"/>
                  </a:lnTo>
                  <a:lnTo>
                    <a:pt x="948046" y="551523"/>
                  </a:lnTo>
                  <a:lnTo>
                    <a:pt x="948349" y="551567"/>
                  </a:lnTo>
                  <a:lnTo>
                    <a:pt x="948849" y="548173"/>
                  </a:lnTo>
                  <a:lnTo>
                    <a:pt x="948640" y="548143"/>
                  </a:lnTo>
                  <a:lnTo>
                    <a:pt x="948590" y="547844"/>
                  </a:lnTo>
                  <a:lnTo>
                    <a:pt x="948131" y="547779"/>
                  </a:lnTo>
                  <a:lnTo>
                    <a:pt x="948241" y="546991"/>
                  </a:lnTo>
                  <a:lnTo>
                    <a:pt x="948741" y="543410"/>
                  </a:lnTo>
                  <a:lnTo>
                    <a:pt x="948030" y="543309"/>
                  </a:lnTo>
                  <a:lnTo>
                    <a:pt x="948139" y="542567"/>
                  </a:lnTo>
                  <a:lnTo>
                    <a:pt x="948481" y="539896"/>
                  </a:lnTo>
                  <a:lnTo>
                    <a:pt x="948670" y="538948"/>
                  </a:lnTo>
                  <a:lnTo>
                    <a:pt x="949059" y="536296"/>
                  </a:lnTo>
                  <a:lnTo>
                    <a:pt x="949170" y="535552"/>
                  </a:lnTo>
                  <a:lnTo>
                    <a:pt x="949913" y="535684"/>
                  </a:lnTo>
                  <a:lnTo>
                    <a:pt x="950463" y="532086"/>
                  </a:lnTo>
                  <a:lnTo>
                    <a:pt x="950578" y="531327"/>
                  </a:lnTo>
                  <a:lnTo>
                    <a:pt x="951104" y="531403"/>
                  </a:lnTo>
                  <a:lnTo>
                    <a:pt x="951144" y="531137"/>
                  </a:lnTo>
                  <a:lnTo>
                    <a:pt x="951298" y="531160"/>
                  </a:lnTo>
                  <a:lnTo>
                    <a:pt x="951716" y="528333"/>
                  </a:lnTo>
                  <a:lnTo>
                    <a:pt x="951562" y="528310"/>
                  </a:lnTo>
                  <a:lnTo>
                    <a:pt x="951680" y="527535"/>
                  </a:lnTo>
                  <a:lnTo>
                    <a:pt x="951922" y="527572"/>
                  </a:lnTo>
                  <a:lnTo>
                    <a:pt x="952274" y="525191"/>
                  </a:lnTo>
                  <a:lnTo>
                    <a:pt x="953075" y="519574"/>
                  </a:lnTo>
                  <a:lnTo>
                    <a:pt x="953159" y="519189"/>
                  </a:lnTo>
                  <a:lnTo>
                    <a:pt x="954549" y="509389"/>
                  </a:lnTo>
                  <a:lnTo>
                    <a:pt x="954633" y="509008"/>
                  </a:lnTo>
                  <a:lnTo>
                    <a:pt x="954764" y="508823"/>
                  </a:lnTo>
                  <a:lnTo>
                    <a:pt x="955085" y="505947"/>
                  </a:lnTo>
                  <a:lnTo>
                    <a:pt x="955091" y="505710"/>
                  </a:lnTo>
                  <a:lnTo>
                    <a:pt x="955183" y="505343"/>
                  </a:lnTo>
                  <a:lnTo>
                    <a:pt x="956320" y="497613"/>
                  </a:lnTo>
                  <a:lnTo>
                    <a:pt x="956404" y="497230"/>
                  </a:lnTo>
                  <a:lnTo>
                    <a:pt x="957181" y="491762"/>
                  </a:lnTo>
                  <a:lnTo>
                    <a:pt x="957261" y="491401"/>
                  </a:lnTo>
                  <a:lnTo>
                    <a:pt x="958250" y="484525"/>
                  </a:lnTo>
                  <a:lnTo>
                    <a:pt x="958420" y="484082"/>
                  </a:lnTo>
                  <a:lnTo>
                    <a:pt x="958754" y="481170"/>
                  </a:lnTo>
                  <a:lnTo>
                    <a:pt x="958844" y="480724"/>
                  </a:lnTo>
                  <a:lnTo>
                    <a:pt x="959522" y="475933"/>
                  </a:lnTo>
                  <a:lnTo>
                    <a:pt x="959600" y="475598"/>
                  </a:lnTo>
                  <a:lnTo>
                    <a:pt x="960278" y="470828"/>
                  </a:lnTo>
                  <a:lnTo>
                    <a:pt x="960358" y="470490"/>
                  </a:lnTo>
                  <a:lnTo>
                    <a:pt x="961034" y="465748"/>
                  </a:lnTo>
                  <a:lnTo>
                    <a:pt x="961194" y="465285"/>
                  </a:lnTo>
                  <a:lnTo>
                    <a:pt x="961518" y="462415"/>
                  </a:lnTo>
                  <a:lnTo>
                    <a:pt x="961616" y="461951"/>
                  </a:lnTo>
                  <a:lnTo>
                    <a:pt x="962248" y="457494"/>
                  </a:lnTo>
                  <a:lnTo>
                    <a:pt x="962324" y="457161"/>
                  </a:lnTo>
                  <a:lnTo>
                    <a:pt x="962386" y="456718"/>
                  </a:lnTo>
                  <a:lnTo>
                    <a:pt x="962449" y="456276"/>
                  </a:lnTo>
                  <a:lnTo>
                    <a:pt x="962513" y="455833"/>
                  </a:lnTo>
                  <a:lnTo>
                    <a:pt x="962578" y="455390"/>
                  </a:lnTo>
                  <a:lnTo>
                    <a:pt x="962643" y="454948"/>
                  </a:lnTo>
                  <a:lnTo>
                    <a:pt x="962709" y="454505"/>
                  </a:lnTo>
                  <a:lnTo>
                    <a:pt x="962775" y="454063"/>
                  </a:lnTo>
                  <a:lnTo>
                    <a:pt x="962843" y="453621"/>
                  </a:lnTo>
                  <a:lnTo>
                    <a:pt x="962911" y="453179"/>
                  </a:lnTo>
                  <a:lnTo>
                    <a:pt x="962980" y="452737"/>
                  </a:lnTo>
                  <a:lnTo>
                    <a:pt x="963049" y="452295"/>
                  </a:lnTo>
                  <a:lnTo>
                    <a:pt x="963120" y="451854"/>
                  </a:lnTo>
                  <a:lnTo>
                    <a:pt x="963162" y="451406"/>
                  </a:lnTo>
                  <a:lnTo>
                    <a:pt x="963340" y="450972"/>
                  </a:lnTo>
                  <a:lnTo>
                    <a:pt x="963805" y="448049"/>
                  </a:lnTo>
                  <a:lnTo>
                    <a:pt x="963943" y="447615"/>
                  </a:lnTo>
                  <a:lnTo>
                    <a:pt x="963983" y="447449"/>
                  </a:lnTo>
                  <a:lnTo>
                    <a:pt x="964023" y="447283"/>
                  </a:lnTo>
                  <a:lnTo>
                    <a:pt x="964065" y="447118"/>
                  </a:lnTo>
                  <a:lnTo>
                    <a:pt x="964150" y="446787"/>
                  </a:lnTo>
                  <a:lnTo>
                    <a:pt x="964193" y="446622"/>
                  </a:lnTo>
                  <a:lnTo>
                    <a:pt x="964238" y="446458"/>
                  </a:lnTo>
                  <a:lnTo>
                    <a:pt x="964375" y="445965"/>
                  </a:lnTo>
                  <a:lnTo>
                    <a:pt x="964422" y="445801"/>
                  </a:lnTo>
                  <a:lnTo>
                    <a:pt x="964470" y="445637"/>
                  </a:lnTo>
                  <a:lnTo>
                    <a:pt x="964518" y="445474"/>
                  </a:lnTo>
                  <a:lnTo>
                    <a:pt x="964568" y="445310"/>
                  </a:lnTo>
                  <a:lnTo>
                    <a:pt x="964618" y="445147"/>
                  </a:lnTo>
                  <a:lnTo>
                    <a:pt x="964668" y="444984"/>
                  </a:lnTo>
                  <a:lnTo>
                    <a:pt x="964720" y="444822"/>
                  </a:lnTo>
                  <a:lnTo>
                    <a:pt x="964772" y="444659"/>
                  </a:lnTo>
                  <a:lnTo>
                    <a:pt x="964824" y="444497"/>
                  </a:lnTo>
                  <a:lnTo>
                    <a:pt x="964987" y="444012"/>
                  </a:lnTo>
                  <a:lnTo>
                    <a:pt x="965043" y="443851"/>
                  </a:lnTo>
                  <a:lnTo>
                    <a:pt x="965099" y="443690"/>
                  </a:lnTo>
                  <a:lnTo>
                    <a:pt x="965127" y="443519"/>
                  </a:lnTo>
                  <a:lnTo>
                    <a:pt x="965274" y="443196"/>
                  </a:lnTo>
                  <a:lnTo>
                    <a:pt x="965330" y="443044"/>
                  </a:lnTo>
                  <a:lnTo>
                    <a:pt x="965387" y="442892"/>
                  </a:lnTo>
                  <a:lnTo>
                    <a:pt x="965444" y="442740"/>
                  </a:lnTo>
                  <a:lnTo>
                    <a:pt x="965501" y="442588"/>
                  </a:lnTo>
                  <a:lnTo>
                    <a:pt x="965560" y="442437"/>
                  </a:lnTo>
                  <a:lnTo>
                    <a:pt x="965619" y="442286"/>
                  </a:lnTo>
                  <a:lnTo>
                    <a:pt x="965679" y="442135"/>
                  </a:lnTo>
                  <a:lnTo>
                    <a:pt x="965740" y="441985"/>
                  </a:lnTo>
                  <a:lnTo>
                    <a:pt x="965801" y="441835"/>
                  </a:lnTo>
                  <a:lnTo>
                    <a:pt x="965863" y="441685"/>
                  </a:lnTo>
                  <a:lnTo>
                    <a:pt x="965926" y="441535"/>
                  </a:lnTo>
                  <a:lnTo>
                    <a:pt x="965990" y="441386"/>
                  </a:lnTo>
                  <a:lnTo>
                    <a:pt x="966054" y="441237"/>
                  </a:lnTo>
                  <a:lnTo>
                    <a:pt x="966119" y="441088"/>
                  </a:lnTo>
                  <a:lnTo>
                    <a:pt x="966184" y="440940"/>
                  </a:lnTo>
                  <a:lnTo>
                    <a:pt x="966251" y="440792"/>
                  </a:lnTo>
                  <a:lnTo>
                    <a:pt x="966291" y="440632"/>
                  </a:lnTo>
                  <a:lnTo>
                    <a:pt x="966451" y="440327"/>
                  </a:lnTo>
                  <a:lnTo>
                    <a:pt x="966530" y="440159"/>
                  </a:lnTo>
                  <a:lnTo>
                    <a:pt x="966690" y="439825"/>
                  </a:lnTo>
                  <a:lnTo>
                    <a:pt x="966770" y="439659"/>
                  </a:lnTo>
                  <a:lnTo>
                    <a:pt x="966852" y="439493"/>
                  </a:lnTo>
                  <a:lnTo>
                    <a:pt x="966934" y="439327"/>
                  </a:lnTo>
                  <a:lnTo>
                    <a:pt x="967017" y="439161"/>
                  </a:lnTo>
                  <a:lnTo>
                    <a:pt x="967101" y="438996"/>
                  </a:lnTo>
                  <a:lnTo>
                    <a:pt x="967185" y="438832"/>
                  </a:lnTo>
                  <a:lnTo>
                    <a:pt x="967271" y="438667"/>
                  </a:lnTo>
                  <a:lnTo>
                    <a:pt x="967356" y="438503"/>
                  </a:lnTo>
                  <a:lnTo>
                    <a:pt x="967443" y="438340"/>
                  </a:lnTo>
                  <a:lnTo>
                    <a:pt x="967530" y="438177"/>
                  </a:lnTo>
                  <a:lnTo>
                    <a:pt x="967618" y="438014"/>
                  </a:lnTo>
                  <a:lnTo>
                    <a:pt x="967707" y="437852"/>
                  </a:lnTo>
                  <a:lnTo>
                    <a:pt x="967796" y="437689"/>
                  </a:lnTo>
                  <a:lnTo>
                    <a:pt x="967886" y="437528"/>
                  </a:lnTo>
                  <a:lnTo>
                    <a:pt x="968068" y="437205"/>
                  </a:lnTo>
                  <a:lnTo>
                    <a:pt x="968160" y="437045"/>
                  </a:lnTo>
                  <a:lnTo>
                    <a:pt x="968253" y="436885"/>
                  </a:lnTo>
                  <a:lnTo>
                    <a:pt x="968346" y="436725"/>
                  </a:lnTo>
                  <a:lnTo>
                    <a:pt x="968416" y="436551"/>
                  </a:lnTo>
                  <a:lnTo>
                    <a:pt x="968748" y="436199"/>
                  </a:lnTo>
                  <a:lnTo>
                    <a:pt x="970346" y="433626"/>
                  </a:lnTo>
                  <a:lnTo>
                    <a:pt x="970674" y="433223"/>
                  </a:lnTo>
                  <a:lnTo>
                    <a:pt x="970780" y="433082"/>
                  </a:lnTo>
                  <a:lnTo>
                    <a:pt x="970887" y="432942"/>
                  </a:lnTo>
                  <a:lnTo>
                    <a:pt x="971101" y="432664"/>
                  </a:lnTo>
                  <a:lnTo>
                    <a:pt x="971210" y="432525"/>
                  </a:lnTo>
                  <a:lnTo>
                    <a:pt x="971319" y="432387"/>
                  </a:lnTo>
                  <a:lnTo>
                    <a:pt x="971538" y="432112"/>
                  </a:lnTo>
                  <a:lnTo>
                    <a:pt x="971649" y="431975"/>
                  </a:lnTo>
                  <a:lnTo>
                    <a:pt x="971760" y="431839"/>
                  </a:lnTo>
                  <a:lnTo>
                    <a:pt x="971872" y="431703"/>
                  </a:lnTo>
                  <a:lnTo>
                    <a:pt x="971985" y="431568"/>
                  </a:lnTo>
                  <a:lnTo>
                    <a:pt x="972098" y="431433"/>
                  </a:lnTo>
                  <a:lnTo>
                    <a:pt x="972211" y="431299"/>
                  </a:lnTo>
                  <a:lnTo>
                    <a:pt x="972303" y="431146"/>
                  </a:lnTo>
                  <a:lnTo>
                    <a:pt x="972688" y="430869"/>
                  </a:lnTo>
                  <a:lnTo>
                    <a:pt x="975390" y="427931"/>
                  </a:lnTo>
                  <a:lnTo>
                    <a:pt x="975755" y="427646"/>
                  </a:lnTo>
                  <a:lnTo>
                    <a:pt x="975882" y="427530"/>
                  </a:lnTo>
                  <a:lnTo>
                    <a:pt x="976011" y="427415"/>
                  </a:lnTo>
                  <a:lnTo>
                    <a:pt x="976139" y="427300"/>
                  </a:lnTo>
                  <a:lnTo>
                    <a:pt x="976269" y="427186"/>
                  </a:lnTo>
                  <a:lnTo>
                    <a:pt x="976529" y="426959"/>
                  </a:lnTo>
                  <a:lnTo>
                    <a:pt x="976660" y="426846"/>
                  </a:lnTo>
                  <a:lnTo>
                    <a:pt x="976791" y="426735"/>
                  </a:lnTo>
                  <a:lnTo>
                    <a:pt x="977055" y="426513"/>
                  </a:lnTo>
                  <a:lnTo>
                    <a:pt x="977187" y="426402"/>
                  </a:lnTo>
                  <a:lnTo>
                    <a:pt x="977321" y="426293"/>
                  </a:lnTo>
                  <a:lnTo>
                    <a:pt x="977454" y="426184"/>
                  </a:lnTo>
                  <a:lnTo>
                    <a:pt x="977588" y="426075"/>
                  </a:lnTo>
                  <a:lnTo>
                    <a:pt x="977723" y="425968"/>
                  </a:lnTo>
                  <a:lnTo>
                    <a:pt x="977858" y="425861"/>
                  </a:lnTo>
                  <a:lnTo>
                    <a:pt x="977994" y="425754"/>
                  </a:lnTo>
                  <a:lnTo>
                    <a:pt x="978130" y="425648"/>
                  </a:lnTo>
                  <a:lnTo>
                    <a:pt x="978266" y="425542"/>
                  </a:lnTo>
                  <a:lnTo>
                    <a:pt x="978679" y="425230"/>
                  </a:lnTo>
                  <a:lnTo>
                    <a:pt x="978817" y="425127"/>
                  </a:lnTo>
                  <a:lnTo>
                    <a:pt x="978956" y="425025"/>
                  </a:lnTo>
                  <a:lnTo>
                    <a:pt x="979235" y="424822"/>
                  </a:lnTo>
                  <a:lnTo>
                    <a:pt x="979375" y="424721"/>
                  </a:lnTo>
                  <a:lnTo>
                    <a:pt x="979515" y="424621"/>
                  </a:lnTo>
                  <a:lnTo>
                    <a:pt x="979656" y="424522"/>
                  </a:lnTo>
                  <a:lnTo>
                    <a:pt x="979798" y="424423"/>
                  </a:lnTo>
                  <a:lnTo>
                    <a:pt x="979940" y="424325"/>
                  </a:lnTo>
                  <a:lnTo>
                    <a:pt x="980082" y="424228"/>
                  </a:lnTo>
                  <a:lnTo>
                    <a:pt x="980368" y="424035"/>
                  </a:lnTo>
                  <a:lnTo>
                    <a:pt x="980511" y="423940"/>
                  </a:lnTo>
                  <a:lnTo>
                    <a:pt x="980655" y="423845"/>
                  </a:lnTo>
                  <a:lnTo>
                    <a:pt x="980812" y="423743"/>
                  </a:lnTo>
                  <a:lnTo>
                    <a:pt x="980945" y="423657"/>
                  </a:lnTo>
                  <a:lnTo>
                    <a:pt x="981090" y="423564"/>
                  </a:lnTo>
                  <a:lnTo>
                    <a:pt x="981528" y="423289"/>
                  </a:lnTo>
                  <a:lnTo>
                    <a:pt x="981675" y="423199"/>
                  </a:lnTo>
                  <a:lnTo>
                    <a:pt x="981822" y="423109"/>
                  </a:lnTo>
                  <a:lnTo>
                    <a:pt x="981970" y="423020"/>
                  </a:lnTo>
                  <a:lnTo>
                    <a:pt x="981849" y="422823"/>
                  </a:lnTo>
                  <a:lnTo>
                    <a:pt x="982256" y="422607"/>
                  </a:lnTo>
                  <a:lnTo>
                    <a:pt x="982469" y="422476"/>
                  </a:lnTo>
                  <a:lnTo>
                    <a:pt x="982682" y="422345"/>
                  </a:lnTo>
                  <a:lnTo>
                    <a:pt x="982896" y="422215"/>
                  </a:lnTo>
                  <a:lnTo>
                    <a:pt x="983111" y="422085"/>
                  </a:lnTo>
                  <a:lnTo>
                    <a:pt x="983325" y="421956"/>
                  </a:lnTo>
                  <a:lnTo>
                    <a:pt x="983541" y="421828"/>
                  </a:lnTo>
                  <a:lnTo>
                    <a:pt x="983756" y="421700"/>
                  </a:lnTo>
                  <a:lnTo>
                    <a:pt x="983972" y="421573"/>
                  </a:lnTo>
                  <a:lnTo>
                    <a:pt x="984188" y="421447"/>
                  </a:lnTo>
                  <a:lnTo>
                    <a:pt x="984405" y="421322"/>
                  </a:lnTo>
                  <a:lnTo>
                    <a:pt x="984622" y="421197"/>
                  </a:lnTo>
                  <a:lnTo>
                    <a:pt x="984840" y="421072"/>
                  </a:lnTo>
                  <a:lnTo>
                    <a:pt x="984556" y="420589"/>
                  </a:lnTo>
                  <a:lnTo>
                    <a:pt x="984985" y="420338"/>
                  </a:lnTo>
                  <a:lnTo>
                    <a:pt x="988526" y="418262"/>
                  </a:lnTo>
                  <a:lnTo>
                    <a:pt x="988133" y="417595"/>
                  </a:lnTo>
                  <a:lnTo>
                    <a:pt x="988715" y="417249"/>
                  </a:lnTo>
                  <a:lnTo>
                    <a:pt x="990061" y="416450"/>
                  </a:lnTo>
                  <a:lnTo>
                    <a:pt x="990904" y="415949"/>
                  </a:lnTo>
                  <a:lnTo>
                    <a:pt x="994323" y="413920"/>
                  </a:lnTo>
                  <a:lnTo>
                    <a:pt x="994937" y="413554"/>
                  </a:lnTo>
                  <a:lnTo>
                    <a:pt x="995383" y="414306"/>
                  </a:lnTo>
                  <a:lnTo>
                    <a:pt x="996348" y="413740"/>
                  </a:lnTo>
                  <a:lnTo>
                    <a:pt x="996152" y="413406"/>
                  </a:lnTo>
                  <a:lnTo>
                    <a:pt x="997731" y="412473"/>
                  </a:lnTo>
                  <a:lnTo>
                    <a:pt x="997868" y="412708"/>
                  </a:lnTo>
                  <a:lnTo>
                    <a:pt x="998816" y="412146"/>
                  </a:lnTo>
                  <a:lnTo>
                    <a:pt x="999293" y="411863"/>
                  </a:lnTo>
                  <a:lnTo>
                    <a:pt x="999687" y="412534"/>
                  </a:lnTo>
                  <a:lnTo>
                    <a:pt x="999817" y="412456"/>
                  </a:lnTo>
                  <a:lnTo>
                    <a:pt x="1001258" y="411560"/>
                  </a:lnTo>
                  <a:lnTo>
                    <a:pt x="1001680" y="411297"/>
                  </a:lnTo>
                  <a:lnTo>
                    <a:pt x="1001848" y="411184"/>
                  </a:lnTo>
                  <a:lnTo>
                    <a:pt x="1002017" y="411069"/>
                  </a:lnTo>
                  <a:lnTo>
                    <a:pt x="1002184" y="410954"/>
                  </a:lnTo>
                  <a:lnTo>
                    <a:pt x="1002352" y="410839"/>
                  </a:lnTo>
                  <a:lnTo>
                    <a:pt x="1002519" y="410722"/>
                  </a:lnTo>
                  <a:lnTo>
                    <a:pt x="1002685" y="410606"/>
                  </a:lnTo>
                  <a:lnTo>
                    <a:pt x="1002852" y="410489"/>
                  </a:lnTo>
                  <a:lnTo>
                    <a:pt x="1003018" y="410371"/>
                  </a:lnTo>
                  <a:lnTo>
                    <a:pt x="1003183" y="410252"/>
                  </a:lnTo>
                  <a:lnTo>
                    <a:pt x="1003328" y="410148"/>
                  </a:lnTo>
                  <a:lnTo>
                    <a:pt x="1003472" y="410043"/>
                  </a:lnTo>
                  <a:lnTo>
                    <a:pt x="1003642" y="409919"/>
                  </a:lnTo>
                  <a:lnTo>
                    <a:pt x="1003810" y="409795"/>
                  </a:lnTo>
                  <a:lnTo>
                    <a:pt x="1003979" y="409670"/>
                  </a:lnTo>
                  <a:lnTo>
                    <a:pt x="1004147" y="409544"/>
                  </a:lnTo>
                  <a:lnTo>
                    <a:pt x="1004314" y="409418"/>
                  </a:lnTo>
                  <a:lnTo>
                    <a:pt x="1004482" y="409291"/>
                  </a:lnTo>
                  <a:lnTo>
                    <a:pt x="1004648" y="409164"/>
                  </a:lnTo>
                  <a:lnTo>
                    <a:pt x="1005017" y="408840"/>
                  </a:lnTo>
                  <a:lnTo>
                    <a:pt x="1005349" y="408616"/>
                  </a:lnTo>
                  <a:lnTo>
                    <a:pt x="1010508" y="404453"/>
                  </a:lnTo>
                  <a:lnTo>
                    <a:pt x="1011071" y="403973"/>
                  </a:lnTo>
                  <a:lnTo>
                    <a:pt x="1011406" y="403648"/>
                  </a:lnTo>
                  <a:lnTo>
                    <a:pt x="1010022" y="402854"/>
                  </a:lnTo>
                  <a:lnTo>
                    <a:pt x="1007153" y="401181"/>
                  </a:lnTo>
                  <a:lnTo>
                    <a:pt x="1005271" y="400091"/>
                  </a:lnTo>
                  <a:lnTo>
                    <a:pt x="1004945" y="400199"/>
                  </a:lnTo>
                  <a:lnTo>
                    <a:pt x="1003740" y="400548"/>
                  </a:lnTo>
                  <a:lnTo>
                    <a:pt x="1002990" y="400765"/>
                  </a:lnTo>
                  <a:lnTo>
                    <a:pt x="1002847" y="400805"/>
                  </a:lnTo>
                  <a:lnTo>
                    <a:pt x="1002422" y="400923"/>
                  </a:lnTo>
                  <a:lnTo>
                    <a:pt x="998771" y="402038"/>
                  </a:lnTo>
                  <a:lnTo>
                    <a:pt x="994896" y="403197"/>
                  </a:lnTo>
                  <a:lnTo>
                    <a:pt x="990457" y="404524"/>
                  </a:lnTo>
                  <a:lnTo>
                    <a:pt x="989286" y="404875"/>
                  </a:lnTo>
                  <a:lnTo>
                    <a:pt x="987274" y="404855"/>
                  </a:lnTo>
                  <a:lnTo>
                    <a:pt x="975105" y="404690"/>
                  </a:lnTo>
                  <a:lnTo>
                    <a:pt x="969669" y="404630"/>
                  </a:lnTo>
                  <a:lnTo>
                    <a:pt x="964252" y="404571"/>
                  </a:lnTo>
                  <a:lnTo>
                    <a:pt x="964538" y="402960"/>
                  </a:lnTo>
                  <a:lnTo>
                    <a:pt x="964626" y="402466"/>
                  </a:lnTo>
                  <a:lnTo>
                    <a:pt x="965067" y="399985"/>
                  </a:lnTo>
                  <a:lnTo>
                    <a:pt x="965348" y="398401"/>
                  </a:lnTo>
                  <a:lnTo>
                    <a:pt x="966783" y="390193"/>
                  </a:lnTo>
                  <a:lnTo>
                    <a:pt x="968447" y="381509"/>
                  </a:lnTo>
                  <a:lnTo>
                    <a:pt x="968575" y="380221"/>
                  </a:lnTo>
                  <a:lnTo>
                    <a:pt x="969840" y="367410"/>
                  </a:lnTo>
                  <a:lnTo>
                    <a:pt x="962032" y="366575"/>
                  </a:lnTo>
                  <a:lnTo>
                    <a:pt x="954971" y="365790"/>
                  </a:lnTo>
                  <a:lnTo>
                    <a:pt x="954008" y="365687"/>
                  </a:lnTo>
                  <a:lnTo>
                    <a:pt x="947965" y="365035"/>
                  </a:lnTo>
                  <a:lnTo>
                    <a:pt x="947280" y="368867"/>
                  </a:lnTo>
                  <a:lnTo>
                    <a:pt x="946282" y="375316"/>
                  </a:lnTo>
                  <a:lnTo>
                    <a:pt x="945654" y="379358"/>
                  </a:lnTo>
                  <a:lnTo>
                    <a:pt x="943038" y="378824"/>
                  </a:lnTo>
                  <a:lnTo>
                    <a:pt x="942447" y="378707"/>
                  </a:lnTo>
                  <a:lnTo>
                    <a:pt x="935621" y="377245"/>
                  </a:lnTo>
                  <a:lnTo>
                    <a:pt x="930037" y="376037"/>
                  </a:lnTo>
                  <a:lnTo>
                    <a:pt x="929504" y="375921"/>
                  </a:lnTo>
                  <a:lnTo>
                    <a:pt x="927953" y="375592"/>
                  </a:lnTo>
                  <a:lnTo>
                    <a:pt x="924472" y="374852"/>
                  </a:lnTo>
                  <a:lnTo>
                    <a:pt x="923229" y="374588"/>
                  </a:lnTo>
                  <a:lnTo>
                    <a:pt x="923019" y="375037"/>
                  </a:lnTo>
                  <a:lnTo>
                    <a:pt x="922070" y="377164"/>
                  </a:lnTo>
                  <a:lnTo>
                    <a:pt x="920768" y="380058"/>
                  </a:lnTo>
                  <a:lnTo>
                    <a:pt x="919541" y="379769"/>
                  </a:lnTo>
                  <a:lnTo>
                    <a:pt x="919110" y="379672"/>
                  </a:lnTo>
                  <a:lnTo>
                    <a:pt x="917225" y="379195"/>
                  </a:lnTo>
                  <a:lnTo>
                    <a:pt x="881048" y="371252"/>
                  </a:lnTo>
                  <a:lnTo>
                    <a:pt x="877546" y="365387"/>
                  </a:lnTo>
                  <a:lnTo>
                    <a:pt x="871467" y="369176"/>
                  </a:lnTo>
                  <a:lnTo>
                    <a:pt x="848097" y="364017"/>
                  </a:lnTo>
                  <a:lnTo>
                    <a:pt x="808210" y="364083"/>
                  </a:lnTo>
                  <a:lnTo>
                    <a:pt x="801077" y="364142"/>
                  </a:lnTo>
                  <a:lnTo>
                    <a:pt x="785096" y="364067"/>
                  </a:lnTo>
                  <a:lnTo>
                    <a:pt x="785090" y="361964"/>
                  </a:lnTo>
                  <a:lnTo>
                    <a:pt x="785070" y="352823"/>
                  </a:lnTo>
                  <a:lnTo>
                    <a:pt x="784948" y="297072"/>
                  </a:lnTo>
                  <a:lnTo>
                    <a:pt x="784948" y="295256"/>
                  </a:lnTo>
                  <a:lnTo>
                    <a:pt x="783518" y="295259"/>
                  </a:lnTo>
                  <a:lnTo>
                    <a:pt x="737847" y="295378"/>
                  </a:lnTo>
                  <a:lnTo>
                    <a:pt x="717093" y="295434"/>
                  </a:lnTo>
                  <a:lnTo>
                    <a:pt x="710940" y="295450"/>
                  </a:lnTo>
                  <a:lnTo>
                    <a:pt x="673537" y="293112"/>
                  </a:lnTo>
                  <a:lnTo>
                    <a:pt x="648564" y="280382"/>
                  </a:lnTo>
                  <a:lnTo>
                    <a:pt x="639936" y="275960"/>
                  </a:lnTo>
                  <a:lnTo>
                    <a:pt x="636454" y="274194"/>
                  </a:lnTo>
                  <a:lnTo>
                    <a:pt x="636086" y="274007"/>
                  </a:lnTo>
                  <a:lnTo>
                    <a:pt x="634502" y="273184"/>
                  </a:lnTo>
                  <a:lnTo>
                    <a:pt x="634349" y="273105"/>
                  </a:lnTo>
                  <a:lnTo>
                    <a:pt x="630321" y="271042"/>
                  </a:lnTo>
                  <a:lnTo>
                    <a:pt x="628412" y="270061"/>
                  </a:lnTo>
                  <a:lnTo>
                    <a:pt x="628268" y="269989"/>
                  </a:lnTo>
                  <a:lnTo>
                    <a:pt x="616645" y="263979"/>
                  </a:lnTo>
                  <a:lnTo>
                    <a:pt x="580546" y="245342"/>
                  </a:lnTo>
                  <a:lnTo>
                    <a:pt x="580331" y="245232"/>
                  </a:lnTo>
                  <a:lnTo>
                    <a:pt x="580117" y="245123"/>
                  </a:lnTo>
                  <a:lnTo>
                    <a:pt x="579902" y="245014"/>
                  </a:lnTo>
                  <a:lnTo>
                    <a:pt x="579686" y="244907"/>
                  </a:lnTo>
                  <a:lnTo>
                    <a:pt x="579470" y="244799"/>
                  </a:lnTo>
                  <a:lnTo>
                    <a:pt x="579255" y="244693"/>
                  </a:lnTo>
                  <a:lnTo>
                    <a:pt x="579038" y="244587"/>
                  </a:lnTo>
                  <a:lnTo>
                    <a:pt x="578821" y="244482"/>
                  </a:lnTo>
                  <a:lnTo>
                    <a:pt x="578604" y="244378"/>
                  </a:lnTo>
                  <a:lnTo>
                    <a:pt x="578387" y="244274"/>
                  </a:lnTo>
                  <a:lnTo>
                    <a:pt x="578169" y="244171"/>
                  </a:lnTo>
                  <a:lnTo>
                    <a:pt x="577951" y="244069"/>
                  </a:lnTo>
                  <a:lnTo>
                    <a:pt x="577733" y="243967"/>
                  </a:lnTo>
                  <a:lnTo>
                    <a:pt x="577514" y="243866"/>
                  </a:lnTo>
                  <a:lnTo>
                    <a:pt x="577295" y="243766"/>
                  </a:lnTo>
                  <a:lnTo>
                    <a:pt x="577076" y="243667"/>
                  </a:lnTo>
                  <a:lnTo>
                    <a:pt x="576856" y="243568"/>
                  </a:lnTo>
                  <a:lnTo>
                    <a:pt x="576636" y="243470"/>
                  </a:lnTo>
                  <a:lnTo>
                    <a:pt x="576416" y="243373"/>
                  </a:lnTo>
                  <a:lnTo>
                    <a:pt x="576195" y="243276"/>
                  </a:lnTo>
                  <a:lnTo>
                    <a:pt x="575974" y="243180"/>
                  </a:lnTo>
                  <a:lnTo>
                    <a:pt x="575753" y="243085"/>
                  </a:lnTo>
                  <a:lnTo>
                    <a:pt x="575532" y="242990"/>
                  </a:lnTo>
                  <a:lnTo>
                    <a:pt x="575310" y="242896"/>
                  </a:lnTo>
                  <a:lnTo>
                    <a:pt x="575088" y="242803"/>
                  </a:lnTo>
                  <a:lnTo>
                    <a:pt x="574866" y="242711"/>
                  </a:lnTo>
                  <a:lnTo>
                    <a:pt x="574643" y="242619"/>
                  </a:lnTo>
                  <a:lnTo>
                    <a:pt x="574420" y="242528"/>
                  </a:lnTo>
                  <a:lnTo>
                    <a:pt x="574197" y="242438"/>
                  </a:lnTo>
                  <a:lnTo>
                    <a:pt x="573973" y="242348"/>
                  </a:lnTo>
                  <a:lnTo>
                    <a:pt x="573749" y="242259"/>
                  </a:lnTo>
                  <a:lnTo>
                    <a:pt x="573525" y="242171"/>
                  </a:lnTo>
                  <a:lnTo>
                    <a:pt x="573301" y="242084"/>
                  </a:lnTo>
                  <a:lnTo>
                    <a:pt x="573076" y="241997"/>
                  </a:lnTo>
                  <a:lnTo>
                    <a:pt x="572851" y="241911"/>
                  </a:lnTo>
                  <a:lnTo>
                    <a:pt x="572626" y="241825"/>
                  </a:lnTo>
                  <a:lnTo>
                    <a:pt x="572401" y="241741"/>
                  </a:lnTo>
                  <a:lnTo>
                    <a:pt x="572175" y="241657"/>
                  </a:lnTo>
                  <a:lnTo>
                    <a:pt x="571949" y="241574"/>
                  </a:lnTo>
                  <a:lnTo>
                    <a:pt x="571723" y="241492"/>
                  </a:lnTo>
                  <a:lnTo>
                    <a:pt x="571496" y="241410"/>
                  </a:lnTo>
                  <a:lnTo>
                    <a:pt x="571269" y="241329"/>
                  </a:lnTo>
                  <a:lnTo>
                    <a:pt x="571042" y="241249"/>
                  </a:lnTo>
                  <a:lnTo>
                    <a:pt x="570815" y="241169"/>
                  </a:lnTo>
                  <a:lnTo>
                    <a:pt x="570588" y="241090"/>
                  </a:lnTo>
                  <a:lnTo>
                    <a:pt x="570360" y="241012"/>
                  </a:lnTo>
                  <a:lnTo>
                    <a:pt x="570132" y="240935"/>
                  </a:lnTo>
                  <a:lnTo>
                    <a:pt x="569903" y="240858"/>
                  </a:lnTo>
                  <a:lnTo>
                    <a:pt x="569675" y="240782"/>
                  </a:lnTo>
                  <a:lnTo>
                    <a:pt x="569446" y="240707"/>
                  </a:lnTo>
                  <a:lnTo>
                    <a:pt x="569217" y="240633"/>
                  </a:lnTo>
                  <a:lnTo>
                    <a:pt x="568988" y="240559"/>
                  </a:lnTo>
                  <a:lnTo>
                    <a:pt x="568759" y="240486"/>
                  </a:lnTo>
                  <a:lnTo>
                    <a:pt x="568529" y="240414"/>
                  </a:lnTo>
                  <a:lnTo>
                    <a:pt x="568299" y="240342"/>
                  </a:lnTo>
                  <a:lnTo>
                    <a:pt x="568069" y="240271"/>
                  </a:lnTo>
                  <a:lnTo>
                    <a:pt x="567838" y="240201"/>
                  </a:lnTo>
                  <a:lnTo>
                    <a:pt x="567608" y="240132"/>
                  </a:lnTo>
                  <a:lnTo>
                    <a:pt x="567377" y="240064"/>
                  </a:lnTo>
                  <a:lnTo>
                    <a:pt x="567146" y="239996"/>
                  </a:lnTo>
                  <a:lnTo>
                    <a:pt x="566915" y="239929"/>
                  </a:lnTo>
                  <a:lnTo>
                    <a:pt x="566683" y="239862"/>
                  </a:lnTo>
                  <a:lnTo>
                    <a:pt x="566452" y="239797"/>
                  </a:lnTo>
                  <a:lnTo>
                    <a:pt x="566220" y="239732"/>
                  </a:lnTo>
                  <a:lnTo>
                    <a:pt x="565988" y="239667"/>
                  </a:lnTo>
                  <a:lnTo>
                    <a:pt x="565755" y="239604"/>
                  </a:lnTo>
                  <a:lnTo>
                    <a:pt x="565523" y="239541"/>
                  </a:lnTo>
                  <a:lnTo>
                    <a:pt x="565290" y="239479"/>
                  </a:lnTo>
                  <a:lnTo>
                    <a:pt x="565057" y="239418"/>
                  </a:lnTo>
                  <a:lnTo>
                    <a:pt x="564824" y="239358"/>
                  </a:lnTo>
                  <a:lnTo>
                    <a:pt x="564591" y="239298"/>
                  </a:lnTo>
                  <a:lnTo>
                    <a:pt x="564358" y="239239"/>
                  </a:lnTo>
                  <a:lnTo>
                    <a:pt x="564124" y="239181"/>
                  </a:lnTo>
                  <a:lnTo>
                    <a:pt x="563890" y="239123"/>
                  </a:lnTo>
                  <a:lnTo>
                    <a:pt x="563656" y="239067"/>
                  </a:lnTo>
                  <a:lnTo>
                    <a:pt x="563422" y="239011"/>
                  </a:lnTo>
                  <a:lnTo>
                    <a:pt x="563188" y="238955"/>
                  </a:lnTo>
                  <a:lnTo>
                    <a:pt x="562953" y="238901"/>
                  </a:lnTo>
                  <a:lnTo>
                    <a:pt x="562718" y="238847"/>
                  </a:lnTo>
                  <a:lnTo>
                    <a:pt x="562484" y="238794"/>
                  </a:lnTo>
                  <a:lnTo>
                    <a:pt x="562249" y="238742"/>
                  </a:lnTo>
                  <a:lnTo>
                    <a:pt x="562013" y="238691"/>
                  </a:lnTo>
                  <a:lnTo>
                    <a:pt x="561778" y="238640"/>
                  </a:lnTo>
                  <a:lnTo>
                    <a:pt x="561543" y="238590"/>
                  </a:lnTo>
                  <a:lnTo>
                    <a:pt x="561307" y="238541"/>
                  </a:lnTo>
                  <a:lnTo>
                    <a:pt x="561071" y="238492"/>
                  </a:lnTo>
                  <a:lnTo>
                    <a:pt x="560835" y="238444"/>
                  </a:lnTo>
                  <a:lnTo>
                    <a:pt x="560599" y="238397"/>
                  </a:lnTo>
                  <a:lnTo>
                    <a:pt x="560363" y="238351"/>
                  </a:lnTo>
                  <a:lnTo>
                    <a:pt x="560126" y="238306"/>
                  </a:lnTo>
                  <a:lnTo>
                    <a:pt x="559890" y="238261"/>
                  </a:lnTo>
                  <a:lnTo>
                    <a:pt x="559653" y="238217"/>
                  </a:lnTo>
                  <a:lnTo>
                    <a:pt x="559416" y="238174"/>
                  </a:lnTo>
                  <a:lnTo>
                    <a:pt x="559179" y="238132"/>
                  </a:lnTo>
                  <a:lnTo>
                    <a:pt x="558942" y="238090"/>
                  </a:lnTo>
                  <a:lnTo>
                    <a:pt x="558705" y="238049"/>
                  </a:lnTo>
                  <a:lnTo>
                    <a:pt x="558468" y="238009"/>
                  </a:lnTo>
                  <a:lnTo>
                    <a:pt x="558230" y="237969"/>
                  </a:lnTo>
                  <a:lnTo>
                    <a:pt x="544535" y="235481"/>
                  </a:lnTo>
                  <a:lnTo>
                    <a:pt x="541392" y="234858"/>
                  </a:lnTo>
                  <a:lnTo>
                    <a:pt x="539622" y="234244"/>
                  </a:lnTo>
                  <a:lnTo>
                    <a:pt x="539355" y="234158"/>
                  </a:lnTo>
                  <a:lnTo>
                    <a:pt x="539092" y="234069"/>
                  </a:lnTo>
                  <a:lnTo>
                    <a:pt x="538827" y="233975"/>
                  </a:lnTo>
                  <a:lnTo>
                    <a:pt x="538566" y="233878"/>
                  </a:lnTo>
                  <a:lnTo>
                    <a:pt x="538304" y="233778"/>
                  </a:lnTo>
                  <a:lnTo>
                    <a:pt x="538045" y="233675"/>
                  </a:lnTo>
                  <a:lnTo>
                    <a:pt x="537788" y="233568"/>
                  </a:lnTo>
                  <a:lnTo>
                    <a:pt x="537530" y="233457"/>
                  </a:lnTo>
                  <a:lnTo>
                    <a:pt x="537274" y="233344"/>
                  </a:lnTo>
                  <a:lnTo>
                    <a:pt x="537021" y="233228"/>
                  </a:lnTo>
                  <a:lnTo>
                    <a:pt x="536767" y="233107"/>
                  </a:lnTo>
                  <a:lnTo>
                    <a:pt x="536517" y="232983"/>
                  </a:lnTo>
                  <a:lnTo>
                    <a:pt x="536267" y="232857"/>
                  </a:lnTo>
                  <a:lnTo>
                    <a:pt x="536019" y="232727"/>
                  </a:lnTo>
                  <a:lnTo>
                    <a:pt x="535775" y="232593"/>
                  </a:lnTo>
                  <a:lnTo>
                    <a:pt x="534864" y="232121"/>
                  </a:lnTo>
                  <a:lnTo>
                    <a:pt x="532920" y="230749"/>
                  </a:lnTo>
                  <a:lnTo>
                    <a:pt x="532512" y="230458"/>
                  </a:lnTo>
                  <a:lnTo>
                    <a:pt x="531053" y="229388"/>
                  </a:lnTo>
                  <a:lnTo>
                    <a:pt x="532166" y="228171"/>
                  </a:lnTo>
                  <a:lnTo>
                    <a:pt x="532332" y="227999"/>
                  </a:lnTo>
                  <a:lnTo>
                    <a:pt x="532567" y="227764"/>
                  </a:lnTo>
                  <a:lnTo>
                    <a:pt x="532807" y="227535"/>
                  </a:lnTo>
                  <a:lnTo>
                    <a:pt x="533049" y="227307"/>
                  </a:lnTo>
                  <a:lnTo>
                    <a:pt x="533295" y="227085"/>
                  </a:lnTo>
                  <a:lnTo>
                    <a:pt x="533545" y="226867"/>
                  </a:lnTo>
                  <a:lnTo>
                    <a:pt x="533800" y="226655"/>
                  </a:lnTo>
                  <a:lnTo>
                    <a:pt x="534058" y="226446"/>
                  </a:lnTo>
                  <a:lnTo>
                    <a:pt x="534319" y="226242"/>
                  </a:lnTo>
                  <a:lnTo>
                    <a:pt x="535677" y="225289"/>
                  </a:lnTo>
                  <a:lnTo>
                    <a:pt x="535959" y="225113"/>
                  </a:lnTo>
                  <a:lnTo>
                    <a:pt x="536243" y="224943"/>
                  </a:lnTo>
                  <a:lnTo>
                    <a:pt x="536531" y="224777"/>
                  </a:lnTo>
                  <a:lnTo>
                    <a:pt x="536821" y="224616"/>
                  </a:lnTo>
                  <a:lnTo>
                    <a:pt x="540810" y="223005"/>
                  </a:lnTo>
                  <a:lnTo>
                    <a:pt x="542816" y="222525"/>
                  </a:lnTo>
                  <a:lnTo>
                    <a:pt x="551990" y="216129"/>
                  </a:lnTo>
                  <a:lnTo>
                    <a:pt x="552413" y="215437"/>
                  </a:lnTo>
                  <a:lnTo>
                    <a:pt x="539015" y="212302"/>
                  </a:lnTo>
                  <a:lnTo>
                    <a:pt x="536492" y="211712"/>
                  </a:lnTo>
                  <a:lnTo>
                    <a:pt x="535460" y="211427"/>
                  </a:lnTo>
                  <a:lnTo>
                    <a:pt x="534316" y="211091"/>
                  </a:lnTo>
                  <a:lnTo>
                    <a:pt x="533177" y="210736"/>
                  </a:lnTo>
                  <a:lnTo>
                    <a:pt x="532536" y="210537"/>
                  </a:lnTo>
                  <a:lnTo>
                    <a:pt x="531402" y="210168"/>
                  </a:lnTo>
                  <a:lnTo>
                    <a:pt x="530274" y="209780"/>
                  </a:lnTo>
                  <a:lnTo>
                    <a:pt x="528222" y="208863"/>
                  </a:lnTo>
                  <a:lnTo>
                    <a:pt x="526609" y="208194"/>
                  </a:lnTo>
                  <a:lnTo>
                    <a:pt x="524625" y="207372"/>
                  </a:lnTo>
                  <a:lnTo>
                    <a:pt x="524467" y="207307"/>
                  </a:lnTo>
                  <a:lnTo>
                    <a:pt x="522283" y="206396"/>
                  </a:lnTo>
                  <a:lnTo>
                    <a:pt x="521581" y="206122"/>
                  </a:lnTo>
                  <a:lnTo>
                    <a:pt x="517498" y="204372"/>
                  </a:lnTo>
                  <a:lnTo>
                    <a:pt x="516927" y="204127"/>
                  </a:lnTo>
                  <a:lnTo>
                    <a:pt x="515403" y="203474"/>
                  </a:lnTo>
                  <a:lnTo>
                    <a:pt x="513301" y="202572"/>
                  </a:lnTo>
                  <a:lnTo>
                    <a:pt x="512426" y="202209"/>
                  </a:lnTo>
                  <a:lnTo>
                    <a:pt x="485401" y="198080"/>
                  </a:lnTo>
                  <a:lnTo>
                    <a:pt x="484694" y="199177"/>
                  </a:lnTo>
                  <a:lnTo>
                    <a:pt x="482836" y="198199"/>
                  </a:lnTo>
                  <a:lnTo>
                    <a:pt x="473086" y="193056"/>
                  </a:lnTo>
                  <a:lnTo>
                    <a:pt x="469372" y="191097"/>
                  </a:lnTo>
                  <a:lnTo>
                    <a:pt x="459068" y="185666"/>
                  </a:lnTo>
                  <a:lnTo>
                    <a:pt x="457681" y="184934"/>
                  </a:lnTo>
                  <a:lnTo>
                    <a:pt x="457222" y="184668"/>
                  </a:lnTo>
                  <a:lnTo>
                    <a:pt x="456760" y="184407"/>
                  </a:lnTo>
                  <a:lnTo>
                    <a:pt x="456297" y="184145"/>
                  </a:lnTo>
                  <a:lnTo>
                    <a:pt x="455831" y="183889"/>
                  </a:lnTo>
                  <a:lnTo>
                    <a:pt x="455364" y="183635"/>
                  </a:lnTo>
                  <a:lnTo>
                    <a:pt x="454895" y="183384"/>
                  </a:lnTo>
                  <a:lnTo>
                    <a:pt x="454425" y="183136"/>
                  </a:lnTo>
                  <a:lnTo>
                    <a:pt x="453952" y="182893"/>
                  </a:lnTo>
                  <a:lnTo>
                    <a:pt x="453477" y="182652"/>
                  </a:lnTo>
                  <a:lnTo>
                    <a:pt x="453002" y="182414"/>
                  </a:lnTo>
                  <a:lnTo>
                    <a:pt x="452526" y="182178"/>
                  </a:lnTo>
                  <a:lnTo>
                    <a:pt x="452047" y="181947"/>
                  </a:lnTo>
                  <a:lnTo>
                    <a:pt x="451568" y="181720"/>
                  </a:lnTo>
                  <a:lnTo>
                    <a:pt x="451085" y="181494"/>
                  </a:lnTo>
                  <a:lnTo>
                    <a:pt x="450603" y="181273"/>
                  </a:lnTo>
                  <a:lnTo>
                    <a:pt x="450118" y="181053"/>
                  </a:lnTo>
                  <a:lnTo>
                    <a:pt x="449607" y="180827"/>
                  </a:lnTo>
                  <a:lnTo>
                    <a:pt x="449146" y="180627"/>
                  </a:lnTo>
                  <a:lnTo>
                    <a:pt x="448657" y="180417"/>
                  </a:lnTo>
                  <a:lnTo>
                    <a:pt x="448167" y="180212"/>
                  </a:lnTo>
                  <a:lnTo>
                    <a:pt x="447675" y="180010"/>
                  </a:lnTo>
                  <a:lnTo>
                    <a:pt x="445728" y="179228"/>
                  </a:lnTo>
                  <a:lnTo>
                    <a:pt x="434802" y="174845"/>
                  </a:lnTo>
                  <a:lnTo>
                    <a:pt x="433837" y="174457"/>
                  </a:lnTo>
                  <a:lnTo>
                    <a:pt x="432841" y="174098"/>
                  </a:lnTo>
                  <a:lnTo>
                    <a:pt x="430951" y="173185"/>
                  </a:lnTo>
                  <a:lnTo>
                    <a:pt x="418879" y="167357"/>
                  </a:lnTo>
                  <a:lnTo>
                    <a:pt x="415381" y="165668"/>
                  </a:lnTo>
                  <a:lnTo>
                    <a:pt x="410606" y="162019"/>
                  </a:lnTo>
                  <a:lnTo>
                    <a:pt x="410146" y="161677"/>
                  </a:lnTo>
                  <a:lnTo>
                    <a:pt x="409993" y="161578"/>
                  </a:lnTo>
                  <a:lnTo>
                    <a:pt x="409757" y="161415"/>
                  </a:lnTo>
                  <a:lnTo>
                    <a:pt x="409467" y="161228"/>
                  </a:lnTo>
                  <a:lnTo>
                    <a:pt x="409169" y="161035"/>
                  </a:lnTo>
                  <a:lnTo>
                    <a:pt x="408872" y="160836"/>
                  </a:lnTo>
                  <a:lnTo>
                    <a:pt x="408578" y="160636"/>
                  </a:lnTo>
                  <a:lnTo>
                    <a:pt x="408284" y="160431"/>
                  </a:lnTo>
                  <a:lnTo>
                    <a:pt x="407994" y="160225"/>
                  </a:lnTo>
                  <a:lnTo>
                    <a:pt x="407706" y="160015"/>
                  </a:lnTo>
                  <a:lnTo>
                    <a:pt x="407420" y="159802"/>
                  </a:lnTo>
                  <a:lnTo>
                    <a:pt x="407136" y="159587"/>
                  </a:lnTo>
                  <a:lnTo>
                    <a:pt x="406853" y="159367"/>
                  </a:lnTo>
                  <a:lnTo>
                    <a:pt x="406575" y="159145"/>
                  </a:lnTo>
                  <a:lnTo>
                    <a:pt x="406296" y="158921"/>
                  </a:lnTo>
                  <a:lnTo>
                    <a:pt x="406024" y="158694"/>
                  </a:lnTo>
                  <a:lnTo>
                    <a:pt x="405751" y="158463"/>
                  </a:lnTo>
                  <a:lnTo>
                    <a:pt x="405480" y="158230"/>
                  </a:lnTo>
                  <a:lnTo>
                    <a:pt x="405213" y="157993"/>
                  </a:lnTo>
                  <a:lnTo>
                    <a:pt x="404948" y="157754"/>
                  </a:lnTo>
                  <a:lnTo>
                    <a:pt x="404684" y="157513"/>
                  </a:lnTo>
                  <a:lnTo>
                    <a:pt x="404425" y="157268"/>
                  </a:lnTo>
                  <a:lnTo>
                    <a:pt x="404167" y="157022"/>
                  </a:lnTo>
                  <a:lnTo>
                    <a:pt x="403914" y="156771"/>
                  </a:lnTo>
                  <a:lnTo>
                    <a:pt x="403662" y="156519"/>
                  </a:lnTo>
                  <a:lnTo>
                    <a:pt x="403412" y="156265"/>
                  </a:lnTo>
                  <a:lnTo>
                    <a:pt x="403164" y="156007"/>
                  </a:lnTo>
                  <a:lnTo>
                    <a:pt x="402920" y="155747"/>
                  </a:lnTo>
                  <a:lnTo>
                    <a:pt x="402679" y="155483"/>
                  </a:lnTo>
                  <a:lnTo>
                    <a:pt x="402439" y="155219"/>
                  </a:lnTo>
                  <a:lnTo>
                    <a:pt x="402204" y="154950"/>
                  </a:lnTo>
                  <a:lnTo>
                    <a:pt x="401971" y="154680"/>
                  </a:lnTo>
                  <a:lnTo>
                    <a:pt x="401741" y="154407"/>
                  </a:lnTo>
                  <a:lnTo>
                    <a:pt x="401512" y="154133"/>
                  </a:lnTo>
                  <a:lnTo>
                    <a:pt x="401288" y="153854"/>
                  </a:lnTo>
                  <a:lnTo>
                    <a:pt x="401067" y="153575"/>
                  </a:lnTo>
                  <a:lnTo>
                    <a:pt x="400848" y="153294"/>
                  </a:lnTo>
                  <a:lnTo>
                    <a:pt x="400632" y="153009"/>
                  </a:lnTo>
                  <a:lnTo>
                    <a:pt x="400418" y="152723"/>
                  </a:lnTo>
                  <a:lnTo>
                    <a:pt x="400208" y="152434"/>
                  </a:lnTo>
                  <a:lnTo>
                    <a:pt x="400002" y="152143"/>
                  </a:lnTo>
                  <a:lnTo>
                    <a:pt x="399798" y="151851"/>
                  </a:lnTo>
                  <a:lnTo>
                    <a:pt x="399598" y="151555"/>
                  </a:lnTo>
                  <a:lnTo>
                    <a:pt x="399399" y="151258"/>
                  </a:lnTo>
                  <a:lnTo>
                    <a:pt x="399205" y="150958"/>
                  </a:lnTo>
                  <a:lnTo>
                    <a:pt x="399014" y="150658"/>
                  </a:lnTo>
                  <a:lnTo>
                    <a:pt x="398825" y="150354"/>
                  </a:lnTo>
                  <a:lnTo>
                    <a:pt x="398640" y="150048"/>
                  </a:lnTo>
                  <a:lnTo>
                    <a:pt x="398438" y="149706"/>
                  </a:lnTo>
                  <a:lnTo>
                    <a:pt x="398279" y="149433"/>
                  </a:lnTo>
                  <a:lnTo>
                    <a:pt x="398104" y="149121"/>
                  </a:lnTo>
                  <a:lnTo>
                    <a:pt x="397932" y="148810"/>
                  </a:lnTo>
                  <a:lnTo>
                    <a:pt x="397762" y="148494"/>
                  </a:lnTo>
                  <a:lnTo>
                    <a:pt x="397596" y="148179"/>
                  </a:lnTo>
                  <a:lnTo>
                    <a:pt x="397434" y="147859"/>
                  </a:lnTo>
                  <a:lnTo>
                    <a:pt x="395778" y="146568"/>
                  </a:lnTo>
                  <a:lnTo>
                    <a:pt x="383204" y="136748"/>
                  </a:lnTo>
                  <a:lnTo>
                    <a:pt x="380550" y="134168"/>
                  </a:lnTo>
                  <a:lnTo>
                    <a:pt x="379045" y="132703"/>
                  </a:lnTo>
                  <a:lnTo>
                    <a:pt x="379502" y="130652"/>
                  </a:lnTo>
                  <a:lnTo>
                    <a:pt x="381109" y="123456"/>
                  </a:lnTo>
                  <a:lnTo>
                    <a:pt x="381566" y="121403"/>
                  </a:lnTo>
                  <a:lnTo>
                    <a:pt x="379510" y="120985"/>
                  </a:lnTo>
                  <a:lnTo>
                    <a:pt x="370816" y="119211"/>
                  </a:lnTo>
                  <a:lnTo>
                    <a:pt x="366704" y="118373"/>
                  </a:lnTo>
                  <a:lnTo>
                    <a:pt x="357367" y="116471"/>
                  </a:lnTo>
                  <a:lnTo>
                    <a:pt x="355311" y="116051"/>
                  </a:lnTo>
                  <a:lnTo>
                    <a:pt x="355930" y="108974"/>
                  </a:lnTo>
                  <a:lnTo>
                    <a:pt x="356470" y="103922"/>
                  </a:lnTo>
                  <a:lnTo>
                    <a:pt x="357109" y="98869"/>
                  </a:lnTo>
                  <a:lnTo>
                    <a:pt x="357609" y="95373"/>
                  </a:lnTo>
                  <a:lnTo>
                    <a:pt x="358519" y="89712"/>
                  </a:lnTo>
                  <a:lnTo>
                    <a:pt x="359187" y="85990"/>
                  </a:lnTo>
                  <a:lnTo>
                    <a:pt x="358300" y="85241"/>
                  </a:lnTo>
                  <a:lnTo>
                    <a:pt x="357390" y="84519"/>
                  </a:lnTo>
                  <a:lnTo>
                    <a:pt x="356462" y="83823"/>
                  </a:lnTo>
                  <a:lnTo>
                    <a:pt x="355514" y="83152"/>
                  </a:lnTo>
                  <a:lnTo>
                    <a:pt x="354549" y="82508"/>
                  </a:lnTo>
                  <a:lnTo>
                    <a:pt x="353564" y="81893"/>
                  </a:lnTo>
                  <a:lnTo>
                    <a:pt x="352899" y="81498"/>
                  </a:lnTo>
                  <a:lnTo>
                    <a:pt x="351887" y="80930"/>
                  </a:lnTo>
                  <a:lnTo>
                    <a:pt x="351277" y="80613"/>
                  </a:lnTo>
                  <a:lnTo>
                    <a:pt x="350058" y="80072"/>
                  </a:lnTo>
                  <a:lnTo>
                    <a:pt x="349186" y="79727"/>
                  </a:lnTo>
                  <a:lnTo>
                    <a:pt x="348303" y="79410"/>
                  </a:lnTo>
                  <a:lnTo>
                    <a:pt x="347204" y="79060"/>
                  </a:lnTo>
                  <a:lnTo>
                    <a:pt x="346897" y="78968"/>
                  </a:lnTo>
                  <a:lnTo>
                    <a:pt x="346689" y="78877"/>
                  </a:lnTo>
                  <a:lnTo>
                    <a:pt x="346489" y="78768"/>
                  </a:lnTo>
                  <a:lnTo>
                    <a:pt x="346292" y="78646"/>
                  </a:lnTo>
                  <a:lnTo>
                    <a:pt x="346104" y="78512"/>
                  </a:lnTo>
                  <a:lnTo>
                    <a:pt x="343866" y="76669"/>
                  </a:lnTo>
                  <a:lnTo>
                    <a:pt x="342702" y="75697"/>
                  </a:lnTo>
                  <a:lnTo>
                    <a:pt x="341505" y="74764"/>
                  </a:lnTo>
                  <a:lnTo>
                    <a:pt x="340275" y="73875"/>
                  </a:lnTo>
                  <a:lnTo>
                    <a:pt x="338993" y="73014"/>
                  </a:lnTo>
                  <a:lnTo>
                    <a:pt x="337676" y="72202"/>
                  </a:lnTo>
                  <a:lnTo>
                    <a:pt x="336520" y="71552"/>
                  </a:lnTo>
                  <a:lnTo>
                    <a:pt x="335339" y="70942"/>
                  </a:lnTo>
                  <a:lnTo>
                    <a:pt x="334145" y="70365"/>
                  </a:lnTo>
                  <a:lnTo>
                    <a:pt x="332913" y="69802"/>
                  </a:lnTo>
                  <a:lnTo>
                    <a:pt x="332636" y="69685"/>
                  </a:lnTo>
                  <a:lnTo>
                    <a:pt x="332873" y="69123"/>
                  </a:lnTo>
                  <a:lnTo>
                    <a:pt x="327510" y="66106"/>
                  </a:lnTo>
                  <a:lnTo>
                    <a:pt x="323479" y="63838"/>
                  </a:lnTo>
                  <a:lnTo>
                    <a:pt x="316594" y="60323"/>
                  </a:lnTo>
                  <a:lnTo>
                    <a:pt x="315600" y="59807"/>
                  </a:lnTo>
                  <a:lnTo>
                    <a:pt x="311620" y="57891"/>
                  </a:lnTo>
                  <a:lnTo>
                    <a:pt x="305825" y="55647"/>
                  </a:lnTo>
                  <a:lnTo>
                    <a:pt x="302133" y="54371"/>
                  </a:lnTo>
                  <a:lnTo>
                    <a:pt x="295842" y="52401"/>
                  </a:lnTo>
                  <a:lnTo>
                    <a:pt x="292170" y="51234"/>
                  </a:lnTo>
                  <a:lnTo>
                    <a:pt x="291283" y="50938"/>
                  </a:lnTo>
                  <a:lnTo>
                    <a:pt x="288309" y="50203"/>
                  </a:lnTo>
                  <a:lnTo>
                    <a:pt x="283851" y="49324"/>
                  </a:lnTo>
                  <a:lnTo>
                    <a:pt x="246109" y="45198"/>
                  </a:lnTo>
                  <a:lnTo>
                    <a:pt x="236261" y="44122"/>
                  </a:lnTo>
                  <a:lnTo>
                    <a:pt x="230726" y="43450"/>
                  </a:lnTo>
                  <a:lnTo>
                    <a:pt x="228101" y="42935"/>
                  </a:lnTo>
                  <a:lnTo>
                    <a:pt x="227450" y="42807"/>
                  </a:lnTo>
                  <a:lnTo>
                    <a:pt x="223956" y="42034"/>
                  </a:lnTo>
                  <a:lnTo>
                    <a:pt x="219684" y="41147"/>
                  </a:lnTo>
                  <a:lnTo>
                    <a:pt x="218095" y="40789"/>
                  </a:lnTo>
                  <a:lnTo>
                    <a:pt x="217201" y="40611"/>
                  </a:lnTo>
                  <a:lnTo>
                    <a:pt x="216379" y="40436"/>
                  </a:lnTo>
                  <a:lnTo>
                    <a:pt x="214492" y="40037"/>
                  </a:lnTo>
                  <a:lnTo>
                    <a:pt x="213971" y="39959"/>
                  </a:lnTo>
                  <a:lnTo>
                    <a:pt x="214046" y="40288"/>
                  </a:lnTo>
                  <a:lnTo>
                    <a:pt x="212287" y="39912"/>
                  </a:lnTo>
                  <a:lnTo>
                    <a:pt x="212196" y="40342"/>
                  </a:lnTo>
                  <a:lnTo>
                    <a:pt x="210000" y="39969"/>
                  </a:lnTo>
                  <a:lnTo>
                    <a:pt x="208350" y="39677"/>
                  </a:lnTo>
                  <a:lnTo>
                    <a:pt x="205607" y="39153"/>
                  </a:lnTo>
                  <a:lnTo>
                    <a:pt x="205027" y="39078"/>
                  </a:lnTo>
                  <a:lnTo>
                    <a:pt x="204546" y="39136"/>
                  </a:lnTo>
                  <a:lnTo>
                    <a:pt x="203589" y="38951"/>
                  </a:lnTo>
                  <a:lnTo>
                    <a:pt x="201246" y="38149"/>
                  </a:lnTo>
                  <a:lnTo>
                    <a:pt x="201166" y="37526"/>
                  </a:lnTo>
                  <a:lnTo>
                    <a:pt x="196051" y="35378"/>
                  </a:lnTo>
                  <a:lnTo>
                    <a:pt x="195984" y="35815"/>
                  </a:lnTo>
                  <a:lnTo>
                    <a:pt x="195368" y="35556"/>
                  </a:lnTo>
                  <a:lnTo>
                    <a:pt x="188395" y="32892"/>
                  </a:lnTo>
                  <a:lnTo>
                    <a:pt x="187241" y="32419"/>
                  </a:lnTo>
                  <a:lnTo>
                    <a:pt x="187237" y="31608"/>
                  </a:lnTo>
                  <a:lnTo>
                    <a:pt x="187128" y="31480"/>
                  </a:lnTo>
                  <a:lnTo>
                    <a:pt x="186632" y="31373"/>
                  </a:lnTo>
                  <a:lnTo>
                    <a:pt x="185130" y="30879"/>
                  </a:lnTo>
                  <a:lnTo>
                    <a:pt x="182126" y="29880"/>
                  </a:lnTo>
                  <a:lnTo>
                    <a:pt x="180149" y="29304"/>
                  </a:lnTo>
                  <a:lnTo>
                    <a:pt x="179216" y="29077"/>
                  </a:lnTo>
                  <a:close/>
                </a:path>
              </a:pathLst>
            </a:custGeom>
            <a:solidFill>
              <a:srgbClr val="C6E3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g32"/>
            <p:cNvSpPr/>
            <p:nvPr/>
          </p:nvSpPr>
          <p:spPr>
            <a:xfrm>
              <a:off x="3231979" y="1512127"/>
              <a:ext cx="1236848" cy="1245337"/>
            </a:xfrm>
            <a:custGeom>
              <a:avLst/>
              <a:gdLst/>
              <a:ahLst/>
              <a:cxnLst/>
              <a:rect l="0" t="0" r="0" b="0"/>
              <a:pathLst>
                <a:path w="1236848" h="1245337">
                  <a:moveTo>
                    <a:pt x="1014226" y="170444"/>
                  </a:moveTo>
                  <a:lnTo>
                    <a:pt x="1005979" y="155043"/>
                  </a:lnTo>
                  <a:lnTo>
                    <a:pt x="1004117" y="151564"/>
                  </a:lnTo>
                  <a:lnTo>
                    <a:pt x="969390" y="144340"/>
                  </a:lnTo>
                  <a:lnTo>
                    <a:pt x="962131" y="130616"/>
                  </a:lnTo>
                  <a:lnTo>
                    <a:pt x="959709" y="126069"/>
                  </a:lnTo>
                  <a:lnTo>
                    <a:pt x="955132" y="117425"/>
                  </a:lnTo>
                  <a:lnTo>
                    <a:pt x="951036" y="109775"/>
                  </a:lnTo>
                  <a:lnTo>
                    <a:pt x="947970" y="104044"/>
                  </a:lnTo>
                  <a:lnTo>
                    <a:pt x="946106" y="100447"/>
                  </a:lnTo>
                  <a:lnTo>
                    <a:pt x="943368" y="95333"/>
                  </a:lnTo>
                  <a:lnTo>
                    <a:pt x="933373" y="76441"/>
                  </a:lnTo>
                  <a:lnTo>
                    <a:pt x="928544" y="67436"/>
                  </a:lnTo>
                  <a:lnTo>
                    <a:pt x="925964" y="62553"/>
                  </a:lnTo>
                  <a:lnTo>
                    <a:pt x="924187" y="59296"/>
                  </a:lnTo>
                  <a:lnTo>
                    <a:pt x="922703" y="56485"/>
                  </a:lnTo>
                  <a:lnTo>
                    <a:pt x="921596" y="54435"/>
                  </a:lnTo>
                  <a:lnTo>
                    <a:pt x="916900" y="45452"/>
                  </a:lnTo>
                  <a:lnTo>
                    <a:pt x="893142" y="0"/>
                  </a:lnTo>
                  <a:lnTo>
                    <a:pt x="887340" y="1909"/>
                  </a:lnTo>
                  <a:lnTo>
                    <a:pt x="869090" y="7902"/>
                  </a:lnTo>
                  <a:lnTo>
                    <a:pt x="868185" y="8193"/>
                  </a:lnTo>
                  <a:lnTo>
                    <a:pt x="867395" y="8447"/>
                  </a:lnTo>
                  <a:lnTo>
                    <a:pt x="867015" y="8569"/>
                  </a:lnTo>
                  <a:lnTo>
                    <a:pt x="866053" y="8885"/>
                  </a:lnTo>
                  <a:lnTo>
                    <a:pt x="864869" y="9274"/>
                  </a:lnTo>
                  <a:lnTo>
                    <a:pt x="864709" y="9328"/>
                  </a:lnTo>
                  <a:lnTo>
                    <a:pt x="864510" y="9393"/>
                  </a:lnTo>
                  <a:lnTo>
                    <a:pt x="863611" y="9689"/>
                  </a:lnTo>
                  <a:lnTo>
                    <a:pt x="861534" y="10372"/>
                  </a:lnTo>
                  <a:lnTo>
                    <a:pt x="860613" y="10675"/>
                  </a:lnTo>
                  <a:lnTo>
                    <a:pt x="857426" y="11723"/>
                  </a:lnTo>
                  <a:lnTo>
                    <a:pt x="843910" y="16167"/>
                  </a:lnTo>
                  <a:lnTo>
                    <a:pt x="842559" y="16610"/>
                  </a:lnTo>
                  <a:lnTo>
                    <a:pt x="841721" y="16885"/>
                  </a:lnTo>
                  <a:lnTo>
                    <a:pt x="833766" y="19504"/>
                  </a:lnTo>
                  <a:lnTo>
                    <a:pt x="830408" y="20607"/>
                  </a:lnTo>
                  <a:lnTo>
                    <a:pt x="824994" y="22367"/>
                  </a:lnTo>
                  <a:lnTo>
                    <a:pt x="819546" y="24137"/>
                  </a:lnTo>
                  <a:lnTo>
                    <a:pt x="809568" y="27379"/>
                  </a:lnTo>
                  <a:lnTo>
                    <a:pt x="808826" y="27620"/>
                  </a:lnTo>
                  <a:lnTo>
                    <a:pt x="808610" y="27691"/>
                  </a:lnTo>
                  <a:lnTo>
                    <a:pt x="808056" y="27870"/>
                  </a:lnTo>
                  <a:lnTo>
                    <a:pt x="807367" y="28095"/>
                  </a:lnTo>
                  <a:lnTo>
                    <a:pt x="806575" y="28352"/>
                  </a:lnTo>
                  <a:lnTo>
                    <a:pt x="798802" y="30879"/>
                  </a:lnTo>
                  <a:lnTo>
                    <a:pt x="797319" y="31361"/>
                  </a:lnTo>
                  <a:lnTo>
                    <a:pt x="795087" y="32087"/>
                  </a:lnTo>
                  <a:lnTo>
                    <a:pt x="796498" y="33363"/>
                  </a:lnTo>
                  <a:lnTo>
                    <a:pt x="800592" y="37275"/>
                  </a:lnTo>
                  <a:lnTo>
                    <a:pt x="802602" y="39281"/>
                  </a:lnTo>
                  <a:lnTo>
                    <a:pt x="808355" y="44882"/>
                  </a:lnTo>
                  <a:lnTo>
                    <a:pt x="808855" y="45413"/>
                  </a:lnTo>
                  <a:lnTo>
                    <a:pt x="810762" y="47882"/>
                  </a:lnTo>
                  <a:lnTo>
                    <a:pt x="815035" y="52737"/>
                  </a:lnTo>
                  <a:lnTo>
                    <a:pt x="816100" y="53939"/>
                  </a:lnTo>
                  <a:lnTo>
                    <a:pt x="820548" y="59056"/>
                  </a:lnTo>
                  <a:lnTo>
                    <a:pt x="820929" y="59494"/>
                  </a:lnTo>
                  <a:lnTo>
                    <a:pt x="822370" y="60588"/>
                  </a:lnTo>
                  <a:lnTo>
                    <a:pt x="822769" y="60892"/>
                  </a:lnTo>
                  <a:lnTo>
                    <a:pt x="824680" y="63667"/>
                  </a:lnTo>
                  <a:lnTo>
                    <a:pt x="826571" y="66412"/>
                  </a:lnTo>
                  <a:lnTo>
                    <a:pt x="826683" y="66863"/>
                  </a:lnTo>
                  <a:lnTo>
                    <a:pt x="826960" y="67980"/>
                  </a:lnTo>
                  <a:lnTo>
                    <a:pt x="831079" y="74644"/>
                  </a:lnTo>
                  <a:lnTo>
                    <a:pt x="832405" y="75636"/>
                  </a:lnTo>
                  <a:lnTo>
                    <a:pt x="835764" y="80086"/>
                  </a:lnTo>
                  <a:lnTo>
                    <a:pt x="839926" y="86561"/>
                  </a:lnTo>
                  <a:lnTo>
                    <a:pt x="843430" y="92012"/>
                  </a:lnTo>
                  <a:lnTo>
                    <a:pt x="846147" y="96238"/>
                  </a:lnTo>
                  <a:lnTo>
                    <a:pt x="846544" y="96855"/>
                  </a:lnTo>
                  <a:lnTo>
                    <a:pt x="846854" y="97337"/>
                  </a:lnTo>
                  <a:lnTo>
                    <a:pt x="851133" y="103902"/>
                  </a:lnTo>
                  <a:lnTo>
                    <a:pt x="851371" y="104269"/>
                  </a:lnTo>
                  <a:lnTo>
                    <a:pt x="851218" y="104367"/>
                  </a:lnTo>
                  <a:lnTo>
                    <a:pt x="849251" y="105632"/>
                  </a:lnTo>
                  <a:lnTo>
                    <a:pt x="848659" y="106012"/>
                  </a:lnTo>
                  <a:lnTo>
                    <a:pt x="848172" y="106326"/>
                  </a:lnTo>
                  <a:lnTo>
                    <a:pt x="846628" y="107329"/>
                  </a:lnTo>
                  <a:lnTo>
                    <a:pt x="846263" y="107547"/>
                  </a:lnTo>
                  <a:lnTo>
                    <a:pt x="845652" y="107912"/>
                  </a:lnTo>
                  <a:lnTo>
                    <a:pt x="844180" y="108846"/>
                  </a:lnTo>
                  <a:lnTo>
                    <a:pt x="843953" y="108989"/>
                  </a:lnTo>
                  <a:lnTo>
                    <a:pt x="842902" y="109654"/>
                  </a:lnTo>
                  <a:lnTo>
                    <a:pt x="843659" y="110853"/>
                  </a:lnTo>
                  <a:lnTo>
                    <a:pt x="842657" y="111530"/>
                  </a:lnTo>
                  <a:lnTo>
                    <a:pt x="841907" y="111987"/>
                  </a:lnTo>
                  <a:lnTo>
                    <a:pt x="842182" y="112440"/>
                  </a:lnTo>
                  <a:lnTo>
                    <a:pt x="841439" y="112893"/>
                  </a:lnTo>
                  <a:lnTo>
                    <a:pt x="841819" y="113516"/>
                  </a:lnTo>
                  <a:lnTo>
                    <a:pt x="841328" y="113814"/>
                  </a:lnTo>
                  <a:lnTo>
                    <a:pt x="841452" y="114019"/>
                  </a:lnTo>
                  <a:lnTo>
                    <a:pt x="840847" y="114404"/>
                  </a:lnTo>
                  <a:lnTo>
                    <a:pt x="836528" y="117152"/>
                  </a:lnTo>
                  <a:lnTo>
                    <a:pt x="827957" y="122559"/>
                  </a:lnTo>
                  <a:lnTo>
                    <a:pt x="808817" y="134635"/>
                  </a:lnTo>
                  <a:lnTo>
                    <a:pt x="798656" y="141037"/>
                  </a:lnTo>
                  <a:lnTo>
                    <a:pt x="785834" y="149117"/>
                  </a:lnTo>
                  <a:lnTo>
                    <a:pt x="781972" y="151551"/>
                  </a:lnTo>
                  <a:lnTo>
                    <a:pt x="756842" y="167522"/>
                  </a:lnTo>
                  <a:lnTo>
                    <a:pt x="755673" y="168265"/>
                  </a:lnTo>
                  <a:lnTo>
                    <a:pt x="736969" y="180153"/>
                  </a:lnTo>
                  <a:lnTo>
                    <a:pt x="730951" y="183975"/>
                  </a:lnTo>
                  <a:lnTo>
                    <a:pt x="714587" y="191238"/>
                  </a:lnTo>
                  <a:lnTo>
                    <a:pt x="705330" y="195311"/>
                  </a:lnTo>
                  <a:lnTo>
                    <a:pt x="704070" y="195865"/>
                  </a:lnTo>
                  <a:lnTo>
                    <a:pt x="702870" y="196393"/>
                  </a:lnTo>
                  <a:lnTo>
                    <a:pt x="700239" y="197559"/>
                  </a:lnTo>
                  <a:lnTo>
                    <a:pt x="699942" y="197690"/>
                  </a:lnTo>
                  <a:lnTo>
                    <a:pt x="699207" y="198009"/>
                  </a:lnTo>
                  <a:lnTo>
                    <a:pt x="698477" y="198340"/>
                  </a:lnTo>
                  <a:lnTo>
                    <a:pt x="697076" y="199185"/>
                  </a:lnTo>
                  <a:lnTo>
                    <a:pt x="690057" y="198523"/>
                  </a:lnTo>
                  <a:lnTo>
                    <a:pt x="687081" y="198242"/>
                  </a:lnTo>
                  <a:lnTo>
                    <a:pt x="686141" y="198153"/>
                  </a:lnTo>
                  <a:lnTo>
                    <a:pt x="681116" y="198620"/>
                  </a:lnTo>
                  <a:lnTo>
                    <a:pt x="672967" y="201675"/>
                  </a:lnTo>
                  <a:lnTo>
                    <a:pt x="670346" y="202658"/>
                  </a:lnTo>
                  <a:lnTo>
                    <a:pt x="668033" y="203525"/>
                  </a:lnTo>
                  <a:lnTo>
                    <a:pt x="667263" y="204165"/>
                  </a:lnTo>
                  <a:lnTo>
                    <a:pt x="666804" y="204547"/>
                  </a:lnTo>
                  <a:lnTo>
                    <a:pt x="666544" y="204762"/>
                  </a:lnTo>
                  <a:lnTo>
                    <a:pt x="664523" y="206442"/>
                  </a:lnTo>
                  <a:lnTo>
                    <a:pt x="660871" y="211515"/>
                  </a:lnTo>
                  <a:lnTo>
                    <a:pt x="660031" y="215892"/>
                  </a:lnTo>
                  <a:lnTo>
                    <a:pt x="658749" y="218228"/>
                  </a:lnTo>
                  <a:lnTo>
                    <a:pt x="655094" y="222445"/>
                  </a:lnTo>
                  <a:lnTo>
                    <a:pt x="653844" y="227892"/>
                  </a:lnTo>
                  <a:lnTo>
                    <a:pt x="652629" y="230387"/>
                  </a:lnTo>
                  <a:lnTo>
                    <a:pt x="648189" y="236638"/>
                  </a:lnTo>
                  <a:lnTo>
                    <a:pt x="647745" y="237263"/>
                  </a:lnTo>
                  <a:lnTo>
                    <a:pt x="643900" y="244470"/>
                  </a:lnTo>
                  <a:lnTo>
                    <a:pt x="643009" y="247533"/>
                  </a:lnTo>
                  <a:lnTo>
                    <a:pt x="641311" y="254957"/>
                  </a:lnTo>
                  <a:lnTo>
                    <a:pt x="640842" y="264896"/>
                  </a:lnTo>
                  <a:lnTo>
                    <a:pt x="638930" y="270206"/>
                  </a:lnTo>
                  <a:lnTo>
                    <a:pt x="638547" y="269888"/>
                  </a:lnTo>
                  <a:lnTo>
                    <a:pt x="634205" y="274197"/>
                  </a:lnTo>
                  <a:lnTo>
                    <a:pt x="628257" y="277790"/>
                  </a:lnTo>
                  <a:lnTo>
                    <a:pt x="621700" y="282274"/>
                  </a:lnTo>
                  <a:lnTo>
                    <a:pt x="617986" y="283225"/>
                  </a:lnTo>
                  <a:lnTo>
                    <a:pt x="613582" y="283470"/>
                  </a:lnTo>
                  <a:lnTo>
                    <a:pt x="609960" y="283906"/>
                  </a:lnTo>
                  <a:lnTo>
                    <a:pt x="605465" y="283516"/>
                  </a:lnTo>
                  <a:lnTo>
                    <a:pt x="600308" y="282203"/>
                  </a:lnTo>
                  <a:lnTo>
                    <a:pt x="596186" y="281470"/>
                  </a:lnTo>
                  <a:lnTo>
                    <a:pt x="590798" y="280535"/>
                  </a:lnTo>
                  <a:lnTo>
                    <a:pt x="585397" y="279962"/>
                  </a:lnTo>
                  <a:lnTo>
                    <a:pt x="581382" y="279393"/>
                  </a:lnTo>
                  <a:lnTo>
                    <a:pt x="576458" y="278677"/>
                  </a:lnTo>
                  <a:lnTo>
                    <a:pt x="571929" y="277989"/>
                  </a:lnTo>
                  <a:lnTo>
                    <a:pt x="566647" y="277003"/>
                  </a:lnTo>
                  <a:lnTo>
                    <a:pt x="562910" y="275918"/>
                  </a:lnTo>
                  <a:lnTo>
                    <a:pt x="559100" y="274827"/>
                  </a:lnTo>
                  <a:lnTo>
                    <a:pt x="556193" y="273823"/>
                  </a:lnTo>
                  <a:lnTo>
                    <a:pt x="552556" y="272734"/>
                  </a:lnTo>
                  <a:lnTo>
                    <a:pt x="549504" y="271109"/>
                  </a:lnTo>
                  <a:lnTo>
                    <a:pt x="547269" y="269679"/>
                  </a:lnTo>
                  <a:lnTo>
                    <a:pt x="546007" y="268873"/>
                  </a:lnTo>
                  <a:lnTo>
                    <a:pt x="542501" y="266709"/>
                  </a:lnTo>
                  <a:lnTo>
                    <a:pt x="539020" y="265025"/>
                  </a:lnTo>
                  <a:lnTo>
                    <a:pt x="535057" y="263498"/>
                  </a:lnTo>
                  <a:lnTo>
                    <a:pt x="530927" y="262355"/>
                  </a:lnTo>
                  <a:lnTo>
                    <a:pt x="527410" y="261631"/>
                  </a:lnTo>
                  <a:lnTo>
                    <a:pt x="522812" y="261640"/>
                  </a:lnTo>
                  <a:lnTo>
                    <a:pt x="518906" y="261627"/>
                  </a:lnTo>
                  <a:lnTo>
                    <a:pt x="514324" y="262347"/>
                  </a:lnTo>
                  <a:lnTo>
                    <a:pt x="504928" y="261041"/>
                  </a:lnTo>
                  <a:lnTo>
                    <a:pt x="499404" y="265170"/>
                  </a:lnTo>
                  <a:lnTo>
                    <a:pt x="492011" y="268254"/>
                  </a:lnTo>
                  <a:lnTo>
                    <a:pt x="489692" y="270165"/>
                  </a:lnTo>
                  <a:lnTo>
                    <a:pt x="487803" y="270746"/>
                  </a:lnTo>
                  <a:lnTo>
                    <a:pt x="484891" y="271642"/>
                  </a:lnTo>
                  <a:lnTo>
                    <a:pt x="484361" y="271964"/>
                  </a:lnTo>
                  <a:lnTo>
                    <a:pt x="483514" y="272479"/>
                  </a:lnTo>
                  <a:lnTo>
                    <a:pt x="482678" y="272988"/>
                  </a:lnTo>
                  <a:lnTo>
                    <a:pt x="479710" y="274794"/>
                  </a:lnTo>
                  <a:lnTo>
                    <a:pt x="479496" y="274923"/>
                  </a:lnTo>
                  <a:lnTo>
                    <a:pt x="477669" y="276035"/>
                  </a:lnTo>
                  <a:lnTo>
                    <a:pt x="477462" y="276161"/>
                  </a:lnTo>
                  <a:lnTo>
                    <a:pt x="476777" y="276577"/>
                  </a:lnTo>
                  <a:lnTo>
                    <a:pt x="476286" y="276876"/>
                  </a:lnTo>
                  <a:lnTo>
                    <a:pt x="476063" y="277012"/>
                  </a:lnTo>
                  <a:lnTo>
                    <a:pt x="474736" y="277819"/>
                  </a:lnTo>
                  <a:lnTo>
                    <a:pt x="473485" y="278580"/>
                  </a:lnTo>
                  <a:lnTo>
                    <a:pt x="473306" y="278689"/>
                  </a:lnTo>
                  <a:lnTo>
                    <a:pt x="470358" y="280482"/>
                  </a:lnTo>
                  <a:lnTo>
                    <a:pt x="467653" y="282120"/>
                  </a:lnTo>
                  <a:lnTo>
                    <a:pt x="464436" y="285424"/>
                  </a:lnTo>
                  <a:lnTo>
                    <a:pt x="464203" y="285864"/>
                  </a:lnTo>
                  <a:lnTo>
                    <a:pt x="462220" y="289614"/>
                  </a:lnTo>
                  <a:lnTo>
                    <a:pt x="461695" y="290607"/>
                  </a:lnTo>
                  <a:lnTo>
                    <a:pt x="461464" y="291045"/>
                  </a:lnTo>
                  <a:lnTo>
                    <a:pt x="461087" y="291758"/>
                  </a:lnTo>
                  <a:lnTo>
                    <a:pt x="460081" y="293660"/>
                  </a:lnTo>
                  <a:lnTo>
                    <a:pt x="450763" y="305458"/>
                  </a:lnTo>
                  <a:lnTo>
                    <a:pt x="448864" y="312659"/>
                  </a:lnTo>
                  <a:lnTo>
                    <a:pt x="441571" y="317215"/>
                  </a:lnTo>
                  <a:lnTo>
                    <a:pt x="433449" y="330599"/>
                  </a:lnTo>
                  <a:lnTo>
                    <a:pt x="432478" y="332275"/>
                  </a:lnTo>
                  <a:lnTo>
                    <a:pt x="430849" y="335084"/>
                  </a:lnTo>
                  <a:lnTo>
                    <a:pt x="428009" y="339984"/>
                  </a:lnTo>
                  <a:lnTo>
                    <a:pt x="425993" y="343462"/>
                  </a:lnTo>
                  <a:lnTo>
                    <a:pt x="417968" y="350674"/>
                  </a:lnTo>
                  <a:lnTo>
                    <a:pt x="403475" y="351669"/>
                  </a:lnTo>
                  <a:lnTo>
                    <a:pt x="400505" y="351910"/>
                  </a:lnTo>
                  <a:lnTo>
                    <a:pt x="388817" y="352859"/>
                  </a:lnTo>
                  <a:lnTo>
                    <a:pt x="387636" y="353000"/>
                  </a:lnTo>
                  <a:lnTo>
                    <a:pt x="386079" y="353144"/>
                  </a:lnTo>
                  <a:lnTo>
                    <a:pt x="385818" y="353164"/>
                  </a:lnTo>
                  <a:lnTo>
                    <a:pt x="385528" y="353187"/>
                  </a:lnTo>
                  <a:lnTo>
                    <a:pt x="375648" y="352167"/>
                  </a:lnTo>
                  <a:lnTo>
                    <a:pt x="367320" y="356730"/>
                  </a:lnTo>
                  <a:lnTo>
                    <a:pt x="364957" y="357489"/>
                  </a:lnTo>
                  <a:lnTo>
                    <a:pt x="361275" y="358672"/>
                  </a:lnTo>
                  <a:lnTo>
                    <a:pt x="348085" y="369839"/>
                  </a:lnTo>
                  <a:lnTo>
                    <a:pt x="340246" y="376192"/>
                  </a:lnTo>
                  <a:lnTo>
                    <a:pt x="329944" y="383507"/>
                  </a:lnTo>
                  <a:lnTo>
                    <a:pt x="313558" y="385660"/>
                  </a:lnTo>
                  <a:lnTo>
                    <a:pt x="308756" y="388446"/>
                  </a:lnTo>
                  <a:lnTo>
                    <a:pt x="303759" y="391344"/>
                  </a:lnTo>
                  <a:lnTo>
                    <a:pt x="294427" y="398201"/>
                  </a:lnTo>
                  <a:lnTo>
                    <a:pt x="288094" y="399568"/>
                  </a:lnTo>
                  <a:lnTo>
                    <a:pt x="275318" y="397474"/>
                  </a:lnTo>
                  <a:lnTo>
                    <a:pt x="268624" y="394144"/>
                  </a:lnTo>
                  <a:lnTo>
                    <a:pt x="265425" y="392167"/>
                  </a:lnTo>
                  <a:lnTo>
                    <a:pt x="262186" y="390038"/>
                  </a:lnTo>
                  <a:lnTo>
                    <a:pt x="246109" y="385529"/>
                  </a:lnTo>
                  <a:lnTo>
                    <a:pt x="241140" y="382533"/>
                  </a:lnTo>
                  <a:lnTo>
                    <a:pt x="228387" y="378457"/>
                  </a:lnTo>
                  <a:lnTo>
                    <a:pt x="231177" y="374492"/>
                  </a:lnTo>
                  <a:lnTo>
                    <a:pt x="235016" y="368852"/>
                  </a:lnTo>
                  <a:lnTo>
                    <a:pt x="234484" y="368743"/>
                  </a:lnTo>
                  <a:lnTo>
                    <a:pt x="234098" y="368664"/>
                  </a:lnTo>
                  <a:lnTo>
                    <a:pt x="231235" y="368080"/>
                  </a:lnTo>
                  <a:lnTo>
                    <a:pt x="231081" y="368048"/>
                  </a:lnTo>
                  <a:lnTo>
                    <a:pt x="230797" y="367991"/>
                  </a:lnTo>
                  <a:lnTo>
                    <a:pt x="229751" y="367777"/>
                  </a:lnTo>
                  <a:lnTo>
                    <a:pt x="228318" y="367485"/>
                  </a:lnTo>
                  <a:lnTo>
                    <a:pt x="227963" y="367412"/>
                  </a:lnTo>
                  <a:lnTo>
                    <a:pt x="227689" y="367356"/>
                  </a:lnTo>
                  <a:lnTo>
                    <a:pt x="224031" y="366610"/>
                  </a:lnTo>
                  <a:lnTo>
                    <a:pt x="220956" y="365983"/>
                  </a:lnTo>
                  <a:lnTo>
                    <a:pt x="220210" y="365830"/>
                  </a:lnTo>
                  <a:lnTo>
                    <a:pt x="218804" y="365544"/>
                  </a:lnTo>
                  <a:lnTo>
                    <a:pt x="216317" y="365036"/>
                  </a:lnTo>
                  <a:lnTo>
                    <a:pt x="216274" y="365271"/>
                  </a:lnTo>
                  <a:lnTo>
                    <a:pt x="216193" y="365715"/>
                  </a:lnTo>
                  <a:lnTo>
                    <a:pt x="216141" y="365999"/>
                  </a:lnTo>
                  <a:lnTo>
                    <a:pt x="215978" y="366895"/>
                  </a:lnTo>
                  <a:lnTo>
                    <a:pt x="212399" y="368111"/>
                  </a:lnTo>
                  <a:lnTo>
                    <a:pt x="207693" y="368845"/>
                  </a:lnTo>
                  <a:lnTo>
                    <a:pt x="201370" y="374102"/>
                  </a:lnTo>
                  <a:lnTo>
                    <a:pt x="195921" y="384558"/>
                  </a:lnTo>
                  <a:lnTo>
                    <a:pt x="189489" y="386063"/>
                  </a:lnTo>
                  <a:lnTo>
                    <a:pt x="187955" y="386422"/>
                  </a:lnTo>
                  <a:lnTo>
                    <a:pt x="172957" y="393041"/>
                  </a:lnTo>
                  <a:lnTo>
                    <a:pt x="161087" y="391937"/>
                  </a:lnTo>
                  <a:lnTo>
                    <a:pt x="142352" y="390650"/>
                  </a:lnTo>
                  <a:lnTo>
                    <a:pt x="133289" y="389145"/>
                  </a:lnTo>
                  <a:lnTo>
                    <a:pt x="130225" y="390561"/>
                  </a:lnTo>
                  <a:lnTo>
                    <a:pt x="126379" y="393632"/>
                  </a:lnTo>
                  <a:lnTo>
                    <a:pt x="123360" y="396976"/>
                  </a:lnTo>
                  <a:lnTo>
                    <a:pt x="117977" y="399346"/>
                  </a:lnTo>
                  <a:lnTo>
                    <a:pt x="116920" y="399811"/>
                  </a:lnTo>
                  <a:lnTo>
                    <a:pt x="108424" y="402625"/>
                  </a:lnTo>
                  <a:lnTo>
                    <a:pt x="100754" y="404956"/>
                  </a:lnTo>
                  <a:lnTo>
                    <a:pt x="92354" y="405305"/>
                  </a:lnTo>
                  <a:lnTo>
                    <a:pt x="88283" y="406355"/>
                  </a:lnTo>
                  <a:lnTo>
                    <a:pt x="86625" y="407486"/>
                  </a:lnTo>
                  <a:lnTo>
                    <a:pt x="84009" y="410923"/>
                  </a:lnTo>
                  <a:lnTo>
                    <a:pt x="80603" y="414671"/>
                  </a:lnTo>
                  <a:lnTo>
                    <a:pt x="78883" y="416267"/>
                  </a:lnTo>
                  <a:lnTo>
                    <a:pt x="70243" y="419691"/>
                  </a:lnTo>
                  <a:lnTo>
                    <a:pt x="68402" y="420420"/>
                  </a:lnTo>
                  <a:lnTo>
                    <a:pt x="60341" y="422530"/>
                  </a:lnTo>
                  <a:lnTo>
                    <a:pt x="55862" y="424506"/>
                  </a:lnTo>
                  <a:lnTo>
                    <a:pt x="51627" y="428044"/>
                  </a:lnTo>
                  <a:lnTo>
                    <a:pt x="51084" y="428498"/>
                  </a:lnTo>
                  <a:lnTo>
                    <a:pt x="49252" y="431564"/>
                  </a:lnTo>
                  <a:lnTo>
                    <a:pt x="45858" y="438812"/>
                  </a:lnTo>
                  <a:lnTo>
                    <a:pt x="43568" y="447634"/>
                  </a:lnTo>
                  <a:lnTo>
                    <a:pt x="40108" y="455833"/>
                  </a:lnTo>
                  <a:lnTo>
                    <a:pt x="39027" y="462153"/>
                  </a:lnTo>
                  <a:lnTo>
                    <a:pt x="37596" y="466412"/>
                  </a:lnTo>
                  <a:lnTo>
                    <a:pt x="37308" y="466791"/>
                  </a:lnTo>
                  <a:lnTo>
                    <a:pt x="33061" y="472368"/>
                  </a:lnTo>
                  <a:lnTo>
                    <a:pt x="27490" y="476960"/>
                  </a:lnTo>
                  <a:lnTo>
                    <a:pt x="27251" y="477156"/>
                  </a:lnTo>
                  <a:lnTo>
                    <a:pt x="21682" y="480397"/>
                  </a:lnTo>
                  <a:lnTo>
                    <a:pt x="16406" y="483519"/>
                  </a:lnTo>
                  <a:lnTo>
                    <a:pt x="13074" y="485960"/>
                  </a:lnTo>
                  <a:lnTo>
                    <a:pt x="11491" y="490017"/>
                  </a:lnTo>
                  <a:lnTo>
                    <a:pt x="12564" y="496790"/>
                  </a:lnTo>
                  <a:lnTo>
                    <a:pt x="14368" y="501005"/>
                  </a:lnTo>
                  <a:lnTo>
                    <a:pt x="15525" y="505391"/>
                  </a:lnTo>
                  <a:lnTo>
                    <a:pt x="20236" y="510282"/>
                  </a:lnTo>
                  <a:lnTo>
                    <a:pt x="24467" y="511647"/>
                  </a:lnTo>
                  <a:lnTo>
                    <a:pt x="38026" y="511925"/>
                  </a:lnTo>
                  <a:lnTo>
                    <a:pt x="51228" y="513150"/>
                  </a:lnTo>
                  <a:lnTo>
                    <a:pt x="58403" y="511962"/>
                  </a:lnTo>
                  <a:lnTo>
                    <a:pt x="70295" y="507516"/>
                  </a:lnTo>
                  <a:lnTo>
                    <a:pt x="71917" y="506910"/>
                  </a:lnTo>
                  <a:lnTo>
                    <a:pt x="79108" y="506785"/>
                  </a:lnTo>
                  <a:lnTo>
                    <a:pt x="88413" y="505629"/>
                  </a:lnTo>
                  <a:lnTo>
                    <a:pt x="91850" y="510240"/>
                  </a:lnTo>
                  <a:lnTo>
                    <a:pt x="94841" y="514216"/>
                  </a:lnTo>
                  <a:lnTo>
                    <a:pt x="101622" y="523615"/>
                  </a:lnTo>
                  <a:lnTo>
                    <a:pt x="105481" y="528962"/>
                  </a:lnTo>
                  <a:lnTo>
                    <a:pt x="113081" y="536807"/>
                  </a:lnTo>
                  <a:lnTo>
                    <a:pt x="115225" y="539020"/>
                  </a:lnTo>
                  <a:lnTo>
                    <a:pt x="127593" y="551787"/>
                  </a:lnTo>
                  <a:lnTo>
                    <a:pt x="127794" y="563026"/>
                  </a:lnTo>
                  <a:lnTo>
                    <a:pt x="125973" y="564595"/>
                  </a:lnTo>
                  <a:lnTo>
                    <a:pt x="124534" y="566272"/>
                  </a:lnTo>
                  <a:lnTo>
                    <a:pt x="116003" y="576218"/>
                  </a:lnTo>
                  <a:lnTo>
                    <a:pt x="115503" y="576795"/>
                  </a:lnTo>
                  <a:lnTo>
                    <a:pt x="107902" y="589884"/>
                  </a:lnTo>
                  <a:lnTo>
                    <a:pt x="99498" y="600607"/>
                  </a:lnTo>
                  <a:lnTo>
                    <a:pt x="82125" y="604416"/>
                  </a:lnTo>
                  <a:lnTo>
                    <a:pt x="73946" y="607280"/>
                  </a:lnTo>
                  <a:lnTo>
                    <a:pt x="70356" y="608244"/>
                  </a:lnTo>
                  <a:lnTo>
                    <a:pt x="65282" y="609608"/>
                  </a:lnTo>
                  <a:lnTo>
                    <a:pt x="62667" y="611093"/>
                  </a:lnTo>
                  <a:lnTo>
                    <a:pt x="56572" y="616641"/>
                  </a:lnTo>
                  <a:lnTo>
                    <a:pt x="54775" y="618277"/>
                  </a:lnTo>
                  <a:lnTo>
                    <a:pt x="54051" y="618938"/>
                  </a:lnTo>
                  <a:lnTo>
                    <a:pt x="53716" y="619244"/>
                  </a:lnTo>
                  <a:lnTo>
                    <a:pt x="52725" y="620149"/>
                  </a:lnTo>
                  <a:lnTo>
                    <a:pt x="49636" y="622954"/>
                  </a:lnTo>
                  <a:lnTo>
                    <a:pt x="46586" y="628080"/>
                  </a:lnTo>
                  <a:lnTo>
                    <a:pt x="41561" y="633575"/>
                  </a:lnTo>
                  <a:lnTo>
                    <a:pt x="40711" y="634493"/>
                  </a:lnTo>
                  <a:lnTo>
                    <a:pt x="37511" y="636996"/>
                  </a:lnTo>
                  <a:lnTo>
                    <a:pt x="32987" y="638876"/>
                  </a:lnTo>
                  <a:lnTo>
                    <a:pt x="28914" y="641969"/>
                  </a:lnTo>
                  <a:lnTo>
                    <a:pt x="17109" y="654685"/>
                  </a:lnTo>
                  <a:lnTo>
                    <a:pt x="10905" y="669680"/>
                  </a:lnTo>
                  <a:lnTo>
                    <a:pt x="10121" y="673529"/>
                  </a:lnTo>
                  <a:lnTo>
                    <a:pt x="10285" y="676649"/>
                  </a:lnTo>
                  <a:lnTo>
                    <a:pt x="10430" y="679263"/>
                  </a:lnTo>
                  <a:lnTo>
                    <a:pt x="9732" y="682076"/>
                  </a:lnTo>
                  <a:lnTo>
                    <a:pt x="6913" y="683602"/>
                  </a:lnTo>
                  <a:lnTo>
                    <a:pt x="5181" y="687656"/>
                  </a:lnTo>
                  <a:lnTo>
                    <a:pt x="4902" y="688310"/>
                  </a:lnTo>
                  <a:lnTo>
                    <a:pt x="4588" y="689045"/>
                  </a:lnTo>
                  <a:lnTo>
                    <a:pt x="4542" y="689280"/>
                  </a:lnTo>
                  <a:lnTo>
                    <a:pt x="4161" y="691268"/>
                  </a:lnTo>
                  <a:lnTo>
                    <a:pt x="3831" y="692988"/>
                  </a:lnTo>
                  <a:lnTo>
                    <a:pt x="0" y="709304"/>
                  </a:lnTo>
                  <a:lnTo>
                    <a:pt x="206" y="710417"/>
                  </a:lnTo>
                  <a:lnTo>
                    <a:pt x="1004" y="714879"/>
                  </a:lnTo>
                  <a:lnTo>
                    <a:pt x="1206" y="716010"/>
                  </a:lnTo>
                  <a:lnTo>
                    <a:pt x="1625" y="726220"/>
                  </a:lnTo>
                  <a:lnTo>
                    <a:pt x="2681" y="728038"/>
                  </a:lnTo>
                  <a:lnTo>
                    <a:pt x="4197" y="730649"/>
                  </a:lnTo>
                  <a:lnTo>
                    <a:pt x="5253" y="732466"/>
                  </a:lnTo>
                  <a:lnTo>
                    <a:pt x="13435" y="741495"/>
                  </a:lnTo>
                  <a:lnTo>
                    <a:pt x="13078" y="743474"/>
                  </a:lnTo>
                  <a:lnTo>
                    <a:pt x="12496" y="746704"/>
                  </a:lnTo>
                  <a:lnTo>
                    <a:pt x="9902" y="755524"/>
                  </a:lnTo>
                  <a:lnTo>
                    <a:pt x="11390" y="764852"/>
                  </a:lnTo>
                  <a:lnTo>
                    <a:pt x="11777" y="767309"/>
                  </a:lnTo>
                  <a:lnTo>
                    <a:pt x="12011" y="768796"/>
                  </a:lnTo>
                  <a:lnTo>
                    <a:pt x="12428" y="771144"/>
                  </a:lnTo>
                  <a:lnTo>
                    <a:pt x="13772" y="778697"/>
                  </a:lnTo>
                  <a:lnTo>
                    <a:pt x="13981" y="779674"/>
                  </a:lnTo>
                  <a:lnTo>
                    <a:pt x="13994" y="779835"/>
                  </a:lnTo>
                  <a:lnTo>
                    <a:pt x="14098" y="781169"/>
                  </a:lnTo>
                  <a:lnTo>
                    <a:pt x="14135" y="781550"/>
                  </a:lnTo>
                  <a:lnTo>
                    <a:pt x="17152" y="781261"/>
                  </a:lnTo>
                  <a:lnTo>
                    <a:pt x="22956" y="794817"/>
                  </a:lnTo>
                  <a:lnTo>
                    <a:pt x="27051" y="793029"/>
                  </a:lnTo>
                  <a:lnTo>
                    <a:pt x="27709" y="794151"/>
                  </a:lnTo>
                  <a:lnTo>
                    <a:pt x="29130" y="796823"/>
                  </a:lnTo>
                  <a:lnTo>
                    <a:pt x="29665" y="798249"/>
                  </a:lnTo>
                  <a:lnTo>
                    <a:pt x="30371" y="800168"/>
                  </a:lnTo>
                  <a:lnTo>
                    <a:pt x="30747" y="801252"/>
                  </a:lnTo>
                  <a:lnTo>
                    <a:pt x="31204" y="802567"/>
                  </a:lnTo>
                  <a:lnTo>
                    <a:pt x="32138" y="807675"/>
                  </a:lnTo>
                  <a:lnTo>
                    <a:pt x="32358" y="808884"/>
                  </a:lnTo>
                  <a:lnTo>
                    <a:pt x="32645" y="810459"/>
                  </a:lnTo>
                  <a:lnTo>
                    <a:pt x="32946" y="812113"/>
                  </a:lnTo>
                  <a:lnTo>
                    <a:pt x="33032" y="813122"/>
                  </a:lnTo>
                  <a:lnTo>
                    <a:pt x="33258" y="817282"/>
                  </a:lnTo>
                  <a:lnTo>
                    <a:pt x="33234" y="818244"/>
                  </a:lnTo>
                  <a:lnTo>
                    <a:pt x="33294" y="819544"/>
                  </a:lnTo>
                  <a:lnTo>
                    <a:pt x="33373" y="821267"/>
                  </a:lnTo>
                  <a:lnTo>
                    <a:pt x="33406" y="822263"/>
                  </a:lnTo>
                  <a:lnTo>
                    <a:pt x="33557" y="825623"/>
                  </a:lnTo>
                  <a:lnTo>
                    <a:pt x="33742" y="828477"/>
                  </a:lnTo>
                  <a:lnTo>
                    <a:pt x="33840" y="829420"/>
                  </a:lnTo>
                  <a:lnTo>
                    <a:pt x="33993" y="830613"/>
                  </a:lnTo>
                  <a:lnTo>
                    <a:pt x="34332" y="832207"/>
                  </a:lnTo>
                  <a:lnTo>
                    <a:pt x="34715" y="834926"/>
                  </a:lnTo>
                  <a:lnTo>
                    <a:pt x="34746" y="835144"/>
                  </a:lnTo>
                  <a:lnTo>
                    <a:pt x="34956" y="836637"/>
                  </a:lnTo>
                  <a:lnTo>
                    <a:pt x="35027" y="837209"/>
                  </a:lnTo>
                  <a:lnTo>
                    <a:pt x="35075" y="837595"/>
                  </a:lnTo>
                  <a:lnTo>
                    <a:pt x="35202" y="838378"/>
                  </a:lnTo>
                  <a:lnTo>
                    <a:pt x="44648" y="839418"/>
                  </a:lnTo>
                  <a:lnTo>
                    <a:pt x="46615" y="839633"/>
                  </a:lnTo>
                  <a:lnTo>
                    <a:pt x="46989" y="839673"/>
                  </a:lnTo>
                  <a:lnTo>
                    <a:pt x="47250" y="839820"/>
                  </a:lnTo>
                  <a:lnTo>
                    <a:pt x="48051" y="840271"/>
                  </a:lnTo>
                  <a:lnTo>
                    <a:pt x="50990" y="842001"/>
                  </a:lnTo>
                  <a:lnTo>
                    <a:pt x="58293" y="846088"/>
                  </a:lnTo>
                  <a:lnTo>
                    <a:pt x="58907" y="846381"/>
                  </a:lnTo>
                  <a:lnTo>
                    <a:pt x="63725" y="848718"/>
                  </a:lnTo>
                  <a:lnTo>
                    <a:pt x="65613" y="849635"/>
                  </a:lnTo>
                  <a:lnTo>
                    <a:pt x="67704" y="849813"/>
                  </a:lnTo>
                  <a:lnTo>
                    <a:pt x="76467" y="850559"/>
                  </a:lnTo>
                  <a:lnTo>
                    <a:pt x="78558" y="850738"/>
                  </a:lnTo>
                  <a:lnTo>
                    <a:pt x="80634" y="851043"/>
                  </a:lnTo>
                  <a:lnTo>
                    <a:pt x="83506" y="851465"/>
                  </a:lnTo>
                  <a:lnTo>
                    <a:pt x="85206" y="851722"/>
                  </a:lnTo>
                  <a:lnTo>
                    <a:pt x="87282" y="852037"/>
                  </a:lnTo>
                  <a:lnTo>
                    <a:pt x="94346" y="854239"/>
                  </a:lnTo>
                  <a:lnTo>
                    <a:pt x="94863" y="854399"/>
                  </a:lnTo>
                  <a:lnTo>
                    <a:pt x="94774" y="854839"/>
                  </a:lnTo>
                  <a:lnTo>
                    <a:pt x="96901" y="855584"/>
                  </a:lnTo>
                  <a:lnTo>
                    <a:pt x="98103" y="855906"/>
                  </a:lnTo>
                  <a:lnTo>
                    <a:pt x="99007" y="856101"/>
                  </a:lnTo>
                  <a:lnTo>
                    <a:pt x="99990" y="856393"/>
                  </a:lnTo>
                  <a:lnTo>
                    <a:pt x="100541" y="856545"/>
                  </a:lnTo>
                  <a:lnTo>
                    <a:pt x="101308" y="856774"/>
                  </a:lnTo>
                  <a:lnTo>
                    <a:pt x="101548" y="856826"/>
                  </a:lnTo>
                  <a:lnTo>
                    <a:pt x="103057" y="857156"/>
                  </a:lnTo>
                  <a:lnTo>
                    <a:pt x="105167" y="857598"/>
                  </a:lnTo>
                  <a:lnTo>
                    <a:pt x="107605" y="858132"/>
                  </a:lnTo>
                  <a:lnTo>
                    <a:pt x="108799" y="858428"/>
                  </a:lnTo>
                  <a:lnTo>
                    <a:pt x="110457" y="858836"/>
                  </a:lnTo>
                  <a:lnTo>
                    <a:pt x="114213" y="860046"/>
                  </a:lnTo>
                  <a:lnTo>
                    <a:pt x="115539" y="860443"/>
                  </a:lnTo>
                  <a:lnTo>
                    <a:pt x="117709" y="861444"/>
                  </a:lnTo>
                  <a:lnTo>
                    <a:pt x="119304" y="862215"/>
                  </a:lnTo>
                  <a:lnTo>
                    <a:pt x="121118" y="863077"/>
                  </a:lnTo>
                  <a:lnTo>
                    <a:pt x="122305" y="863529"/>
                  </a:lnTo>
                  <a:lnTo>
                    <a:pt x="125407" y="864764"/>
                  </a:lnTo>
                  <a:lnTo>
                    <a:pt x="126653" y="865282"/>
                  </a:lnTo>
                  <a:lnTo>
                    <a:pt x="128328" y="865616"/>
                  </a:lnTo>
                  <a:lnTo>
                    <a:pt x="130582" y="866050"/>
                  </a:lnTo>
                  <a:lnTo>
                    <a:pt x="132358" y="866384"/>
                  </a:lnTo>
                  <a:lnTo>
                    <a:pt x="133108" y="866508"/>
                  </a:lnTo>
                  <a:lnTo>
                    <a:pt x="133837" y="866658"/>
                  </a:lnTo>
                  <a:lnTo>
                    <a:pt x="134873" y="867002"/>
                  </a:lnTo>
                  <a:lnTo>
                    <a:pt x="136237" y="867487"/>
                  </a:lnTo>
                  <a:lnTo>
                    <a:pt x="136855" y="867802"/>
                  </a:lnTo>
                  <a:lnTo>
                    <a:pt x="138301" y="868157"/>
                  </a:lnTo>
                  <a:lnTo>
                    <a:pt x="140848" y="868897"/>
                  </a:lnTo>
                  <a:lnTo>
                    <a:pt x="141823" y="869014"/>
                  </a:lnTo>
                  <a:lnTo>
                    <a:pt x="143757" y="869701"/>
                  </a:lnTo>
                  <a:lnTo>
                    <a:pt x="146762" y="870699"/>
                  </a:lnTo>
                  <a:lnTo>
                    <a:pt x="148263" y="871194"/>
                  </a:lnTo>
                  <a:lnTo>
                    <a:pt x="148759" y="871300"/>
                  </a:lnTo>
                  <a:lnTo>
                    <a:pt x="148868" y="871429"/>
                  </a:lnTo>
                  <a:lnTo>
                    <a:pt x="148872" y="872239"/>
                  </a:lnTo>
                  <a:lnTo>
                    <a:pt x="150026" y="872713"/>
                  </a:lnTo>
                  <a:lnTo>
                    <a:pt x="156999" y="875376"/>
                  </a:lnTo>
                  <a:lnTo>
                    <a:pt x="157616" y="875636"/>
                  </a:lnTo>
                  <a:lnTo>
                    <a:pt x="157682" y="875198"/>
                  </a:lnTo>
                  <a:lnTo>
                    <a:pt x="162797" y="877347"/>
                  </a:lnTo>
                  <a:lnTo>
                    <a:pt x="162877" y="877970"/>
                  </a:lnTo>
                  <a:lnTo>
                    <a:pt x="165220" y="878772"/>
                  </a:lnTo>
                  <a:lnTo>
                    <a:pt x="166178" y="878957"/>
                  </a:lnTo>
                  <a:lnTo>
                    <a:pt x="166658" y="878899"/>
                  </a:lnTo>
                  <a:lnTo>
                    <a:pt x="167238" y="878973"/>
                  </a:lnTo>
                  <a:lnTo>
                    <a:pt x="169981" y="879498"/>
                  </a:lnTo>
                  <a:lnTo>
                    <a:pt x="171631" y="879789"/>
                  </a:lnTo>
                  <a:lnTo>
                    <a:pt x="173827" y="880163"/>
                  </a:lnTo>
                  <a:lnTo>
                    <a:pt x="173918" y="879733"/>
                  </a:lnTo>
                  <a:lnTo>
                    <a:pt x="175677" y="880109"/>
                  </a:lnTo>
                  <a:lnTo>
                    <a:pt x="175603" y="879780"/>
                  </a:lnTo>
                  <a:lnTo>
                    <a:pt x="176123" y="879858"/>
                  </a:lnTo>
                  <a:lnTo>
                    <a:pt x="178010" y="880257"/>
                  </a:lnTo>
                  <a:lnTo>
                    <a:pt x="178832" y="880432"/>
                  </a:lnTo>
                  <a:lnTo>
                    <a:pt x="179727" y="880609"/>
                  </a:lnTo>
                  <a:lnTo>
                    <a:pt x="181316" y="880968"/>
                  </a:lnTo>
                  <a:lnTo>
                    <a:pt x="185587" y="881855"/>
                  </a:lnTo>
                  <a:lnTo>
                    <a:pt x="189082" y="882628"/>
                  </a:lnTo>
                  <a:lnTo>
                    <a:pt x="189732" y="882755"/>
                  </a:lnTo>
                  <a:lnTo>
                    <a:pt x="192357" y="883270"/>
                  </a:lnTo>
                  <a:lnTo>
                    <a:pt x="197892" y="883943"/>
                  </a:lnTo>
                  <a:lnTo>
                    <a:pt x="207741" y="885018"/>
                  </a:lnTo>
                  <a:lnTo>
                    <a:pt x="245482" y="889144"/>
                  </a:lnTo>
                  <a:lnTo>
                    <a:pt x="249940" y="890024"/>
                  </a:lnTo>
                  <a:lnTo>
                    <a:pt x="252914" y="890759"/>
                  </a:lnTo>
                  <a:lnTo>
                    <a:pt x="253801" y="891055"/>
                  </a:lnTo>
                  <a:lnTo>
                    <a:pt x="257473" y="892221"/>
                  </a:lnTo>
                  <a:lnTo>
                    <a:pt x="263765" y="894192"/>
                  </a:lnTo>
                  <a:lnTo>
                    <a:pt x="267456" y="895467"/>
                  </a:lnTo>
                  <a:lnTo>
                    <a:pt x="273251" y="897712"/>
                  </a:lnTo>
                  <a:lnTo>
                    <a:pt x="277231" y="899628"/>
                  </a:lnTo>
                  <a:lnTo>
                    <a:pt x="278225" y="900144"/>
                  </a:lnTo>
                  <a:lnTo>
                    <a:pt x="285110" y="903659"/>
                  </a:lnTo>
                  <a:lnTo>
                    <a:pt x="289141" y="905927"/>
                  </a:lnTo>
                  <a:lnTo>
                    <a:pt x="294504" y="908944"/>
                  </a:lnTo>
                  <a:lnTo>
                    <a:pt x="294268" y="909506"/>
                  </a:lnTo>
                  <a:lnTo>
                    <a:pt x="294544" y="909623"/>
                  </a:lnTo>
                  <a:lnTo>
                    <a:pt x="295777" y="910186"/>
                  </a:lnTo>
                  <a:lnTo>
                    <a:pt x="296971" y="910763"/>
                  </a:lnTo>
                  <a:lnTo>
                    <a:pt x="298152" y="911373"/>
                  </a:lnTo>
                  <a:lnTo>
                    <a:pt x="299308" y="912022"/>
                  </a:lnTo>
                  <a:lnTo>
                    <a:pt x="300624" y="912834"/>
                  </a:lnTo>
                  <a:lnTo>
                    <a:pt x="301906" y="913696"/>
                  </a:lnTo>
                  <a:lnTo>
                    <a:pt x="303137" y="914585"/>
                  </a:lnTo>
                  <a:lnTo>
                    <a:pt x="304333" y="915517"/>
                  </a:lnTo>
                  <a:lnTo>
                    <a:pt x="305497" y="916490"/>
                  </a:lnTo>
                  <a:lnTo>
                    <a:pt x="307735" y="918332"/>
                  </a:lnTo>
                  <a:lnTo>
                    <a:pt x="307924" y="918466"/>
                  </a:lnTo>
                  <a:lnTo>
                    <a:pt x="308120" y="918589"/>
                  </a:lnTo>
                  <a:lnTo>
                    <a:pt x="308321" y="918697"/>
                  </a:lnTo>
                  <a:lnTo>
                    <a:pt x="308528" y="918789"/>
                  </a:lnTo>
                  <a:lnTo>
                    <a:pt x="308836" y="918881"/>
                  </a:lnTo>
                  <a:lnTo>
                    <a:pt x="309934" y="919230"/>
                  </a:lnTo>
                  <a:lnTo>
                    <a:pt x="310818" y="919547"/>
                  </a:lnTo>
                  <a:lnTo>
                    <a:pt x="311689" y="919893"/>
                  </a:lnTo>
                  <a:lnTo>
                    <a:pt x="312908" y="920434"/>
                  </a:lnTo>
                  <a:lnTo>
                    <a:pt x="313519" y="920751"/>
                  </a:lnTo>
                  <a:lnTo>
                    <a:pt x="314530" y="921318"/>
                  </a:lnTo>
                  <a:lnTo>
                    <a:pt x="315196" y="921714"/>
                  </a:lnTo>
                  <a:lnTo>
                    <a:pt x="316180" y="922329"/>
                  </a:lnTo>
                  <a:lnTo>
                    <a:pt x="317145" y="922973"/>
                  </a:lnTo>
                  <a:lnTo>
                    <a:pt x="318094" y="923644"/>
                  </a:lnTo>
                  <a:lnTo>
                    <a:pt x="319021" y="924340"/>
                  </a:lnTo>
                  <a:lnTo>
                    <a:pt x="319931" y="925062"/>
                  </a:lnTo>
                  <a:lnTo>
                    <a:pt x="320818" y="925811"/>
                  </a:lnTo>
                  <a:lnTo>
                    <a:pt x="320150" y="929532"/>
                  </a:lnTo>
                  <a:lnTo>
                    <a:pt x="319240" y="935194"/>
                  </a:lnTo>
                  <a:lnTo>
                    <a:pt x="318740" y="938689"/>
                  </a:lnTo>
                  <a:lnTo>
                    <a:pt x="318101" y="943743"/>
                  </a:lnTo>
                  <a:lnTo>
                    <a:pt x="317561" y="948795"/>
                  </a:lnTo>
                  <a:lnTo>
                    <a:pt x="316942" y="955871"/>
                  </a:lnTo>
                  <a:lnTo>
                    <a:pt x="318998" y="956291"/>
                  </a:lnTo>
                  <a:lnTo>
                    <a:pt x="328335" y="958194"/>
                  </a:lnTo>
                  <a:lnTo>
                    <a:pt x="332447" y="959032"/>
                  </a:lnTo>
                  <a:lnTo>
                    <a:pt x="341141" y="960805"/>
                  </a:lnTo>
                  <a:lnTo>
                    <a:pt x="343198" y="961223"/>
                  </a:lnTo>
                  <a:lnTo>
                    <a:pt x="342740" y="963277"/>
                  </a:lnTo>
                  <a:lnTo>
                    <a:pt x="341133" y="970472"/>
                  </a:lnTo>
                  <a:lnTo>
                    <a:pt x="340676" y="972524"/>
                  </a:lnTo>
                  <a:lnTo>
                    <a:pt x="342182" y="973988"/>
                  </a:lnTo>
                  <a:lnTo>
                    <a:pt x="344835" y="976569"/>
                  </a:lnTo>
                  <a:lnTo>
                    <a:pt x="357409" y="986388"/>
                  </a:lnTo>
                  <a:lnTo>
                    <a:pt x="359065" y="987680"/>
                  </a:lnTo>
                  <a:lnTo>
                    <a:pt x="359227" y="987999"/>
                  </a:lnTo>
                  <a:lnTo>
                    <a:pt x="359393" y="988315"/>
                  </a:lnTo>
                  <a:lnTo>
                    <a:pt x="359563" y="988630"/>
                  </a:lnTo>
                  <a:lnTo>
                    <a:pt x="359735" y="988942"/>
                  </a:lnTo>
                  <a:lnTo>
                    <a:pt x="359911" y="989253"/>
                  </a:lnTo>
                  <a:lnTo>
                    <a:pt x="360088" y="989561"/>
                  </a:lnTo>
                  <a:lnTo>
                    <a:pt x="360271" y="989869"/>
                  </a:lnTo>
                  <a:lnTo>
                    <a:pt x="360456" y="990175"/>
                  </a:lnTo>
                  <a:lnTo>
                    <a:pt x="360645" y="990479"/>
                  </a:lnTo>
                  <a:lnTo>
                    <a:pt x="360836" y="990779"/>
                  </a:lnTo>
                  <a:lnTo>
                    <a:pt x="361031" y="991079"/>
                  </a:lnTo>
                  <a:lnTo>
                    <a:pt x="361229" y="991375"/>
                  </a:lnTo>
                  <a:lnTo>
                    <a:pt x="361430" y="991672"/>
                  </a:lnTo>
                  <a:lnTo>
                    <a:pt x="361634" y="991964"/>
                  </a:lnTo>
                  <a:lnTo>
                    <a:pt x="361840" y="992255"/>
                  </a:lnTo>
                  <a:lnTo>
                    <a:pt x="362050" y="992543"/>
                  </a:lnTo>
                  <a:lnTo>
                    <a:pt x="362263" y="992830"/>
                  </a:lnTo>
                  <a:lnTo>
                    <a:pt x="362479" y="993115"/>
                  </a:lnTo>
                  <a:lnTo>
                    <a:pt x="362698" y="993396"/>
                  </a:lnTo>
                  <a:lnTo>
                    <a:pt x="362920" y="993675"/>
                  </a:lnTo>
                  <a:lnTo>
                    <a:pt x="363143" y="993954"/>
                  </a:lnTo>
                  <a:lnTo>
                    <a:pt x="363372" y="994227"/>
                  </a:lnTo>
                  <a:lnTo>
                    <a:pt x="363603" y="994501"/>
                  </a:lnTo>
                  <a:lnTo>
                    <a:pt x="363836" y="994770"/>
                  </a:lnTo>
                  <a:lnTo>
                    <a:pt x="364070" y="995040"/>
                  </a:lnTo>
                  <a:lnTo>
                    <a:pt x="364311" y="995304"/>
                  </a:lnTo>
                  <a:lnTo>
                    <a:pt x="364551" y="995567"/>
                  </a:lnTo>
                  <a:lnTo>
                    <a:pt x="364795" y="995827"/>
                  </a:lnTo>
                  <a:lnTo>
                    <a:pt x="365043" y="996085"/>
                  </a:lnTo>
                  <a:lnTo>
                    <a:pt x="365293" y="996340"/>
                  </a:lnTo>
                  <a:lnTo>
                    <a:pt x="365545" y="996592"/>
                  </a:lnTo>
                  <a:lnTo>
                    <a:pt x="365799" y="996842"/>
                  </a:lnTo>
                  <a:lnTo>
                    <a:pt x="366056" y="997089"/>
                  </a:lnTo>
                  <a:lnTo>
                    <a:pt x="366316" y="997333"/>
                  </a:lnTo>
                  <a:lnTo>
                    <a:pt x="366579" y="997574"/>
                  </a:lnTo>
                  <a:lnTo>
                    <a:pt x="366844" y="997813"/>
                  </a:lnTo>
                  <a:lnTo>
                    <a:pt x="367111" y="998050"/>
                  </a:lnTo>
                  <a:lnTo>
                    <a:pt x="367382" y="998283"/>
                  </a:lnTo>
                  <a:lnTo>
                    <a:pt x="367655" y="998515"/>
                  </a:lnTo>
                  <a:lnTo>
                    <a:pt x="367928" y="998742"/>
                  </a:lnTo>
                  <a:lnTo>
                    <a:pt x="368206" y="998966"/>
                  </a:lnTo>
                  <a:lnTo>
                    <a:pt x="368485" y="999187"/>
                  </a:lnTo>
                  <a:lnTo>
                    <a:pt x="368800" y="999430"/>
                  </a:lnTo>
                  <a:lnTo>
                    <a:pt x="369051" y="999623"/>
                  </a:lnTo>
                  <a:lnTo>
                    <a:pt x="369338" y="999835"/>
                  </a:lnTo>
                  <a:lnTo>
                    <a:pt x="369626" y="1000046"/>
                  </a:lnTo>
                  <a:lnTo>
                    <a:pt x="369916" y="1000252"/>
                  </a:lnTo>
                  <a:lnTo>
                    <a:pt x="370209" y="1000456"/>
                  </a:lnTo>
                  <a:lnTo>
                    <a:pt x="370503" y="1000657"/>
                  </a:lnTo>
                  <a:lnTo>
                    <a:pt x="370801" y="1000856"/>
                  </a:lnTo>
                  <a:lnTo>
                    <a:pt x="371098" y="1001049"/>
                  </a:lnTo>
                  <a:lnTo>
                    <a:pt x="371388" y="1001236"/>
                  </a:lnTo>
                  <a:lnTo>
                    <a:pt x="371625" y="1001399"/>
                  </a:lnTo>
                  <a:lnTo>
                    <a:pt x="371865" y="1001555"/>
                  </a:lnTo>
                  <a:lnTo>
                    <a:pt x="372237" y="1001840"/>
                  </a:lnTo>
                  <a:lnTo>
                    <a:pt x="377012" y="1005489"/>
                  </a:lnTo>
                  <a:lnTo>
                    <a:pt x="380510" y="1007178"/>
                  </a:lnTo>
                  <a:lnTo>
                    <a:pt x="392582" y="1013006"/>
                  </a:lnTo>
                  <a:lnTo>
                    <a:pt x="394473" y="1013919"/>
                  </a:lnTo>
                  <a:lnTo>
                    <a:pt x="395468" y="1014278"/>
                  </a:lnTo>
                  <a:lnTo>
                    <a:pt x="396434" y="1014666"/>
                  </a:lnTo>
                  <a:lnTo>
                    <a:pt x="407359" y="1019049"/>
                  </a:lnTo>
                  <a:lnTo>
                    <a:pt x="409306" y="1019830"/>
                  </a:lnTo>
                  <a:lnTo>
                    <a:pt x="409799" y="1020033"/>
                  </a:lnTo>
                  <a:lnTo>
                    <a:pt x="410289" y="1020237"/>
                  </a:lnTo>
                  <a:lnTo>
                    <a:pt x="410777" y="1020448"/>
                  </a:lnTo>
                  <a:lnTo>
                    <a:pt x="411263" y="1020660"/>
                  </a:lnTo>
                  <a:lnTo>
                    <a:pt x="411750" y="1020874"/>
                  </a:lnTo>
                  <a:lnTo>
                    <a:pt x="412234" y="1021093"/>
                  </a:lnTo>
                  <a:lnTo>
                    <a:pt x="412717" y="1021315"/>
                  </a:lnTo>
                  <a:lnTo>
                    <a:pt x="413199" y="1021541"/>
                  </a:lnTo>
                  <a:lnTo>
                    <a:pt x="413678" y="1021768"/>
                  </a:lnTo>
                  <a:lnTo>
                    <a:pt x="414157" y="1021999"/>
                  </a:lnTo>
                  <a:lnTo>
                    <a:pt x="414634" y="1022234"/>
                  </a:lnTo>
                  <a:lnTo>
                    <a:pt x="415109" y="1022473"/>
                  </a:lnTo>
                  <a:lnTo>
                    <a:pt x="415584" y="1022714"/>
                  </a:lnTo>
                  <a:lnTo>
                    <a:pt x="416057" y="1022957"/>
                  </a:lnTo>
                  <a:lnTo>
                    <a:pt x="416526" y="1023205"/>
                  </a:lnTo>
                  <a:lnTo>
                    <a:pt x="417018" y="1023469"/>
                  </a:lnTo>
                  <a:lnTo>
                    <a:pt x="417462" y="1023709"/>
                  </a:lnTo>
                  <a:lnTo>
                    <a:pt x="417928" y="1023966"/>
                  </a:lnTo>
                  <a:lnTo>
                    <a:pt x="418391" y="1024227"/>
                  </a:lnTo>
                  <a:lnTo>
                    <a:pt x="418853" y="1024489"/>
                  </a:lnTo>
                  <a:lnTo>
                    <a:pt x="419313" y="1024755"/>
                  </a:lnTo>
                  <a:lnTo>
                    <a:pt x="420699" y="1025487"/>
                  </a:lnTo>
                  <a:lnTo>
                    <a:pt x="431003" y="1030918"/>
                  </a:lnTo>
                  <a:lnTo>
                    <a:pt x="434717" y="1032877"/>
                  </a:lnTo>
                  <a:lnTo>
                    <a:pt x="444467" y="1038019"/>
                  </a:lnTo>
                  <a:lnTo>
                    <a:pt x="446325" y="1038998"/>
                  </a:lnTo>
                  <a:lnTo>
                    <a:pt x="455265" y="1034216"/>
                  </a:lnTo>
                  <a:lnTo>
                    <a:pt x="474057" y="1042029"/>
                  </a:lnTo>
                  <a:lnTo>
                    <a:pt x="474933" y="1042392"/>
                  </a:lnTo>
                  <a:lnTo>
                    <a:pt x="477035" y="1043294"/>
                  </a:lnTo>
                  <a:lnTo>
                    <a:pt x="478559" y="1043948"/>
                  </a:lnTo>
                  <a:lnTo>
                    <a:pt x="479129" y="1044193"/>
                  </a:lnTo>
                  <a:lnTo>
                    <a:pt x="483212" y="1045943"/>
                  </a:lnTo>
                  <a:lnTo>
                    <a:pt x="483914" y="1046216"/>
                  </a:lnTo>
                  <a:lnTo>
                    <a:pt x="486098" y="1047128"/>
                  </a:lnTo>
                  <a:lnTo>
                    <a:pt x="486256" y="1047193"/>
                  </a:lnTo>
                  <a:lnTo>
                    <a:pt x="488240" y="1048015"/>
                  </a:lnTo>
                  <a:lnTo>
                    <a:pt x="489853" y="1048684"/>
                  </a:lnTo>
                  <a:lnTo>
                    <a:pt x="491906" y="1049601"/>
                  </a:lnTo>
                  <a:lnTo>
                    <a:pt x="493033" y="1049989"/>
                  </a:lnTo>
                  <a:lnTo>
                    <a:pt x="494168" y="1050358"/>
                  </a:lnTo>
                  <a:lnTo>
                    <a:pt x="494809" y="1050556"/>
                  </a:lnTo>
                  <a:lnTo>
                    <a:pt x="495947" y="1050912"/>
                  </a:lnTo>
                  <a:lnTo>
                    <a:pt x="497091" y="1051248"/>
                  </a:lnTo>
                  <a:lnTo>
                    <a:pt x="498123" y="1051533"/>
                  </a:lnTo>
                  <a:lnTo>
                    <a:pt x="500646" y="1052123"/>
                  </a:lnTo>
                  <a:lnTo>
                    <a:pt x="514044" y="1055258"/>
                  </a:lnTo>
                  <a:lnTo>
                    <a:pt x="506431" y="1061768"/>
                  </a:lnTo>
                  <a:lnTo>
                    <a:pt x="504447" y="1062346"/>
                  </a:lnTo>
                  <a:lnTo>
                    <a:pt x="498659" y="1064325"/>
                  </a:lnTo>
                  <a:lnTo>
                    <a:pt x="498452" y="1064437"/>
                  </a:lnTo>
                  <a:lnTo>
                    <a:pt x="498162" y="1064597"/>
                  </a:lnTo>
                  <a:lnTo>
                    <a:pt x="497874" y="1064764"/>
                  </a:lnTo>
                  <a:lnTo>
                    <a:pt x="497590" y="1064934"/>
                  </a:lnTo>
                  <a:lnTo>
                    <a:pt x="496215" y="1065862"/>
                  </a:lnTo>
                  <a:lnTo>
                    <a:pt x="495950" y="1066063"/>
                  </a:lnTo>
                  <a:lnTo>
                    <a:pt x="495689" y="1066267"/>
                  </a:lnTo>
                  <a:lnTo>
                    <a:pt x="495432" y="1066476"/>
                  </a:lnTo>
                  <a:lnTo>
                    <a:pt x="495176" y="1066688"/>
                  </a:lnTo>
                  <a:lnTo>
                    <a:pt x="494926" y="1066906"/>
                  </a:lnTo>
                  <a:lnTo>
                    <a:pt x="494680" y="1067128"/>
                  </a:lnTo>
                  <a:lnTo>
                    <a:pt x="494438" y="1067355"/>
                  </a:lnTo>
                  <a:lnTo>
                    <a:pt x="494198" y="1067585"/>
                  </a:lnTo>
                  <a:lnTo>
                    <a:pt x="493963" y="1067820"/>
                  </a:lnTo>
                  <a:lnTo>
                    <a:pt x="493798" y="1067992"/>
                  </a:lnTo>
                  <a:lnTo>
                    <a:pt x="492684" y="1069208"/>
                  </a:lnTo>
                  <a:lnTo>
                    <a:pt x="494143" y="1070279"/>
                  </a:lnTo>
                  <a:lnTo>
                    <a:pt x="494551" y="1070569"/>
                  </a:lnTo>
                  <a:lnTo>
                    <a:pt x="496495" y="1071942"/>
                  </a:lnTo>
                  <a:lnTo>
                    <a:pt x="497407" y="1072414"/>
                  </a:lnTo>
                  <a:lnTo>
                    <a:pt x="497651" y="1072548"/>
                  </a:lnTo>
                  <a:lnTo>
                    <a:pt x="497899" y="1072678"/>
                  </a:lnTo>
                  <a:lnTo>
                    <a:pt x="498149" y="1072804"/>
                  </a:lnTo>
                  <a:lnTo>
                    <a:pt x="498398" y="1072928"/>
                  </a:lnTo>
                  <a:lnTo>
                    <a:pt x="498652" y="1073048"/>
                  </a:lnTo>
                  <a:lnTo>
                    <a:pt x="498906" y="1073165"/>
                  </a:lnTo>
                  <a:lnTo>
                    <a:pt x="499161" y="1073278"/>
                  </a:lnTo>
                  <a:lnTo>
                    <a:pt x="499419" y="1073389"/>
                  </a:lnTo>
                  <a:lnTo>
                    <a:pt x="499676" y="1073496"/>
                  </a:lnTo>
                  <a:lnTo>
                    <a:pt x="499936" y="1073599"/>
                  </a:lnTo>
                  <a:lnTo>
                    <a:pt x="500197" y="1073698"/>
                  </a:lnTo>
                  <a:lnTo>
                    <a:pt x="500458" y="1073796"/>
                  </a:lnTo>
                  <a:lnTo>
                    <a:pt x="500723" y="1073889"/>
                  </a:lnTo>
                  <a:lnTo>
                    <a:pt x="500987" y="1073979"/>
                  </a:lnTo>
                  <a:lnTo>
                    <a:pt x="501254" y="1074065"/>
                  </a:lnTo>
                  <a:lnTo>
                    <a:pt x="503023" y="1074679"/>
                  </a:lnTo>
                  <a:lnTo>
                    <a:pt x="506166" y="1075301"/>
                  </a:lnTo>
                  <a:lnTo>
                    <a:pt x="519861" y="1077790"/>
                  </a:lnTo>
                  <a:lnTo>
                    <a:pt x="520099" y="1077829"/>
                  </a:lnTo>
                  <a:lnTo>
                    <a:pt x="520336" y="1077870"/>
                  </a:lnTo>
                  <a:lnTo>
                    <a:pt x="520574" y="1077910"/>
                  </a:lnTo>
                  <a:lnTo>
                    <a:pt x="520811" y="1077952"/>
                  </a:lnTo>
                  <a:lnTo>
                    <a:pt x="521048" y="1077995"/>
                  </a:lnTo>
                  <a:lnTo>
                    <a:pt x="521284" y="1078038"/>
                  </a:lnTo>
                  <a:lnTo>
                    <a:pt x="521521" y="1078082"/>
                  </a:lnTo>
                  <a:lnTo>
                    <a:pt x="521758" y="1078126"/>
                  </a:lnTo>
                  <a:lnTo>
                    <a:pt x="521994" y="1078172"/>
                  </a:lnTo>
                  <a:lnTo>
                    <a:pt x="522230" y="1078218"/>
                  </a:lnTo>
                  <a:lnTo>
                    <a:pt x="522467" y="1078265"/>
                  </a:lnTo>
                  <a:lnTo>
                    <a:pt x="522702" y="1078313"/>
                  </a:lnTo>
                  <a:lnTo>
                    <a:pt x="522938" y="1078361"/>
                  </a:lnTo>
                  <a:lnTo>
                    <a:pt x="523174" y="1078411"/>
                  </a:lnTo>
                  <a:lnTo>
                    <a:pt x="523409" y="1078461"/>
                  </a:lnTo>
                  <a:lnTo>
                    <a:pt x="523645" y="1078511"/>
                  </a:lnTo>
                  <a:lnTo>
                    <a:pt x="523880" y="1078563"/>
                  </a:lnTo>
                  <a:lnTo>
                    <a:pt x="524115" y="1078615"/>
                  </a:lnTo>
                  <a:lnTo>
                    <a:pt x="524350" y="1078668"/>
                  </a:lnTo>
                  <a:lnTo>
                    <a:pt x="524585" y="1078722"/>
                  </a:lnTo>
                  <a:lnTo>
                    <a:pt x="524819" y="1078776"/>
                  </a:lnTo>
                  <a:lnTo>
                    <a:pt x="525053" y="1078832"/>
                  </a:lnTo>
                  <a:lnTo>
                    <a:pt x="525288" y="1078888"/>
                  </a:lnTo>
                  <a:lnTo>
                    <a:pt x="525522" y="1078944"/>
                  </a:lnTo>
                  <a:lnTo>
                    <a:pt x="525755" y="1079002"/>
                  </a:lnTo>
                  <a:lnTo>
                    <a:pt x="525989" y="1079060"/>
                  </a:lnTo>
                  <a:lnTo>
                    <a:pt x="526222" y="1079119"/>
                  </a:lnTo>
                  <a:lnTo>
                    <a:pt x="526456" y="1079179"/>
                  </a:lnTo>
                  <a:lnTo>
                    <a:pt x="526689" y="1079239"/>
                  </a:lnTo>
                  <a:lnTo>
                    <a:pt x="526922" y="1079300"/>
                  </a:lnTo>
                  <a:lnTo>
                    <a:pt x="527154" y="1079362"/>
                  </a:lnTo>
                  <a:lnTo>
                    <a:pt x="527387" y="1079425"/>
                  </a:lnTo>
                  <a:lnTo>
                    <a:pt x="527619" y="1079488"/>
                  </a:lnTo>
                  <a:lnTo>
                    <a:pt x="527851" y="1079552"/>
                  </a:lnTo>
                  <a:lnTo>
                    <a:pt x="528083" y="1079617"/>
                  </a:lnTo>
                  <a:lnTo>
                    <a:pt x="528315" y="1079683"/>
                  </a:lnTo>
                  <a:lnTo>
                    <a:pt x="528546" y="1079749"/>
                  </a:lnTo>
                  <a:lnTo>
                    <a:pt x="528777" y="1079816"/>
                  </a:lnTo>
                  <a:lnTo>
                    <a:pt x="529008" y="1079884"/>
                  </a:lnTo>
                  <a:lnTo>
                    <a:pt x="529239" y="1079953"/>
                  </a:lnTo>
                  <a:lnTo>
                    <a:pt x="529470" y="1080022"/>
                  </a:lnTo>
                  <a:lnTo>
                    <a:pt x="529700" y="1080092"/>
                  </a:lnTo>
                  <a:lnTo>
                    <a:pt x="529930" y="1080163"/>
                  </a:lnTo>
                  <a:lnTo>
                    <a:pt x="530160" y="1080234"/>
                  </a:lnTo>
                  <a:lnTo>
                    <a:pt x="530390" y="1080307"/>
                  </a:lnTo>
                  <a:lnTo>
                    <a:pt x="530619" y="1080380"/>
                  </a:lnTo>
                  <a:lnTo>
                    <a:pt x="530849" y="1080453"/>
                  </a:lnTo>
                  <a:lnTo>
                    <a:pt x="531077" y="1080528"/>
                  </a:lnTo>
                  <a:lnTo>
                    <a:pt x="531306" y="1080603"/>
                  </a:lnTo>
                  <a:lnTo>
                    <a:pt x="531535" y="1080679"/>
                  </a:lnTo>
                  <a:lnTo>
                    <a:pt x="531763" y="1080755"/>
                  </a:lnTo>
                  <a:lnTo>
                    <a:pt x="531991" y="1080833"/>
                  </a:lnTo>
                  <a:lnTo>
                    <a:pt x="532219" y="1080911"/>
                  </a:lnTo>
                  <a:lnTo>
                    <a:pt x="532446" y="1080990"/>
                  </a:lnTo>
                  <a:lnTo>
                    <a:pt x="532674" y="1081069"/>
                  </a:lnTo>
                  <a:lnTo>
                    <a:pt x="532901" y="1081149"/>
                  </a:lnTo>
                  <a:lnTo>
                    <a:pt x="533127" y="1081231"/>
                  </a:lnTo>
                  <a:lnTo>
                    <a:pt x="533354" y="1081312"/>
                  </a:lnTo>
                  <a:lnTo>
                    <a:pt x="533580" y="1081395"/>
                  </a:lnTo>
                  <a:lnTo>
                    <a:pt x="533806" y="1081478"/>
                  </a:lnTo>
                  <a:lnTo>
                    <a:pt x="534032" y="1081562"/>
                  </a:lnTo>
                  <a:lnTo>
                    <a:pt x="534257" y="1081646"/>
                  </a:lnTo>
                  <a:lnTo>
                    <a:pt x="534483" y="1081732"/>
                  </a:lnTo>
                  <a:lnTo>
                    <a:pt x="534708" y="1081818"/>
                  </a:lnTo>
                  <a:lnTo>
                    <a:pt x="534932" y="1081904"/>
                  </a:lnTo>
                  <a:lnTo>
                    <a:pt x="535156" y="1081992"/>
                  </a:lnTo>
                  <a:lnTo>
                    <a:pt x="535381" y="1082080"/>
                  </a:lnTo>
                  <a:lnTo>
                    <a:pt x="535604" y="1082169"/>
                  </a:lnTo>
                  <a:lnTo>
                    <a:pt x="535828" y="1082258"/>
                  </a:lnTo>
                  <a:lnTo>
                    <a:pt x="536051" y="1082349"/>
                  </a:lnTo>
                  <a:lnTo>
                    <a:pt x="536274" y="1082440"/>
                  </a:lnTo>
                  <a:lnTo>
                    <a:pt x="536497" y="1082531"/>
                  </a:lnTo>
                  <a:lnTo>
                    <a:pt x="536719" y="1082624"/>
                  </a:lnTo>
                  <a:lnTo>
                    <a:pt x="536941" y="1082717"/>
                  </a:lnTo>
                  <a:lnTo>
                    <a:pt x="537163" y="1082811"/>
                  </a:lnTo>
                  <a:lnTo>
                    <a:pt x="537384" y="1082905"/>
                  </a:lnTo>
                  <a:lnTo>
                    <a:pt x="537606" y="1083001"/>
                  </a:lnTo>
                  <a:lnTo>
                    <a:pt x="537827" y="1083097"/>
                  </a:lnTo>
                  <a:lnTo>
                    <a:pt x="538047" y="1083193"/>
                  </a:lnTo>
                  <a:lnTo>
                    <a:pt x="538267" y="1083291"/>
                  </a:lnTo>
                  <a:lnTo>
                    <a:pt x="538487" y="1083389"/>
                  </a:lnTo>
                  <a:lnTo>
                    <a:pt x="538707" y="1083488"/>
                  </a:lnTo>
                  <a:lnTo>
                    <a:pt x="538926" y="1083587"/>
                  </a:lnTo>
                  <a:lnTo>
                    <a:pt x="539145" y="1083687"/>
                  </a:lnTo>
                  <a:lnTo>
                    <a:pt x="539364" y="1083788"/>
                  </a:lnTo>
                  <a:lnTo>
                    <a:pt x="539582" y="1083890"/>
                  </a:lnTo>
                  <a:lnTo>
                    <a:pt x="539800" y="1083992"/>
                  </a:lnTo>
                  <a:lnTo>
                    <a:pt x="540018" y="1084095"/>
                  </a:lnTo>
                  <a:lnTo>
                    <a:pt x="540235" y="1084199"/>
                  </a:lnTo>
                  <a:lnTo>
                    <a:pt x="540453" y="1084303"/>
                  </a:lnTo>
                  <a:lnTo>
                    <a:pt x="540669" y="1084408"/>
                  </a:lnTo>
                  <a:lnTo>
                    <a:pt x="540886" y="1084514"/>
                  </a:lnTo>
                  <a:lnTo>
                    <a:pt x="541102" y="1084620"/>
                  </a:lnTo>
                  <a:lnTo>
                    <a:pt x="541318" y="1084727"/>
                  </a:lnTo>
                  <a:lnTo>
                    <a:pt x="541533" y="1084835"/>
                  </a:lnTo>
                  <a:lnTo>
                    <a:pt x="541748" y="1084944"/>
                  </a:lnTo>
                  <a:lnTo>
                    <a:pt x="541963" y="1085053"/>
                  </a:lnTo>
                  <a:lnTo>
                    <a:pt x="542177" y="1085163"/>
                  </a:lnTo>
                  <a:lnTo>
                    <a:pt x="578276" y="1103799"/>
                  </a:lnTo>
                  <a:lnTo>
                    <a:pt x="589900" y="1109809"/>
                  </a:lnTo>
                  <a:lnTo>
                    <a:pt x="590043" y="1109882"/>
                  </a:lnTo>
                  <a:lnTo>
                    <a:pt x="591952" y="1110863"/>
                  </a:lnTo>
                  <a:lnTo>
                    <a:pt x="595980" y="1112925"/>
                  </a:lnTo>
                  <a:lnTo>
                    <a:pt x="596133" y="1113005"/>
                  </a:lnTo>
                  <a:lnTo>
                    <a:pt x="597717" y="1113827"/>
                  </a:lnTo>
                  <a:lnTo>
                    <a:pt x="598175" y="1114063"/>
                  </a:lnTo>
                  <a:lnTo>
                    <a:pt x="601567" y="1115781"/>
                  </a:lnTo>
                  <a:lnTo>
                    <a:pt x="610195" y="1120203"/>
                  </a:lnTo>
                  <a:lnTo>
                    <a:pt x="643038" y="1135335"/>
                  </a:lnTo>
                  <a:lnTo>
                    <a:pt x="672571" y="1135270"/>
                  </a:lnTo>
                  <a:lnTo>
                    <a:pt x="678725" y="1135255"/>
                  </a:lnTo>
                  <a:lnTo>
                    <a:pt x="699478" y="1135199"/>
                  </a:lnTo>
                  <a:lnTo>
                    <a:pt x="745150" y="1135080"/>
                  </a:lnTo>
                  <a:lnTo>
                    <a:pt x="746580" y="1135076"/>
                  </a:lnTo>
                  <a:lnTo>
                    <a:pt x="746580" y="1136893"/>
                  </a:lnTo>
                  <a:lnTo>
                    <a:pt x="746701" y="1192644"/>
                  </a:lnTo>
                  <a:lnTo>
                    <a:pt x="746721" y="1201785"/>
                  </a:lnTo>
                  <a:lnTo>
                    <a:pt x="746727" y="1203888"/>
                  </a:lnTo>
                  <a:lnTo>
                    <a:pt x="762708" y="1203963"/>
                  </a:lnTo>
                  <a:lnTo>
                    <a:pt x="769842" y="1203904"/>
                  </a:lnTo>
                  <a:lnTo>
                    <a:pt x="809729" y="1203838"/>
                  </a:lnTo>
                  <a:lnTo>
                    <a:pt x="833098" y="1208997"/>
                  </a:lnTo>
                  <a:lnTo>
                    <a:pt x="839178" y="1205208"/>
                  </a:lnTo>
                  <a:lnTo>
                    <a:pt x="842680" y="1211072"/>
                  </a:lnTo>
                  <a:lnTo>
                    <a:pt x="878857" y="1219016"/>
                  </a:lnTo>
                  <a:lnTo>
                    <a:pt x="880741" y="1219493"/>
                  </a:lnTo>
                  <a:lnTo>
                    <a:pt x="881172" y="1219590"/>
                  </a:lnTo>
                  <a:lnTo>
                    <a:pt x="882399" y="1219879"/>
                  </a:lnTo>
                  <a:lnTo>
                    <a:pt x="883702" y="1216984"/>
                  </a:lnTo>
                  <a:lnTo>
                    <a:pt x="884650" y="1214858"/>
                  </a:lnTo>
                  <a:lnTo>
                    <a:pt x="884860" y="1214408"/>
                  </a:lnTo>
                  <a:lnTo>
                    <a:pt x="886103" y="1214673"/>
                  </a:lnTo>
                  <a:lnTo>
                    <a:pt x="889584" y="1215413"/>
                  </a:lnTo>
                  <a:lnTo>
                    <a:pt x="891135" y="1215742"/>
                  </a:lnTo>
                  <a:lnTo>
                    <a:pt x="891668" y="1215857"/>
                  </a:lnTo>
                  <a:lnTo>
                    <a:pt x="897252" y="1217066"/>
                  </a:lnTo>
                  <a:lnTo>
                    <a:pt x="904078" y="1218528"/>
                  </a:lnTo>
                  <a:lnTo>
                    <a:pt x="904669" y="1218645"/>
                  </a:lnTo>
                  <a:lnTo>
                    <a:pt x="907285" y="1219179"/>
                  </a:lnTo>
                  <a:lnTo>
                    <a:pt x="907913" y="1215137"/>
                  </a:lnTo>
                  <a:lnTo>
                    <a:pt x="908912" y="1208688"/>
                  </a:lnTo>
                  <a:lnTo>
                    <a:pt x="909597" y="1204856"/>
                  </a:lnTo>
                  <a:lnTo>
                    <a:pt x="915639" y="1205507"/>
                  </a:lnTo>
                  <a:lnTo>
                    <a:pt x="916602" y="1205611"/>
                  </a:lnTo>
                  <a:lnTo>
                    <a:pt x="923663" y="1206396"/>
                  </a:lnTo>
                  <a:lnTo>
                    <a:pt x="931471" y="1207231"/>
                  </a:lnTo>
                  <a:lnTo>
                    <a:pt x="930206" y="1220041"/>
                  </a:lnTo>
                  <a:lnTo>
                    <a:pt x="930079" y="1221330"/>
                  </a:lnTo>
                  <a:lnTo>
                    <a:pt x="928414" y="1230014"/>
                  </a:lnTo>
                  <a:lnTo>
                    <a:pt x="926979" y="1238222"/>
                  </a:lnTo>
                  <a:lnTo>
                    <a:pt x="926698" y="1239805"/>
                  </a:lnTo>
                  <a:lnTo>
                    <a:pt x="926257" y="1242287"/>
                  </a:lnTo>
                  <a:lnTo>
                    <a:pt x="926170" y="1242781"/>
                  </a:lnTo>
                  <a:lnTo>
                    <a:pt x="925883" y="1244392"/>
                  </a:lnTo>
                  <a:lnTo>
                    <a:pt x="931300" y="1244450"/>
                  </a:lnTo>
                  <a:lnTo>
                    <a:pt x="936736" y="1244511"/>
                  </a:lnTo>
                  <a:lnTo>
                    <a:pt x="948905" y="1244676"/>
                  </a:lnTo>
                  <a:lnTo>
                    <a:pt x="950917" y="1244695"/>
                  </a:lnTo>
                  <a:lnTo>
                    <a:pt x="952089" y="1244345"/>
                  </a:lnTo>
                  <a:lnTo>
                    <a:pt x="956527" y="1243017"/>
                  </a:lnTo>
                  <a:lnTo>
                    <a:pt x="960402" y="1241859"/>
                  </a:lnTo>
                  <a:lnTo>
                    <a:pt x="964054" y="1240744"/>
                  </a:lnTo>
                  <a:lnTo>
                    <a:pt x="964479" y="1240626"/>
                  </a:lnTo>
                  <a:lnTo>
                    <a:pt x="964622" y="1240585"/>
                  </a:lnTo>
                  <a:lnTo>
                    <a:pt x="965371" y="1240369"/>
                  </a:lnTo>
                  <a:lnTo>
                    <a:pt x="966576" y="1240020"/>
                  </a:lnTo>
                  <a:lnTo>
                    <a:pt x="966902" y="1239912"/>
                  </a:lnTo>
                  <a:lnTo>
                    <a:pt x="968784" y="1241001"/>
                  </a:lnTo>
                  <a:lnTo>
                    <a:pt x="971653" y="1242675"/>
                  </a:lnTo>
                  <a:lnTo>
                    <a:pt x="973038" y="1243469"/>
                  </a:lnTo>
                  <a:lnTo>
                    <a:pt x="976333" y="1240271"/>
                  </a:lnTo>
                  <a:lnTo>
                    <a:pt x="976879" y="1239741"/>
                  </a:lnTo>
                  <a:lnTo>
                    <a:pt x="977218" y="1239412"/>
                  </a:lnTo>
                  <a:lnTo>
                    <a:pt x="978673" y="1240933"/>
                  </a:lnTo>
                  <a:lnTo>
                    <a:pt x="979121" y="1241401"/>
                  </a:lnTo>
                  <a:lnTo>
                    <a:pt x="982329" y="1244756"/>
                  </a:lnTo>
                  <a:lnTo>
                    <a:pt x="982886" y="1245337"/>
                  </a:lnTo>
                  <a:lnTo>
                    <a:pt x="983038" y="1245241"/>
                  </a:lnTo>
                  <a:lnTo>
                    <a:pt x="983191" y="1245146"/>
                  </a:lnTo>
                  <a:lnTo>
                    <a:pt x="983344" y="1245052"/>
                  </a:lnTo>
                  <a:lnTo>
                    <a:pt x="983651" y="1244865"/>
                  </a:lnTo>
                  <a:lnTo>
                    <a:pt x="983797" y="1244772"/>
                  </a:lnTo>
                  <a:lnTo>
                    <a:pt x="983943" y="1244679"/>
                  </a:lnTo>
                  <a:lnTo>
                    <a:pt x="984088" y="1244585"/>
                  </a:lnTo>
                  <a:lnTo>
                    <a:pt x="984233" y="1244490"/>
                  </a:lnTo>
                  <a:lnTo>
                    <a:pt x="984377" y="1244395"/>
                  </a:lnTo>
                  <a:lnTo>
                    <a:pt x="984665" y="1244202"/>
                  </a:lnTo>
                  <a:lnTo>
                    <a:pt x="984808" y="1244105"/>
                  </a:lnTo>
                  <a:lnTo>
                    <a:pt x="984951" y="1244007"/>
                  </a:lnTo>
                  <a:lnTo>
                    <a:pt x="985093" y="1243909"/>
                  </a:lnTo>
                  <a:lnTo>
                    <a:pt x="985235" y="1243810"/>
                  </a:lnTo>
                  <a:lnTo>
                    <a:pt x="985376" y="1243710"/>
                  </a:lnTo>
                  <a:lnTo>
                    <a:pt x="985517" y="1243610"/>
                  </a:lnTo>
                  <a:lnTo>
                    <a:pt x="985658" y="1243509"/>
                  </a:lnTo>
                  <a:lnTo>
                    <a:pt x="985798" y="1243407"/>
                  </a:lnTo>
                  <a:lnTo>
                    <a:pt x="985938" y="1243305"/>
                  </a:lnTo>
                  <a:lnTo>
                    <a:pt x="986077" y="1243203"/>
                  </a:lnTo>
                  <a:lnTo>
                    <a:pt x="986354" y="1242995"/>
                  </a:lnTo>
                  <a:lnTo>
                    <a:pt x="986492" y="1242891"/>
                  </a:lnTo>
                  <a:lnTo>
                    <a:pt x="986767" y="1242680"/>
                  </a:lnTo>
                  <a:lnTo>
                    <a:pt x="986903" y="1242573"/>
                  </a:lnTo>
                  <a:lnTo>
                    <a:pt x="987039" y="1242467"/>
                  </a:lnTo>
                  <a:lnTo>
                    <a:pt x="987175" y="1242359"/>
                  </a:lnTo>
                  <a:lnTo>
                    <a:pt x="987310" y="1242251"/>
                  </a:lnTo>
                  <a:lnTo>
                    <a:pt x="987445" y="1242142"/>
                  </a:lnTo>
                  <a:lnTo>
                    <a:pt x="987579" y="1242033"/>
                  </a:lnTo>
                  <a:lnTo>
                    <a:pt x="987713" y="1241923"/>
                  </a:lnTo>
                  <a:lnTo>
                    <a:pt x="987979" y="1241701"/>
                  </a:lnTo>
                  <a:lnTo>
                    <a:pt x="988111" y="1241590"/>
                  </a:lnTo>
                  <a:lnTo>
                    <a:pt x="988243" y="1241478"/>
                  </a:lnTo>
                  <a:lnTo>
                    <a:pt x="988374" y="1241365"/>
                  </a:lnTo>
                  <a:lnTo>
                    <a:pt x="988505" y="1241252"/>
                  </a:lnTo>
                  <a:lnTo>
                    <a:pt x="988635" y="1241138"/>
                  </a:lnTo>
                  <a:lnTo>
                    <a:pt x="988894" y="1240908"/>
                  </a:lnTo>
                  <a:lnTo>
                    <a:pt x="989023" y="1240792"/>
                  </a:lnTo>
                  <a:lnTo>
                    <a:pt x="989152" y="1240676"/>
                  </a:lnTo>
                  <a:lnTo>
                    <a:pt x="989279" y="1240560"/>
                  </a:lnTo>
                  <a:lnTo>
                    <a:pt x="990529" y="1239362"/>
                  </a:lnTo>
                  <a:lnTo>
                    <a:pt x="990669" y="1239217"/>
                  </a:lnTo>
                  <a:lnTo>
                    <a:pt x="990945" y="1238926"/>
                  </a:lnTo>
                  <a:lnTo>
                    <a:pt x="991083" y="1238779"/>
                  </a:lnTo>
                  <a:lnTo>
                    <a:pt x="991220" y="1238632"/>
                  </a:lnTo>
                  <a:lnTo>
                    <a:pt x="991492" y="1238336"/>
                  </a:lnTo>
                  <a:lnTo>
                    <a:pt x="991627" y="1238188"/>
                  </a:lnTo>
                  <a:lnTo>
                    <a:pt x="992029" y="1237739"/>
                  </a:lnTo>
                  <a:lnTo>
                    <a:pt x="992162" y="1237588"/>
                  </a:lnTo>
                  <a:lnTo>
                    <a:pt x="992294" y="1237437"/>
                  </a:lnTo>
                  <a:lnTo>
                    <a:pt x="992426" y="1237285"/>
                  </a:lnTo>
                  <a:lnTo>
                    <a:pt x="992557" y="1237133"/>
                  </a:lnTo>
                  <a:lnTo>
                    <a:pt x="992688" y="1236980"/>
                  </a:lnTo>
                  <a:lnTo>
                    <a:pt x="992818" y="1236827"/>
                  </a:lnTo>
                  <a:lnTo>
                    <a:pt x="992948" y="1236673"/>
                  </a:lnTo>
                  <a:lnTo>
                    <a:pt x="993098" y="1236493"/>
                  </a:lnTo>
                  <a:lnTo>
                    <a:pt x="993205" y="1236365"/>
                  </a:lnTo>
                  <a:lnTo>
                    <a:pt x="993459" y="1236054"/>
                  </a:lnTo>
                  <a:lnTo>
                    <a:pt x="993586" y="1235897"/>
                  </a:lnTo>
                  <a:lnTo>
                    <a:pt x="993712" y="1235741"/>
                  </a:lnTo>
                  <a:lnTo>
                    <a:pt x="993962" y="1235426"/>
                  </a:lnTo>
                  <a:lnTo>
                    <a:pt x="994086" y="1235268"/>
                  </a:lnTo>
                  <a:lnTo>
                    <a:pt x="994209" y="1235109"/>
                  </a:lnTo>
                  <a:lnTo>
                    <a:pt x="994332" y="1234950"/>
                  </a:lnTo>
                  <a:lnTo>
                    <a:pt x="994455" y="1234791"/>
                  </a:lnTo>
                  <a:lnTo>
                    <a:pt x="994576" y="1234631"/>
                  </a:lnTo>
                  <a:lnTo>
                    <a:pt x="994697" y="1234470"/>
                  </a:lnTo>
                  <a:lnTo>
                    <a:pt x="994818" y="1234309"/>
                  </a:lnTo>
                  <a:lnTo>
                    <a:pt x="995057" y="1233986"/>
                  </a:lnTo>
                  <a:lnTo>
                    <a:pt x="995175" y="1233824"/>
                  </a:lnTo>
                  <a:lnTo>
                    <a:pt x="995293" y="1233661"/>
                  </a:lnTo>
                  <a:lnTo>
                    <a:pt x="995411" y="1233498"/>
                  </a:lnTo>
                  <a:lnTo>
                    <a:pt x="995527" y="1233334"/>
                  </a:lnTo>
                  <a:lnTo>
                    <a:pt x="995759" y="1233006"/>
                  </a:lnTo>
                  <a:lnTo>
                    <a:pt x="995874" y="1232841"/>
                  </a:lnTo>
                  <a:lnTo>
                    <a:pt x="995988" y="1232675"/>
                  </a:lnTo>
                  <a:lnTo>
                    <a:pt x="996214" y="1232343"/>
                  </a:lnTo>
                  <a:lnTo>
                    <a:pt x="996327" y="1232176"/>
                  </a:lnTo>
                  <a:lnTo>
                    <a:pt x="996438" y="1232009"/>
                  </a:lnTo>
                  <a:lnTo>
                    <a:pt x="996549" y="1231841"/>
                  </a:lnTo>
                  <a:lnTo>
                    <a:pt x="997150" y="1230792"/>
                  </a:lnTo>
                  <a:lnTo>
                    <a:pt x="999539" y="1225428"/>
                  </a:lnTo>
                  <a:lnTo>
                    <a:pt x="999874" y="1224674"/>
                  </a:lnTo>
                  <a:lnTo>
                    <a:pt x="1002483" y="1218203"/>
                  </a:lnTo>
                  <a:lnTo>
                    <a:pt x="1003839" y="1214207"/>
                  </a:lnTo>
                  <a:lnTo>
                    <a:pt x="1003897" y="1213996"/>
                  </a:lnTo>
                  <a:lnTo>
                    <a:pt x="1003953" y="1213785"/>
                  </a:lnTo>
                  <a:lnTo>
                    <a:pt x="1004064" y="1213362"/>
                  </a:lnTo>
                  <a:lnTo>
                    <a:pt x="1004118" y="1213150"/>
                  </a:lnTo>
                  <a:lnTo>
                    <a:pt x="1004171" y="1212938"/>
                  </a:lnTo>
                  <a:lnTo>
                    <a:pt x="1004223" y="1212731"/>
                  </a:lnTo>
                  <a:lnTo>
                    <a:pt x="1004273" y="1212523"/>
                  </a:lnTo>
                  <a:lnTo>
                    <a:pt x="1004323" y="1212315"/>
                  </a:lnTo>
                  <a:lnTo>
                    <a:pt x="1004380" y="1212076"/>
                  </a:lnTo>
                  <a:lnTo>
                    <a:pt x="1004421" y="1211899"/>
                  </a:lnTo>
                  <a:lnTo>
                    <a:pt x="1004468" y="1211691"/>
                  </a:lnTo>
                  <a:lnTo>
                    <a:pt x="1004531" y="1211413"/>
                  </a:lnTo>
                  <a:lnTo>
                    <a:pt x="1004561" y="1211274"/>
                  </a:lnTo>
                  <a:lnTo>
                    <a:pt x="1004607" y="1211065"/>
                  </a:lnTo>
                  <a:lnTo>
                    <a:pt x="1004651" y="1210856"/>
                  </a:lnTo>
                  <a:lnTo>
                    <a:pt x="1004695" y="1210647"/>
                  </a:lnTo>
                  <a:lnTo>
                    <a:pt x="1004738" y="1210438"/>
                  </a:lnTo>
                  <a:lnTo>
                    <a:pt x="1004781" y="1210228"/>
                  </a:lnTo>
                  <a:lnTo>
                    <a:pt x="1004822" y="1210019"/>
                  </a:lnTo>
                  <a:lnTo>
                    <a:pt x="1004863" y="1209809"/>
                  </a:lnTo>
                  <a:lnTo>
                    <a:pt x="1004903" y="1209599"/>
                  </a:lnTo>
                  <a:lnTo>
                    <a:pt x="1004943" y="1209389"/>
                  </a:lnTo>
                  <a:lnTo>
                    <a:pt x="1008042" y="1192681"/>
                  </a:lnTo>
                  <a:lnTo>
                    <a:pt x="1013967" y="1160734"/>
                  </a:lnTo>
                  <a:lnTo>
                    <a:pt x="1013998" y="1160570"/>
                  </a:lnTo>
                  <a:lnTo>
                    <a:pt x="1014030" y="1160405"/>
                  </a:lnTo>
                  <a:lnTo>
                    <a:pt x="1014062" y="1160241"/>
                  </a:lnTo>
                  <a:lnTo>
                    <a:pt x="1014096" y="1160077"/>
                  </a:lnTo>
                  <a:lnTo>
                    <a:pt x="1014130" y="1159912"/>
                  </a:lnTo>
                  <a:lnTo>
                    <a:pt x="1014164" y="1159749"/>
                  </a:lnTo>
                  <a:lnTo>
                    <a:pt x="1014236" y="1159421"/>
                  </a:lnTo>
                  <a:lnTo>
                    <a:pt x="1014349" y="1158932"/>
                  </a:lnTo>
                  <a:lnTo>
                    <a:pt x="1014389" y="1158769"/>
                  </a:lnTo>
                  <a:lnTo>
                    <a:pt x="1014429" y="1158606"/>
                  </a:lnTo>
                  <a:lnTo>
                    <a:pt x="1014469" y="1158444"/>
                  </a:lnTo>
                  <a:lnTo>
                    <a:pt x="1014511" y="1158281"/>
                  </a:lnTo>
                  <a:lnTo>
                    <a:pt x="1014553" y="1158120"/>
                  </a:lnTo>
                  <a:lnTo>
                    <a:pt x="1014596" y="1157958"/>
                  </a:lnTo>
                  <a:lnTo>
                    <a:pt x="1014640" y="1157796"/>
                  </a:lnTo>
                  <a:lnTo>
                    <a:pt x="1014730" y="1157473"/>
                  </a:lnTo>
                  <a:lnTo>
                    <a:pt x="1014774" y="1157319"/>
                  </a:lnTo>
                  <a:lnTo>
                    <a:pt x="1014818" y="1157165"/>
                  </a:lnTo>
                  <a:lnTo>
                    <a:pt x="1014864" y="1157011"/>
                  </a:lnTo>
                  <a:lnTo>
                    <a:pt x="1014910" y="1156857"/>
                  </a:lnTo>
                  <a:lnTo>
                    <a:pt x="1014957" y="1156704"/>
                  </a:lnTo>
                  <a:lnTo>
                    <a:pt x="1015004" y="1156550"/>
                  </a:lnTo>
                  <a:lnTo>
                    <a:pt x="1015052" y="1156397"/>
                  </a:lnTo>
                  <a:lnTo>
                    <a:pt x="1015101" y="1156244"/>
                  </a:lnTo>
                  <a:lnTo>
                    <a:pt x="1015151" y="1156092"/>
                  </a:lnTo>
                  <a:lnTo>
                    <a:pt x="1015201" y="1155939"/>
                  </a:lnTo>
                  <a:lnTo>
                    <a:pt x="1015252" y="1155787"/>
                  </a:lnTo>
                  <a:lnTo>
                    <a:pt x="1015303" y="1155635"/>
                  </a:lnTo>
                  <a:lnTo>
                    <a:pt x="1015490" y="1155593"/>
                  </a:lnTo>
                  <a:lnTo>
                    <a:pt x="1015683" y="1155552"/>
                  </a:lnTo>
                  <a:lnTo>
                    <a:pt x="1015876" y="1155511"/>
                  </a:lnTo>
                  <a:lnTo>
                    <a:pt x="1016456" y="1155394"/>
                  </a:lnTo>
                  <a:lnTo>
                    <a:pt x="1016649" y="1155356"/>
                  </a:lnTo>
                  <a:lnTo>
                    <a:pt x="1016843" y="1155320"/>
                  </a:lnTo>
                  <a:lnTo>
                    <a:pt x="1017037" y="1155284"/>
                  </a:lnTo>
                  <a:lnTo>
                    <a:pt x="1017219" y="1155251"/>
                  </a:lnTo>
                  <a:lnTo>
                    <a:pt x="1017401" y="1155219"/>
                  </a:lnTo>
                  <a:lnTo>
                    <a:pt x="1017583" y="1155188"/>
                  </a:lnTo>
                  <a:lnTo>
                    <a:pt x="1017765" y="1155158"/>
                  </a:lnTo>
                  <a:lnTo>
                    <a:pt x="1017948" y="1155128"/>
                  </a:lnTo>
                  <a:lnTo>
                    <a:pt x="1018130" y="1155099"/>
                  </a:lnTo>
                  <a:lnTo>
                    <a:pt x="1018313" y="1155071"/>
                  </a:lnTo>
                  <a:lnTo>
                    <a:pt x="1018496" y="1155043"/>
                  </a:lnTo>
                  <a:lnTo>
                    <a:pt x="1018689" y="1155015"/>
                  </a:lnTo>
                  <a:lnTo>
                    <a:pt x="1018883" y="1154988"/>
                  </a:lnTo>
                  <a:lnTo>
                    <a:pt x="1019077" y="1154961"/>
                  </a:lnTo>
                  <a:lnTo>
                    <a:pt x="1019271" y="1154936"/>
                  </a:lnTo>
                  <a:lnTo>
                    <a:pt x="1019465" y="1154911"/>
                  </a:lnTo>
                  <a:lnTo>
                    <a:pt x="1019659" y="1154887"/>
                  </a:lnTo>
                  <a:lnTo>
                    <a:pt x="1019840" y="1154865"/>
                  </a:lnTo>
                  <a:lnTo>
                    <a:pt x="1020021" y="1154844"/>
                  </a:lnTo>
                  <a:lnTo>
                    <a:pt x="1020202" y="1154824"/>
                  </a:lnTo>
                  <a:lnTo>
                    <a:pt x="1020383" y="1154804"/>
                  </a:lnTo>
                  <a:lnTo>
                    <a:pt x="1020564" y="1154785"/>
                  </a:lnTo>
                  <a:lnTo>
                    <a:pt x="1020745" y="1154767"/>
                  </a:lnTo>
                  <a:lnTo>
                    <a:pt x="1020927" y="1154750"/>
                  </a:lnTo>
                  <a:lnTo>
                    <a:pt x="1021108" y="1154733"/>
                  </a:lnTo>
                  <a:lnTo>
                    <a:pt x="1021289" y="1154717"/>
                  </a:lnTo>
                  <a:lnTo>
                    <a:pt x="1021471" y="1154702"/>
                  </a:lnTo>
                  <a:lnTo>
                    <a:pt x="1021653" y="1154687"/>
                  </a:lnTo>
                  <a:lnTo>
                    <a:pt x="1021834" y="1154674"/>
                  </a:lnTo>
                  <a:lnTo>
                    <a:pt x="1022016" y="1154660"/>
                  </a:lnTo>
                  <a:lnTo>
                    <a:pt x="1022198" y="1154648"/>
                  </a:lnTo>
                  <a:lnTo>
                    <a:pt x="1022379" y="1154636"/>
                  </a:lnTo>
                  <a:lnTo>
                    <a:pt x="1022561" y="1154626"/>
                  </a:lnTo>
                  <a:lnTo>
                    <a:pt x="1022743" y="1154615"/>
                  </a:lnTo>
                  <a:lnTo>
                    <a:pt x="1022925" y="1154606"/>
                  </a:lnTo>
                  <a:lnTo>
                    <a:pt x="1023107" y="1154597"/>
                  </a:lnTo>
                  <a:lnTo>
                    <a:pt x="1024140" y="1154548"/>
                  </a:lnTo>
                  <a:lnTo>
                    <a:pt x="1039175" y="1153831"/>
                  </a:lnTo>
                  <a:lnTo>
                    <a:pt x="1045881" y="1153512"/>
                  </a:lnTo>
                  <a:lnTo>
                    <a:pt x="1054747" y="1153090"/>
                  </a:lnTo>
                  <a:lnTo>
                    <a:pt x="1064613" y="1152619"/>
                  </a:lnTo>
                  <a:lnTo>
                    <a:pt x="1068955" y="1152412"/>
                  </a:lnTo>
                  <a:lnTo>
                    <a:pt x="1081734" y="1151804"/>
                  </a:lnTo>
                  <a:lnTo>
                    <a:pt x="1083151" y="1151736"/>
                  </a:lnTo>
                  <a:lnTo>
                    <a:pt x="1083664" y="1151711"/>
                  </a:lnTo>
                  <a:lnTo>
                    <a:pt x="1084337" y="1151679"/>
                  </a:lnTo>
                  <a:lnTo>
                    <a:pt x="1084916" y="1149071"/>
                  </a:lnTo>
                  <a:lnTo>
                    <a:pt x="1086443" y="1143431"/>
                  </a:lnTo>
                  <a:lnTo>
                    <a:pt x="1088142" y="1137638"/>
                  </a:lnTo>
                  <a:lnTo>
                    <a:pt x="1090624" y="1130029"/>
                  </a:lnTo>
                  <a:lnTo>
                    <a:pt x="1092991" y="1122573"/>
                  </a:lnTo>
                  <a:lnTo>
                    <a:pt x="1098202" y="1107642"/>
                  </a:lnTo>
                  <a:lnTo>
                    <a:pt x="1101905" y="1097146"/>
                  </a:lnTo>
                  <a:lnTo>
                    <a:pt x="1104253" y="1091010"/>
                  </a:lnTo>
                  <a:lnTo>
                    <a:pt x="1107708" y="1082522"/>
                  </a:lnTo>
                  <a:lnTo>
                    <a:pt x="1109769" y="1077629"/>
                  </a:lnTo>
                  <a:lnTo>
                    <a:pt x="1110246" y="1076576"/>
                  </a:lnTo>
                  <a:lnTo>
                    <a:pt x="1117460" y="1061378"/>
                  </a:lnTo>
                  <a:lnTo>
                    <a:pt x="1127996" y="1039470"/>
                  </a:lnTo>
                  <a:lnTo>
                    <a:pt x="1143379" y="1008692"/>
                  </a:lnTo>
                  <a:lnTo>
                    <a:pt x="1143551" y="1008348"/>
                  </a:lnTo>
                  <a:lnTo>
                    <a:pt x="1145205" y="1004680"/>
                  </a:lnTo>
                  <a:lnTo>
                    <a:pt x="1145770" y="1003428"/>
                  </a:lnTo>
                  <a:lnTo>
                    <a:pt x="1146662" y="1001524"/>
                  </a:lnTo>
                  <a:lnTo>
                    <a:pt x="1147565" y="999625"/>
                  </a:lnTo>
                  <a:lnTo>
                    <a:pt x="1147895" y="998974"/>
                  </a:lnTo>
                  <a:lnTo>
                    <a:pt x="1148229" y="998325"/>
                  </a:lnTo>
                  <a:lnTo>
                    <a:pt x="1148567" y="997676"/>
                  </a:lnTo>
                  <a:lnTo>
                    <a:pt x="1148906" y="997029"/>
                  </a:lnTo>
                  <a:lnTo>
                    <a:pt x="1149252" y="996385"/>
                  </a:lnTo>
                  <a:lnTo>
                    <a:pt x="1149971" y="995103"/>
                  </a:lnTo>
                  <a:lnTo>
                    <a:pt x="1151113" y="993208"/>
                  </a:lnTo>
                  <a:lnTo>
                    <a:pt x="1152678" y="990704"/>
                  </a:lnTo>
                  <a:lnTo>
                    <a:pt x="1154292" y="988236"/>
                  </a:lnTo>
                  <a:lnTo>
                    <a:pt x="1156761" y="984568"/>
                  </a:lnTo>
                  <a:lnTo>
                    <a:pt x="1158401" y="982125"/>
                  </a:lnTo>
                  <a:lnTo>
                    <a:pt x="1160036" y="979677"/>
                  </a:lnTo>
                  <a:lnTo>
                    <a:pt x="1161670" y="977230"/>
                  </a:lnTo>
                  <a:lnTo>
                    <a:pt x="1164929" y="972329"/>
                  </a:lnTo>
                  <a:lnTo>
                    <a:pt x="1166555" y="969874"/>
                  </a:lnTo>
                  <a:lnTo>
                    <a:pt x="1168177" y="967418"/>
                  </a:lnTo>
                  <a:lnTo>
                    <a:pt x="1169796" y="964960"/>
                  </a:lnTo>
                  <a:lnTo>
                    <a:pt x="1171412" y="962502"/>
                  </a:lnTo>
                  <a:lnTo>
                    <a:pt x="1173027" y="960040"/>
                  </a:lnTo>
                  <a:lnTo>
                    <a:pt x="1176244" y="955112"/>
                  </a:lnTo>
                  <a:lnTo>
                    <a:pt x="1179453" y="950174"/>
                  </a:lnTo>
                  <a:lnTo>
                    <a:pt x="1181811" y="946741"/>
                  </a:lnTo>
                  <a:lnTo>
                    <a:pt x="1184121" y="943274"/>
                  </a:lnTo>
                  <a:lnTo>
                    <a:pt x="1186382" y="939774"/>
                  </a:lnTo>
                  <a:lnTo>
                    <a:pt x="1189138" y="935355"/>
                  </a:lnTo>
                  <a:lnTo>
                    <a:pt x="1191286" y="931784"/>
                  </a:lnTo>
                  <a:lnTo>
                    <a:pt x="1193381" y="928183"/>
                  </a:lnTo>
                  <a:lnTo>
                    <a:pt x="1194922" y="925462"/>
                  </a:lnTo>
                  <a:lnTo>
                    <a:pt x="1196928" y="921809"/>
                  </a:lnTo>
                  <a:lnTo>
                    <a:pt x="1198415" y="918990"/>
                  </a:lnTo>
                  <a:lnTo>
                    <a:pt x="1199944" y="916050"/>
                  </a:lnTo>
                  <a:lnTo>
                    <a:pt x="1202552" y="911191"/>
                  </a:lnTo>
                  <a:lnTo>
                    <a:pt x="1204691" y="907331"/>
                  </a:lnTo>
                  <a:lnTo>
                    <a:pt x="1205482" y="905947"/>
                  </a:lnTo>
                  <a:lnTo>
                    <a:pt x="1206879" y="903497"/>
                  </a:lnTo>
                  <a:lnTo>
                    <a:pt x="1209498" y="898377"/>
                  </a:lnTo>
                  <a:lnTo>
                    <a:pt x="1211014" y="895240"/>
                  </a:lnTo>
                  <a:lnTo>
                    <a:pt x="1212990" y="891035"/>
                  </a:lnTo>
                  <a:lnTo>
                    <a:pt x="1214439" y="887865"/>
                  </a:lnTo>
                  <a:lnTo>
                    <a:pt x="1216327" y="883620"/>
                  </a:lnTo>
                  <a:lnTo>
                    <a:pt x="1217708" y="880420"/>
                  </a:lnTo>
                  <a:lnTo>
                    <a:pt x="1219424" y="876281"/>
                  </a:lnTo>
                  <a:lnTo>
                    <a:pt x="1220924" y="872412"/>
                  </a:lnTo>
                  <a:lnTo>
                    <a:pt x="1222335" y="868510"/>
                  </a:lnTo>
                  <a:lnTo>
                    <a:pt x="1223655" y="864577"/>
                  </a:lnTo>
                  <a:lnTo>
                    <a:pt x="1224883" y="860614"/>
                  </a:lnTo>
                  <a:lnTo>
                    <a:pt x="1225802" y="857424"/>
                  </a:lnTo>
                  <a:lnTo>
                    <a:pt x="1226677" y="853889"/>
                  </a:lnTo>
                  <a:lnTo>
                    <a:pt x="1227537" y="849727"/>
                  </a:lnTo>
                  <a:lnTo>
                    <a:pt x="1227949" y="847333"/>
                  </a:lnTo>
                  <a:lnTo>
                    <a:pt x="1228303" y="844930"/>
                  </a:lnTo>
                  <a:lnTo>
                    <a:pt x="1228663" y="841915"/>
                  </a:lnTo>
                  <a:lnTo>
                    <a:pt x="1228973" y="838286"/>
                  </a:lnTo>
                  <a:lnTo>
                    <a:pt x="1229172" y="834039"/>
                  </a:lnTo>
                  <a:lnTo>
                    <a:pt x="1229244" y="830795"/>
                  </a:lnTo>
                  <a:lnTo>
                    <a:pt x="1229228" y="827950"/>
                  </a:lnTo>
                  <a:lnTo>
                    <a:pt x="1228916" y="823215"/>
                  </a:lnTo>
                  <a:lnTo>
                    <a:pt x="1228482" y="819923"/>
                  </a:lnTo>
                  <a:lnTo>
                    <a:pt x="1227683" y="816108"/>
                  </a:lnTo>
                  <a:lnTo>
                    <a:pt x="1227214" y="814163"/>
                  </a:lnTo>
                  <a:lnTo>
                    <a:pt x="1226308" y="810356"/>
                  </a:lnTo>
                  <a:lnTo>
                    <a:pt x="1225821" y="808308"/>
                  </a:lnTo>
                  <a:lnTo>
                    <a:pt x="1223825" y="800389"/>
                  </a:lnTo>
                  <a:lnTo>
                    <a:pt x="1223302" y="798353"/>
                  </a:lnTo>
                  <a:lnTo>
                    <a:pt x="1222574" y="796379"/>
                  </a:lnTo>
                  <a:lnTo>
                    <a:pt x="1217990" y="783970"/>
                  </a:lnTo>
                  <a:lnTo>
                    <a:pt x="1217257" y="781983"/>
                  </a:lnTo>
                  <a:lnTo>
                    <a:pt x="1216487" y="780044"/>
                  </a:lnTo>
                  <a:lnTo>
                    <a:pt x="1211449" y="767126"/>
                  </a:lnTo>
                  <a:lnTo>
                    <a:pt x="1210008" y="763380"/>
                  </a:lnTo>
                  <a:lnTo>
                    <a:pt x="1206908" y="755308"/>
                  </a:lnTo>
                  <a:lnTo>
                    <a:pt x="1205468" y="751561"/>
                  </a:lnTo>
                  <a:lnTo>
                    <a:pt x="1201472" y="741160"/>
                  </a:lnTo>
                  <a:lnTo>
                    <a:pt x="1200032" y="737414"/>
                  </a:lnTo>
                  <a:lnTo>
                    <a:pt x="1196120" y="727234"/>
                  </a:lnTo>
                  <a:lnTo>
                    <a:pt x="1195592" y="725860"/>
                  </a:lnTo>
                  <a:lnTo>
                    <a:pt x="1194843" y="723938"/>
                  </a:lnTo>
                  <a:lnTo>
                    <a:pt x="1191886" y="715543"/>
                  </a:lnTo>
                  <a:lnTo>
                    <a:pt x="1191347" y="714009"/>
                  </a:lnTo>
                  <a:lnTo>
                    <a:pt x="1189521" y="708823"/>
                  </a:lnTo>
                  <a:lnTo>
                    <a:pt x="1188910" y="705165"/>
                  </a:lnTo>
                  <a:lnTo>
                    <a:pt x="1187606" y="695094"/>
                  </a:lnTo>
                  <a:lnTo>
                    <a:pt x="1189971" y="692764"/>
                  </a:lnTo>
                  <a:lnTo>
                    <a:pt x="1189141" y="682813"/>
                  </a:lnTo>
                  <a:lnTo>
                    <a:pt x="1188748" y="678108"/>
                  </a:lnTo>
                  <a:lnTo>
                    <a:pt x="1190368" y="674131"/>
                  </a:lnTo>
                  <a:lnTo>
                    <a:pt x="1189989" y="672206"/>
                  </a:lnTo>
                  <a:lnTo>
                    <a:pt x="1188895" y="666181"/>
                  </a:lnTo>
                  <a:lnTo>
                    <a:pt x="1187445" y="661509"/>
                  </a:lnTo>
                  <a:lnTo>
                    <a:pt x="1186367" y="660618"/>
                  </a:lnTo>
                  <a:lnTo>
                    <a:pt x="1186299" y="660264"/>
                  </a:lnTo>
                  <a:lnTo>
                    <a:pt x="1185979" y="658442"/>
                  </a:lnTo>
                  <a:lnTo>
                    <a:pt x="1185764" y="657267"/>
                  </a:lnTo>
                  <a:lnTo>
                    <a:pt x="1184645" y="651129"/>
                  </a:lnTo>
                  <a:lnTo>
                    <a:pt x="1184116" y="648299"/>
                  </a:lnTo>
                  <a:lnTo>
                    <a:pt x="1183780" y="646898"/>
                  </a:lnTo>
                  <a:lnTo>
                    <a:pt x="1183194" y="645158"/>
                  </a:lnTo>
                  <a:lnTo>
                    <a:pt x="1181231" y="633933"/>
                  </a:lnTo>
                  <a:lnTo>
                    <a:pt x="1179140" y="625741"/>
                  </a:lnTo>
                  <a:lnTo>
                    <a:pt x="1178564" y="625429"/>
                  </a:lnTo>
                  <a:lnTo>
                    <a:pt x="1178220" y="621921"/>
                  </a:lnTo>
                  <a:lnTo>
                    <a:pt x="1177956" y="619538"/>
                  </a:lnTo>
                  <a:lnTo>
                    <a:pt x="1236848" y="590068"/>
                  </a:lnTo>
                  <a:lnTo>
                    <a:pt x="1235857" y="588213"/>
                  </a:lnTo>
                  <a:lnTo>
                    <a:pt x="1227730" y="572997"/>
                  </a:lnTo>
                  <a:lnTo>
                    <a:pt x="1225847" y="569453"/>
                  </a:lnTo>
                  <a:lnTo>
                    <a:pt x="1218687" y="555980"/>
                  </a:lnTo>
                  <a:lnTo>
                    <a:pt x="1216803" y="552436"/>
                  </a:lnTo>
                  <a:lnTo>
                    <a:pt x="1210211" y="540032"/>
                  </a:lnTo>
                  <a:lnTo>
                    <a:pt x="1208330" y="536488"/>
                  </a:lnTo>
                  <a:lnTo>
                    <a:pt x="1202437" y="525399"/>
                  </a:lnTo>
                  <a:lnTo>
                    <a:pt x="1201449" y="523542"/>
                  </a:lnTo>
                  <a:lnTo>
                    <a:pt x="1200464" y="521685"/>
                  </a:lnTo>
                  <a:lnTo>
                    <a:pt x="1186905" y="496171"/>
                  </a:lnTo>
                  <a:lnTo>
                    <a:pt x="1185021" y="492627"/>
                  </a:lnTo>
                  <a:lnTo>
                    <a:pt x="1175545" y="474798"/>
                  </a:lnTo>
                  <a:lnTo>
                    <a:pt x="1173662" y="471254"/>
                  </a:lnTo>
                  <a:lnTo>
                    <a:pt x="1163249" y="451665"/>
                  </a:lnTo>
                  <a:lnTo>
                    <a:pt x="1161367" y="448119"/>
                  </a:lnTo>
                  <a:lnTo>
                    <a:pt x="1151620" y="429781"/>
                  </a:lnTo>
                  <a:lnTo>
                    <a:pt x="1150630" y="427920"/>
                  </a:lnTo>
                  <a:lnTo>
                    <a:pt x="1149643" y="426063"/>
                  </a:lnTo>
                  <a:lnTo>
                    <a:pt x="1144592" y="416544"/>
                  </a:lnTo>
                  <a:lnTo>
                    <a:pt x="1143608" y="414687"/>
                  </a:lnTo>
                  <a:lnTo>
                    <a:pt x="1099805" y="332301"/>
                  </a:lnTo>
                  <a:lnTo>
                    <a:pt x="1049861" y="237053"/>
                  </a:lnTo>
                  <a:lnTo>
                    <a:pt x="1049666" y="236684"/>
                  </a:lnTo>
                  <a:lnTo>
                    <a:pt x="1048251" y="234007"/>
                  </a:lnTo>
                  <a:lnTo>
                    <a:pt x="1046267" y="230299"/>
                  </a:lnTo>
                  <a:lnTo>
                    <a:pt x="1035421" y="210038"/>
                  </a:lnTo>
                  <a:lnTo>
                    <a:pt x="1033437" y="206332"/>
                  </a:lnTo>
                  <a:lnTo>
                    <a:pt x="1016210" y="174152"/>
                  </a:lnTo>
                  <a:close/>
                </a:path>
              </a:pathLst>
            </a:custGeom>
            <a:solidFill>
              <a:srgbClr val="9FCF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g33"/>
            <p:cNvSpPr/>
            <p:nvPr/>
          </p:nvSpPr>
          <p:spPr>
            <a:xfrm>
              <a:off x="4309066" y="2102195"/>
              <a:ext cx="524464" cy="799774"/>
            </a:xfrm>
            <a:custGeom>
              <a:avLst/>
              <a:gdLst/>
              <a:ahLst/>
              <a:cxnLst/>
              <a:rect l="0" t="0" r="0" b="0"/>
              <a:pathLst>
                <a:path w="524464" h="799774">
                  <a:moveTo>
                    <a:pt x="176059" y="29099"/>
                  </a:moveTo>
                  <a:lnTo>
                    <a:pt x="175030" y="27265"/>
                  </a:lnTo>
                  <a:lnTo>
                    <a:pt x="169742" y="17838"/>
                  </a:lnTo>
                  <a:lnTo>
                    <a:pt x="167777" y="14338"/>
                  </a:lnTo>
                  <a:lnTo>
                    <a:pt x="162881" y="5615"/>
                  </a:lnTo>
                  <a:lnTo>
                    <a:pt x="161846" y="3767"/>
                  </a:lnTo>
                  <a:lnTo>
                    <a:pt x="161192" y="2557"/>
                  </a:lnTo>
                  <a:lnTo>
                    <a:pt x="159761" y="0"/>
                  </a:lnTo>
                  <a:lnTo>
                    <a:pt x="100869" y="29470"/>
                  </a:lnTo>
                  <a:lnTo>
                    <a:pt x="101133" y="31852"/>
                  </a:lnTo>
                  <a:lnTo>
                    <a:pt x="101477" y="35361"/>
                  </a:lnTo>
                  <a:lnTo>
                    <a:pt x="102911" y="36799"/>
                  </a:lnTo>
                  <a:lnTo>
                    <a:pt x="104144" y="43865"/>
                  </a:lnTo>
                  <a:lnTo>
                    <a:pt x="106106" y="55089"/>
                  </a:lnTo>
                  <a:lnTo>
                    <a:pt x="106693" y="56829"/>
                  </a:lnTo>
                  <a:lnTo>
                    <a:pt x="107028" y="58231"/>
                  </a:lnTo>
                  <a:lnTo>
                    <a:pt x="107558" y="61061"/>
                  </a:lnTo>
                  <a:lnTo>
                    <a:pt x="108677" y="67199"/>
                  </a:lnTo>
                  <a:lnTo>
                    <a:pt x="108892" y="68373"/>
                  </a:lnTo>
                  <a:lnTo>
                    <a:pt x="109212" y="70195"/>
                  </a:lnTo>
                  <a:lnTo>
                    <a:pt x="109280" y="70549"/>
                  </a:lnTo>
                  <a:lnTo>
                    <a:pt x="111254" y="72843"/>
                  </a:lnTo>
                  <a:lnTo>
                    <a:pt x="111807" y="76112"/>
                  </a:lnTo>
                  <a:lnTo>
                    <a:pt x="112929" y="82138"/>
                  </a:lnTo>
                  <a:lnTo>
                    <a:pt x="112799" y="86327"/>
                  </a:lnTo>
                  <a:lnTo>
                    <a:pt x="111661" y="88039"/>
                  </a:lnTo>
                  <a:lnTo>
                    <a:pt x="112054" y="92745"/>
                  </a:lnTo>
                  <a:lnTo>
                    <a:pt x="112883" y="102696"/>
                  </a:lnTo>
                  <a:lnTo>
                    <a:pt x="110519" y="105025"/>
                  </a:lnTo>
                  <a:lnTo>
                    <a:pt x="111823" y="115096"/>
                  </a:lnTo>
                  <a:lnTo>
                    <a:pt x="112434" y="118754"/>
                  </a:lnTo>
                  <a:lnTo>
                    <a:pt x="114259" y="123941"/>
                  </a:lnTo>
                  <a:lnTo>
                    <a:pt x="114799" y="125474"/>
                  </a:lnTo>
                  <a:lnTo>
                    <a:pt x="117756" y="133869"/>
                  </a:lnTo>
                  <a:lnTo>
                    <a:pt x="118505" y="135791"/>
                  </a:lnTo>
                  <a:lnTo>
                    <a:pt x="119032" y="137166"/>
                  </a:lnTo>
                  <a:lnTo>
                    <a:pt x="122944" y="147346"/>
                  </a:lnTo>
                  <a:lnTo>
                    <a:pt x="124385" y="151092"/>
                  </a:lnTo>
                  <a:lnTo>
                    <a:pt x="128381" y="161493"/>
                  </a:lnTo>
                  <a:lnTo>
                    <a:pt x="129821" y="165239"/>
                  </a:lnTo>
                  <a:lnTo>
                    <a:pt x="132921" y="173311"/>
                  </a:lnTo>
                  <a:lnTo>
                    <a:pt x="134362" y="177058"/>
                  </a:lnTo>
                  <a:lnTo>
                    <a:pt x="139399" y="189976"/>
                  </a:lnTo>
                  <a:lnTo>
                    <a:pt x="140169" y="191915"/>
                  </a:lnTo>
                  <a:lnTo>
                    <a:pt x="140903" y="193902"/>
                  </a:lnTo>
                  <a:lnTo>
                    <a:pt x="145487" y="206311"/>
                  </a:lnTo>
                  <a:lnTo>
                    <a:pt x="146214" y="208284"/>
                  </a:lnTo>
                  <a:lnTo>
                    <a:pt x="146738" y="210321"/>
                  </a:lnTo>
                  <a:lnTo>
                    <a:pt x="148734" y="218239"/>
                  </a:lnTo>
                  <a:lnTo>
                    <a:pt x="149221" y="220287"/>
                  </a:lnTo>
                  <a:lnTo>
                    <a:pt x="150127" y="224095"/>
                  </a:lnTo>
                  <a:lnTo>
                    <a:pt x="150595" y="226039"/>
                  </a:lnTo>
                  <a:lnTo>
                    <a:pt x="151395" y="229854"/>
                  </a:lnTo>
                  <a:lnTo>
                    <a:pt x="151828" y="233147"/>
                  </a:lnTo>
                  <a:lnTo>
                    <a:pt x="152141" y="237881"/>
                  </a:lnTo>
                  <a:lnTo>
                    <a:pt x="152157" y="240726"/>
                  </a:lnTo>
                  <a:lnTo>
                    <a:pt x="152085" y="243971"/>
                  </a:lnTo>
                  <a:lnTo>
                    <a:pt x="151886" y="248218"/>
                  </a:lnTo>
                  <a:lnTo>
                    <a:pt x="151575" y="251846"/>
                  </a:lnTo>
                  <a:lnTo>
                    <a:pt x="151215" y="254862"/>
                  </a:lnTo>
                  <a:lnTo>
                    <a:pt x="150861" y="257265"/>
                  </a:lnTo>
                  <a:lnTo>
                    <a:pt x="150450" y="259658"/>
                  </a:lnTo>
                  <a:lnTo>
                    <a:pt x="149590" y="263820"/>
                  </a:lnTo>
                  <a:lnTo>
                    <a:pt x="148715" y="267355"/>
                  </a:lnTo>
                  <a:lnTo>
                    <a:pt x="147796" y="270546"/>
                  </a:lnTo>
                  <a:lnTo>
                    <a:pt x="146567" y="274509"/>
                  </a:lnTo>
                  <a:lnTo>
                    <a:pt x="145248" y="278442"/>
                  </a:lnTo>
                  <a:lnTo>
                    <a:pt x="143836" y="282343"/>
                  </a:lnTo>
                  <a:lnTo>
                    <a:pt x="142337" y="286213"/>
                  </a:lnTo>
                  <a:lnTo>
                    <a:pt x="140621" y="290351"/>
                  </a:lnTo>
                  <a:lnTo>
                    <a:pt x="139240" y="293551"/>
                  </a:lnTo>
                  <a:lnTo>
                    <a:pt x="137352" y="297797"/>
                  </a:lnTo>
                  <a:lnTo>
                    <a:pt x="135903" y="300967"/>
                  </a:lnTo>
                  <a:lnTo>
                    <a:pt x="133927" y="305172"/>
                  </a:lnTo>
                  <a:lnTo>
                    <a:pt x="132411" y="308309"/>
                  </a:lnTo>
                  <a:lnTo>
                    <a:pt x="129792" y="313428"/>
                  </a:lnTo>
                  <a:lnTo>
                    <a:pt x="128394" y="315879"/>
                  </a:lnTo>
                  <a:lnTo>
                    <a:pt x="127604" y="317263"/>
                  </a:lnTo>
                  <a:lnTo>
                    <a:pt x="125464" y="321122"/>
                  </a:lnTo>
                  <a:lnTo>
                    <a:pt x="122857" y="325982"/>
                  </a:lnTo>
                  <a:lnTo>
                    <a:pt x="121328" y="328922"/>
                  </a:lnTo>
                  <a:lnTo>
                    <a:pt x="119841" y="331741"/>
                  </a:lnTo>
                  <a:lnTo>
                    <a:pt x="117834" y="335394"/>
                  </a:lnTo>
                  <a:lnTo>
                    <a:pt x="116294" y="338114"/>
                  </a:lnTo>
                  <a:lnTo>
                    <a:pt x="114198" y="341716"/>
                  </a:lnTo>
                  <a:lnTo>
                    <a:pt x="112051" y="345286"/>
                  </a:lnTo>
                  <a:lnTo>
                    <a:pt x="109295" y="349706"/>
                  </a:lnTo>
                  <a:lnTo>
                    <a:pt x="107033" y="353206"/>
                  </a:lnTo>
                  <a:lnTo>
                    <a:pt x="104724" y="356673"/>
                  </a:lnTo>
                  <a:lnTo>
                    <a:pt x="102365" y="360106"/>
                  </a:lnTo>
                  <a:lnTo>
                    <a:pt x="99157" y="365043"/>
                  </a:lnTo>
                  <a:lnTo>
                    <a:pt x="95939" y="369971"/>
                  </a:lnTo>
                  <a:lnTo>
                    <a:pt x="94325" y="372433"/>
                  </a:lnTo>
                  <a:lnTo>
                    <a:pt x="92708" y="374892"/>
                  </a:lnTo>
                  <a:lnTo>
                    <a:pt x="91090" y="377350"/>
                  </a:lnTo>
                  <a:lnTo>
                    <a:pt x="89468" y="379806"/>
                  </a:lnTo>
                  <a:lnTo>
                    <a:pt x="87842" y="382260"/>
                  </a:lnTo>
                  <a:lnTo>
                    <a:pt x="84582" y="387161"/>
                  </a:lnTo>
                  <a:lnTo>
                    <a:pt x="82949" y="389608"/>
                  </a:lnTo>
                  <a:lnTo>
                    <a:pt x="81313" y="392057"/>
                  </a:lnTo>
                  <a:lnTo>
                    <a:pt x="79674" y="394500"/>
                  </a:lnTo>
                  <a:lnTo>
                    <a:pt x="77205" y="398168"/>
                  </a:lnTo>
                  <a:lnTo>
                    <a:pt x="75590" y="400636"/>
                  </a:lnTo>
                  <a:lnTo>
                    <a:pt x="74025" y="403140"/>
                  </a:lnTo>
                  <a:lnTo>
                    <a:pt x="72884" y="405034"/>
                  </a:lnTo>
                  <a:lnTo>
                    <a:pt x="72165" y="406317"/>
                  </a:lnTo>
                  <a:lnTo>
                    <a:pt x="71819" y="406961"/>
                  </a:lnTo>
                  <a:lnTo>
                    <a:pt x="71479" y="407607"/>
                  </a:lnTo>
                  <a:lnTo>
                    <a:pt x="71142" y="408257"/>
                  </a:lnTo>
                  <a:lnTo>
                    <a:pt x="70808" y="408905"/>
                  </a:lnTo>
                  <a:lnTo>
                    <a:pt x="70477" y="409557"/>
                  </a:lnTo>
                  <a:lnTo>
                    <a:pt x="69575" y="411455"/>
                  </a:lnTo>
                  <a:lnTo>
                    <a:pt x="68683" y="413359"/>
                  </a:lnTo>
                  <a:lnTo>
                    <a:pt x="68118" y="414612"/>
                  </a:lnTo>
                  <a:lnTo>
                    <a:pt x="66463" y="418280"/>
                  </a:lnTo>
                  <a:lnTo>
                    <a:pt x="66291" y="418624"/>
                  </a:lnTo>
                  <a:lnTo>
                    <a:pt x="50908" y="449402"/>
                  </a:lnTo>
                  <a:lnTo>
                    <a:pt x="40373" y="471310"/>
                  </a:lnTo>
                  <a:lnTo>
                    <a:pt x="33159" y="486508"/>
                  </a:lnTo>
                  <a:lnTo>
                    <a:pt x="32682" y="487561"/>
                  </a:lnTo>
                  <a:lnTo>
                    <a:pt x="30620" y="492453"/>
                  </a:lnTo>
                  <a:lnTo>
                    <a:pt x="27166" y="500941"/>
                  </a:lnTo>
                  <a:lnTo>
                    <a:pt x="24818" y="507078"/>
                  </a:lnTo>
                  <a:lnTo>
                    <a:pt x="21115" y="517574"/>
                  </a:lnTo>
                  <a:lnTo>
                    <a:pt x="15904" y="532505"/>
                  </a:lnTo>
                  <a:lnTo>
                    <a:pt x="13536" y="539961"/>
                  </a:lnTo>
                  <a:lnTo>
                    <a:pt x="11055" y="547570"/>
                  </a:lnTo>
                  <a:lnTo>
                    <a:pt x="9356" y="553363"/>
                  </a:lnTo>
                  <a:lnTo>
                    <a:pt x="7828" y="559003"/>
                  </a:lnTo>
                  <a:lnTo>
                    <a:pt x="7250" y="561611"/>
                  </a:lnTo>
                  <a:lnTo>
                    <a:pt x="7084" y="562362"/>
                  </a:lnTo>
                  <a:lnTo>
                    <a:pt x="6589" y="564534"/>
                  </a:lnTo>
                  <a:lnTo>
                    <a:pt x="6486" y="564993"/>
                  </a:lnTo>
                  <a:lnTo>
                    <a:pt x="6384" y="565452"/>
                  </a:lnTo>
                  <a:lnTo>
                    <a:pt x="6283" y="565912"/>
                  </a:lnTo>
                  <a:lnTo>
                    <a:pt x="6182" y="566371"/>
                  </a:lnTo>
                  <a:lnTo>
                    <a:pt x="6082" y="566831"/>
                  </a:lnTo>
                  <a:lnTo>
                    <a:pt x="5983" y="567291"/>
                  </a:lnTo>
                  <a:lnTo>
                    <a:pt x="5885" y="567751"/>
                  </a:lnTo>
                  <a:lnTo>
                    <a:pt x="5787" y="568212"/>
                  </a:lnTo>
                  <a:lnTo>
                    <a:pt x="5690" y="568672"/>
                  </a:lnTo>
                  <a:lnTo>
                    <a:pt x="5594" y="569133"/>
                  </a:lnTo>
                  <a:lnTo>
                    <a:pt x="5499" y="569594"/>
                  </a:lnTo>
                  <a:lnTo>
                    <a:pt x="5404" y="570055"/>
                  </a:lnTo>
                  <a:lnTo>
                    <a:pt x="5310" y="570515"/>
                  </a:lnTo>
                  <a:lnTo>
                    <a:pt x="5217" y="570977"/>
                  </a:lnTo>
                  <a:lnTo>
                    <a:pt x="5125" y="571438"/>
                  </a:lnTo>
                  <a:lnTo>
                    <a:pt x="5084" y="571646"/>
                  </a:lnTo>
                  <a:lnTo>
                    <a:pt x="5033" y="571900"/>
                  </a:lnTo>
                  <a:lnTo>
                    <a:pt x="4943" y="572361"/>
                  </a:lnTo>
                  <a:lnTo>
                    <a:pt x="4883" y="572665"/>
                  </a:lnTo>
                  <a:lnTo>
                    <a:pt x="4853" y="572823"/>
                  </a:lnTo>
                  <a:lnTo>
                    <a:pt x="4763" y="573285"/>
                  </a:lnTo>
                  <a:lnTo>
                    <a:pt x="4675" y="573747"/>
                  </a:lnTo>
                  <a:lnTo>
                    <a:pt x="4587" y="574210"/>
                  </a:lnTo>
                  <a:lnTo>
                    <a:pt x="4494" y="574705"/>
                  </a:lnTo>
                  <a:lnTo>
                    <a:pt x="4414" y="575135"/>
                  </a:lnTo>
                  <a:lnTo>
                    <a:pt x="4328" y="575597"/>
                  </a:lnTo>
                  <a:lnTo>
                    <a:pt x="4305" y="575726"/>
                  </a:lnTo>
                  <a:lnTo>
                    <a:pt x="4243" y="576060"/>
                  </a:lnTo>
                  <a:lnTo>
                    <a:pt x="4159" y="576523"/>
                  </a:lnTo>
                  <a:lnTo>
                    <a:pt x="4076" y="576986"/>
                  </a:lnTo>
                  <a:lnTo>
                    <a:pt x="4029" y="577254"/>
                  </a:lnTo>
                  <a:lnTo>
                    <a:pt x="3994" y="577449"/>
                  </a:lnTo>
                  <a:lnTo>
                    <a:pt x="3912" y="577913"/>
                  </a:lnTo>
                  <a:lnTo>
                    <a:pt x="3831" y="578376"/>
                  </a:lnTo>
                  <a:lnTo>
                    <a:pt x="3751" y="578840"/>
                  </a:lnTo>
                  <a:lnTo>
                    <a:pt x="3672" y="579304"/>
                  </a:lnTo>
                  <a:lnTo>
                    <a:pt x="3584" y="579818"/>
                  </a:lnTo>
                  <a:lnTo>
                    <a:pt x="3515" y="580232"/>
                  </a:lnTo>
                  <a:lnTo>
                    <a:pt x="3438" y="580696"/>
                  </a:lnTo>
                  <a:lnTo>
                    <a:pt x="3361" y="581160"/>
                  </a:lnTo>
                  <a:lnTo>
                    <a:pt x="3285" y="581625"/>
                  </a:lnTo>
                  <a:lnTo>
                    <a:pt x="3260" y="581781"/>
                  </a:lnTo>
                  <a:lnTo>
                    <a:pt x="3233" y="581949"/>
                  </a:lnTo>
                  <a:lnTo>
                    <a:pt x="3211" y="582089"/>
                  </a:lnTo>
                  <a:lnTo>
                    <a:pt x="3136" y="582554"/>
                  </a:lnTo>
                  <a:lnTo>
                    <a:pt x="3063" y="583019"/>
                  </a:lnTo>
                  <a:lnTo>
                    <a:pt x="2990" y="583484"/>
                  </a:lnTo>
                  <a:lnTo>
                    <a:pt x="2919" y="583949"/>
                  </a:lnTo>
                  <a:lnTo>
                    <a:pt x="2848" y="584414"/>
                  </a:lnTo>
                  <a:lnTo>
                    <a:pt x="2815" y="584630"/>
                  </a:lnTo>
                  <a:lnTo>
                    <a:pt x="2777" y="584879"/>
                  </a:lnTo>
                  <a:lnTo>
                    <a:pt x="2736" y="585152"/>
                  </a:lnTo>
                  <a:lnTo>
                    <a:pt x="2708" y="585344"/>
                  </a:lnTo>
                  <a:lnTo>
                    <a:pt x="2639" y="585810"/>
                  </a:lnTo>
                  <a:lnTo>
                    <a:pt x="2571" y="586276"/>
                  </a:lnTo>
                  <a:lnTo>
                    <a:pt x="2504" y="586741"/>
                  </a:lnTo>
                  <a:lnTo>
                    <a:pt x="2437" y="587207"/>
                  </a:lnTo>
                  <a:lnTo>
                    <a:pt x="2371" y="587673"/>
                  </a:lnTo>
                  <a:lnTo>
                    <a:pt x="2347" y="587845"/>
                  </a:lnTo>
                  <a:lnTo>
                    <a:pt x="2306" y="588139"/>
                  </a:lnTo>
                  <a:lnTo>
                    <a:pt x="2242" y="588605"/>
                  </a:lnTo>
                  <a:lnTo>
                    <a:pt x="2179" y="589071"/>
                  </a:lnTo>
                  <a:lnTo>
                    <a:pt x="2116" y="589538"/>
                  </a:lnTo>
                  <a:lnTo>
                    <a:pt x="2054" y="590004"/>
                  </a:lnTo>
                  <a:lnTo>
                    <a:pt x="1993" y="590471"/>
                  </a:lnTo>
                  <a:lnTo>
                    <a:pt x="1932" y="590937"/>
                  </a:lnTo>
                  <a:lnTo>
                    <a:pt x="1873" y="591404"/>
                  </a:lnTo>
                  <a:lnTo>
                    <a:pt x="1814" y="591871"/>
                  </a:lnTo>
                  <a:lnTo>
                    <a:pt x="1756" y="592338"/>
                  </a:lnTo>
                  <a:lnTo>
                    <a:pt x="1698" y="592805"/>
                  </a:lnTo>
                  <a:lnTo>
                    <a:pt x="1642" y="593272"/>
                  </a:lnTo>
                  <a:lnTo>
                    <a:pt x="1586" y="593739"/>
                  </a:lnTo>
                  <a:lnTo>
                    <a:pt x="1563" y="593934"/>
                  </a:lnTo>
                  <a:lnTo>
                    <a:pt x="1531" y="594207"/>
                  </a:lnTo>
                  <a:lnTo>
                    <a:pt x="1477" y="594674"/>
                  </a:lnTo>
                  <a:lnTo>
                    <a:pt x="1423" y="595142"/>
                  </a:lnTo>
                  <a:lnTo>
                    <a:pt x="1370" y="595609"/>
                  </a:lnTo>
                  <a:lnTo>
                    <a:pt x="1318" y="596077"/>
                  </a:lnTo>
                  <a:lnTo>
                    <a:pt x="1285" y="596385"/>
                  </a:lnTo>
                  <a:lnTo>
                    <a:pt x="1267" y="596545"/>
                  </a:lnTo>
                  <a:lnTo>
                    <a:pt x="1217" y="597013"/>
                  </a:lnTo>
                  <a:lnTo>
                    <a:pt x="1167" y="597481"/>
                  </a:lnTo>
                  <a:lnTo>
                    <a:pt x="1118" y="597949"/>
                  </a:lnTo>
                  <a:lnTo>
                    <a:pt x="1070" y="598417"/>
                  </a:lnTo>
                  <a:lnTo>
                    <a:pt x="1023" y="598885"/>
                  </a:lnTo>
                  <a:lnTo>
                    <a:pt x="976" y="599353"/>
                  </a:lnTo>
                  <a:lnTo>
                    <a:pt x="943" y="599692"/>
                  </a:lnTo>
                  <a:lnTo>
                    <a:pt x="930" y="599821"/>
                  </a:lnTo>
                  <a:lnTo>
                    <a:pt x="874" y="600407"/>
                  </a:lnTo>
                  <a:lnTo>
                    <a:pt x="841" y="600758"/>
                  </a:lnTo>
                  <a:lnTo>
                    <a:pt x="797" y="601227"/>
                  </a:lnTo>
                  <a:lnTo>
                    <a:pt x="754" y="601695"/>
                  </a:lnTo>
                  <a:lnTo>
                    <a:pt x="712" y="602164"/>
                  </a:lnTo>
                  <a:lnTo>
                    <a:pt x="671" y="602633"/>
                  </a:lnTo>
                  <a:lnTo>
                    <a:pt x="630" y="603105"/>
                  </a:lnTo>
                  <a:lnTo>
                    <a:pt x="590" y="603578"/>
                  </a:lnTo>
                  <a:lnTo>
                    <a:pt x="550" y="604050"/>
                  </a:lnTo>
                  <a:lnTo>
                    <a:pt x="512" y="604523"/>
                  </a:lnTo>
                  <a:lnTo>
                    <a:pt x="474" y="604996"/>
                  </a:lnTo>
                  <a:lnTo>
                    <a:pt x="438" y="605469"/>
                  </a:lnTo>
                  <a:lnTo>
                    <a:pt x="401" y="605942"/>
                  </a:lnTo>
                  <a:lnTo>
                    <a:pt x="366" y="606414"/>
                  </a:lnTo>
                  <a:lnTo>
                    <a:pt x="351" y="606617"/>
                  </a:lnTo>
                  <a:lnTo>
                    <a:pt x="332" y="606887"/>
                  </a:lnTo>
                  <a:lnTo>
                    <a:pt x="298" y="607360"/>
                  </a:lnTo>
                  <a:lnTo>
                    <a:pt x="265" y="607833"/>
                  </a:lnTo>
                  <a:lnTo>
                    <a:pt x="255" y="607981"/>
                  </a:lnTo>
                  <a:lnTo>
                    <a:pt x="232" y="608307"/>
                  </a:lnTo>
                  <a:lnTo>
                    <a:pt x="201" y="608780"/>
                  </a:lnTo>
                  <a:lnTo>
                    <a:pt x="170" y="609253"/>
                  </a:lnTo>
                  <a:lnTo>
                    <a:pt x="140" y="609726"/>
                  </a:lnTo>
                  <a:lnTo>
                    <a:pt x="126" y="609974"/>
                  </a:lnTo>
                  <a:lnTo>
                    <a:pt x="113" y="610222"/>
                  </a:lnTo>
                  <a:lnTo>
                    <a:pt x="101" y="610470"/>
                  </a:lnTo>
                  <a:lnTo>
                    <a:pt x="89" y="610719"/>
                  </a:lnTo>
                  <a:lnTo>
                    <a:pt x="78" y="610967"/>
                  </a:lnTo>
                  <a:lnTo>
                    <a:pt x="67" y="611215"/>
                  </a:lnTo>
                  <a:lnTo>
                    <a:pt x="58" y="611463"/>
                  </a:lnTo>
                  <a:lnTo>
                    <a:pt x="49" y="611711"/>
                  </a:lnTo>
                  <a:lnTo>
                    <a:pt x="41" y="611960"/>
                  </a:lnTo>
                  <a:lnTo>
                    <a:pt x="33" y="612208"/>
                  </a:lnTo>
                  <a:lnTo>
                    <a:pt x="27" y="612456"/>
                  </a:lnTo>
                  <a:lnTo>
                    <a:pt x="21" y="612705"/>
                  </a:lnTo>
                  <a:lnTo>
                    <a:pt x="16" y="612953"/>
                  </a:lnTo>
                  <a:lnTo>
                    <a:pt x="11" y="613201"/>
                  </a:lnTo>
                  <a:lnTo>
                    <a:pt x="7" y="613450"/>
                  </a:lnTo>
                  <a:lnTo>
                    <a:pt x="4" y="613698"/>
                  </a:lnTo>
                  <a:lnTo>
                    <a:pt x="2" y="613946"/>
                  </a:lnTo>
                  <a:lnTo>
                    <a:pt x="0" y="614195"/>
                  </a:lnTo>
                  <a:lnTo>
                    <a:pt x="0" y="614443"/>
                  </a:lnTo>
                  <a:lnTo>
                    <a:pt x="0" y="614692"/>
                  </a:lnTo>
                  <a:lnTo>
                    <a:pt x="1" y="614907"/>
                  </a:lnTo>
                  <a:lnTo>
                    <a:pt x="2" y="615036"/>
                  </a:lnTo>
                  <a:lnTo>
                    <a:pt x="6" y="615379"/>
                  </a:lnTo>
                  <a:lnTo>
                    <a:pt x="10" y="615723"/>
                  </a:lnTo>
                  <a:lnTo>
                    <a:pt x="15" y="616067"/>
                  </a:lnTo>
                  <a:lnTo>
                    <a:pt x="21" y="616411"/>
                  </a:lnTo>
                  <a:lnTo>
                    <a:pt x="28" y="616754"/>
                  </a:lnTo>
                  <a:lnTo>
                    <a:pt x="35" y="617098"/>
                  </a:lnTo>
                  <a:lnTo>
                    <a:pt x="43" y="617442"/>
                  </a:lnTo>
                  <a:lnTo>
                    <a:pt x="52" y="617786"/>
                  </a:lnTo>
                  <a:lnTo>
                    <a:pt x="61" y="618129"/>
                  </a:lnTo>
                  <a:lnTo>
                    <a:pt x="71" y="618473"/>
                  </a:lnTo>
                  <a:lnTo>
                    <a:pt x="82" y="618817"/>
                  </a:lnTo>
                  <a:lnTo>
                    <a:pt x="87" y="618969"/>
                  </a:lnTo>
                  <a:lnTo>
                    <a:pt x="93" y="619160"/>
                  </a:lnTo>
                  <a:lnTo>
                    <a:pt x="103" y="619416"/>
                  </a:lnTo>
                  <a:lnTo>
                    <a:pt x="114" y="619672"/>
                  </a:lnTo>
                  <a:lnTo>
                    <a:pt x="126" y="619928"/>
                  </a:lnTo>
                  <a:lnTo>
                    <a:pt x="138" y="620184"/>
                  </a:lnTo>
                  <a:lnTo>
                    <a:pt x="151" y="620440"/>
                  </a:lnTo>
                  <a:lnTo>
                    <a:pt x="165" y="620696"/>
                  </a:lnTo>
                  <a:lnTo>
                    <a:pt x="180" y="620952"/>
                  </a:lnTo>
                  <a:lnTo>
                    <a:pt x="195" y="621208"/>
                  </a:lnTo>
                  <a:lnTo>
                    <a:pt x="211" y="621463"/>
                  </a:lnTo>
                  <a:lnTo>
                    <a:pt x="228" y="621719"/>
                  </a:lnTo>
                  <a:lnTo>
                    <a:pt x="246" y="621975"/>
                  </a:lnTo>
                  <a:lnTo>
                    <a:pt x="265" y="622230"/>
                  </a:lnTo>
                  <a:lnTo>
                    <a:pt x="284" y="622486"/>
                  </a:lnTo>
                  <a:lnTo>
                    <a:pt x="304" y="622742"/>
                  </a:lnTo>
                  <a:lnTo>
                    <a:pt x="325" y="622997"/>
                  </a:lnTo>
                  <a:lnTo>
                    <a:pt x="346" y="623252"/>
                  </a:lnTo>
                  <a:lnTo>
                    <a:pt x="368" y="623508"/>
                  </a:lnTo>
                  <a:lnTo>
                    <a:pt x="391" y="623763"/>
                  </a:lnTo>
                  <a:lnTo>
                    <a:pt x="415" y="624018"/>
                  </a:lnTo>
                  <a:lnTo>
                    <a:pt x="440" y="624273"/>
                  </a:lnTo>
                  <a:lnTo>
                    <a:pt x="465" y="624528"/>
                  </a:lnTo>
                  <a:lnTo>
                    <a:pt x="491" y="624783"/>
                  </a:lnTo>
                  <a:lnTo>
                    <a:pt x="518" y="625038"/>
                  </a:lnTo>
                  <a:lnTo>
                    <a:pt x="545" y="625293"/>
                  </a:lnTo>
                  <a:lnTo>
                    <a:pt x="574" y="625547"/>
                  </a:lnTo>
                  <a:lnTo>
                    <a:pt x="603" y="625802"/>
                  </a:lnTo>
                  <a:lnTo>
                    <a:pt x="633" y="626056"/>
                  </a:lnTo>
                  <a:lnTo>
                    <a:pt x="663" y="626311"/>
                  </a:lnTo>
                  <a:lnTo>
                    <a:pt x="695" y="626565"/>
                  </a:lnTo>
                  <a:lnTo>
                    <a:pt x="727" y="626819"/>
                  </a:lnTo>
                  <a:lnTo>
                    <a:pt x="760" y="627074"/>
                  </a:lnTo>
                  <a:lnTo>
                    <a:pt x="794" y="627328"/>
                  </a:lnTo>
                  <a:lnTo>
                    <a:pt x="828" y="627582"/>
                  </a:lnTo>
                  <a:lnTo>
                    <a:pt x="863" y="627835"/>
                  </a:lnTo>
                  <a:lnTo>
                    <a:pt x="899" y="628089"/>
                  </a:lnTo>
                  <a:lnTo>
                    <a:pt x="935" y="628332"/>
                  </a:lnTo>
                  <a:lnTo>
                    <a:pt x="972" y="628575"/>
                  </a:lnTo>
                  <a:lnTo>
                    <a:pt x="1009" y="628817"/>
                  </a:lnTo>
                  <a:lnTo>
                    <a:pt x="1047" y="629060"/>
                  </a:lnTo>
                  <a:lnTo>
                    <a:pt x="1085" y="629302"/>
                  </a:lnTo>
                  <a:lnTo>
                    <a:pt x="1152" y="629669"/>
                  </a:lnTo>
                  <a:lnTo>
                    <a:pt x="1232" y="630103"/>
                  </a:lnTo>
                  <a:lnTo>
                    <a:pt x="1288" y="630404"/>
                  </a:lnTo>
                  <a:lnTo>
                    <a:pt x="1357" y="630771"/>
                  </a:lnTo>
                  <a:lnTo>
                    <a:pt x="1426" y="631137"/>
                  </a:lnTo>
                  <a:lnTo>
                    <a:pt x="1497" y="631504"/>
                  </a:lnTo>
                  <a:lnTo>
                    <a:pt x="1568" y="631871"/>
                  </a:lnTo>
                  <a:lnTo>
                    <a:pt x="1640" y="632237"/>
                  </a:lnTo>
                  <a:lnTo>
                    <a:pt x="1713" y="632603"/>
                  </a:lnTo>
                  <a:lnTo>
                    <a:pt x="1786" y="632969"/>
                  </a:lnTo>
                  <a:lnTo>
                    <a:pt x="1860" y="633335"/>
                  </a:lnTo>
                  <a:lnTo>
                    <a:pt x="1935" y="633701"/>
                  </a:lnTo>
                  <a:lnTo>
                    <a:pt x="2011" y="634067"/>
                  </a:lnTo>
                  <a:lnTo>
                    <a:pt x="2087" y="634432"/>
                  </a:lnTo>
                  <a:lnTo>
                    <a:pt x="2186" y="634897"/>
                  </a:lnTo>
                  <a:lnTo>
                    <a:pt x="2242" y="635162"/>
                  </a:lnTo>
                  <a:lnTo>
                    <a:pt x="2321" y="635527"/>
                  </a:lnTo>
                  <a:lnTo>
                    <a:pt x="2401" y="635892"/>
                  </a:lnTo>
                  <a:lnTo>
                    <a:pt x="2481" y="636257"/>
                  </a:lnTo>
                  <a:lnTo>
                    <a:pt x="2562" y="636621"/>
                  </a:lnTo>
                  <a:lnTo>
                    <a:pt x="2643" y="636986"/>
                  </a:lnTo>
                  <a:lnTo>
                    <a:pt x="2726" y="637350"/>
                  </a:lnTo>
                  <a:lnTo>
                    <a:pt x="2809" y="637714"/>
                  </a:lnTo>
                  <a:lnTo>
                    <a:pt x="2893" y="638078"/>
                  </a:lnTo>
                  <a:lnTo>
                    <a:pt x="2978" y="638441"/>
                  </a:lnTo>
                  <a:lnTo>
                    <a:pt x="3079" y="638870"/>
                  </a:lnTo>
                  <a:lnTo>
                    <a:pt x="3149" y="639168"/>
                  </a:lnTo>
                  <a:lnTo>
                    <a:pt x="3236" y="639531"/>
                  </a:lnTo>
                  <a:lnTo>
                    <a:pt x="3324" y="639894"/>
                  </a:lnTo>
                  <a:lnTo>
                    <a:pt x="3412" y="640257"/>
                  </a:lnTo>
                  <a:lnTo>
                    <a:pt x="3501" y="640619"/>
                  </a:lnTo>
                  <a:lnTo>
                    <a:pt x="3591" y="640982"/>
                  </a:lnTo>
                  <a:lnTo>
                    <a:pt x="3682" y="641344"/>
                  </a:lnTo>
                  <a:lnTo>
                    <a:pt x="3773" y="641706"/>
                  </a:lnTo>
                  <a:lnTo>
                    <a:pt x="3865" y="642068"/>
                  </a:lnTo>
                  <a:lnTo>
                    <a:pt x="3958" y="642429"/>
                  </a:lnTo>
                  <a:lnTo>
                    <a:pt x="4052" y="642791"/>
                  </a:lnTo>
                  <a:lnTo>
                    <a:pt x="4146" y="643152"/>
                  </a:lnTo>
                  <a:lnTo>
                    <a:pt x="4241" y="643513"/>
                  </a:lnTo>
                  <a:lnTo>
                    <a:pt x="4337" y="643874"/>
                  </a:lnTo>
                  <a:lnTo>
                    <a:pt x="4433" y="644234"/>
                  </a:lnTo>
                  <a:lnTo>
                    <a:pt x="4531" y="644595"/>
                  </a:lnTo>
                  <a:lnTo>
                    <a:pt x="4629" y="644955"/>
                  </a:lnTo>
                  <a:lnTo>
                    <a:pt x="4692" y="645184"/>
                  </a:lnTo>
                  <a:lnTo>
                    <a:pt x="4728" y="645315"/>
                  </a:lnTo>
                  <a:lnTo>
                    <a:pt x="4827" y="645675"/>
                  </a:lnTo>
                  <a:lnTo>
                    <a:pt x="4927" y="646035"/>
                  </a:lnTo>
                  <a:lnTo>
                    <a:pt x="5061" y="646509"/>
                  </a:lnTo>
                  <a:lnTo>
                    <a:pt x="5130" y="646753"/>
                  </a:lnTo>
                  <a:lnTo>
                    <a:pt x="5188" y="646957"/>
                  </a:lnTo>
                  <a:lnTo>
                    <a:pt x="5232" y="647112"/>
                  </a:lnTo>
                  <a:lnTo>
                    <a:pt x="5354" y="647536"/>
                  </a:lnTo>
                  <a:lnTo>
                    <a:pt x="5439" y="647830"/>
                  </a:lnTo>
                  <a:lnTo>
                    <a:pt x="5544" y="648188"/>
                  </a:lnTo>
                  <a:lnTo>
                    <a:pt x="5650" y="648546"/>
                  </a:lnTo>
                  <a:lnTo>
                    <a:pt x="5756" y="648904"/>
                  </a:lnTo>
                  <a:lnTo>
                    <a:pt x="5862" y="649262"/>
                  </a:lnTo>
                  <a:lnTo>
                    <a:pt x="5970" y="649619"/>
                  </a:lnTo>
                  <a:lnTo>
                    <a:pt x="6078" y="649976"/>
                  </a:lnTo>
                  <a:lnTo>
                    <a:pt x="6187" y="650334"/>
                  </a:lnTo>
                  <a:lnTo>
                    <a:pt x="6297" y="650690"/>
                  </a:lnTo>
                  <a:lnTo>
                    <a:pt x="6408" y="651047"/>
                  </a:lnTo>
                  <a:lnTo>
                    <a:pt x="6519" y="651403"/>
                  </a:lnTo>
                  <a:lnTo>
                    <a:pt x="6631" y="651759"/>
                  </a:lnTo>
                  <a:lnTo>
                    <a:pt x="6744" y="652115"/>
                  </a:lnTo>
                  <a:lnTo>
                    <a:pt x="6857" y="652471"/>
                  </a:lnTo>
                  <a:lnTo>
                    <a:pt x="6987" y="652875"/>
                  </a:lnTo>
                  <a:lnTo>
                    <a:pt x="7086" y="653182"/>
                  </a:lnTo>
                  <a:lnTo>
                    <a:pt x="7202" y="653537"/>
                  </a:lnTo>
                  <a:lnTo>
                    <a:pt x="7318" y="653891"/>
                  </a:lnTo>
                  <a:lnTo>
                    <a:pt x="7435" y="654246"/>
                  </a:lnTo>
                  <a:lnTo>
                    <a:pt x="7553" y="654600"/>
                  </a:lnTo>
                  <a:lnTo>
                    <a:pt x="7671" y="654954"/>
                  </a:lnTo>
                  <a:lnTo>
                    <a:pt x="7791" y="655308"/>
                  </a:lnTo>
                  <a:lnTo>
                    <a:pt x="22776" y="698242"/>
                  </a:lnTo>
                  <a:lnTo>
                    <a:pt x="23060" y="699054"/>
                  </a:lnTo>
                  <a:lnTo>
                    <a:pt x="23158" y="699360"/>
                  </a:lnTo>
                  <a:lnTo>
                    <a:pt x="23256" y="699665"/>
                  </a:lnTo>
                  <a:lnTo>
                    <a:pt x="23355" y="699969"/>
                  </a:lnTo>
                  <a:lnTo>
                    <a:pt x="23455" y="700274"/>
                  </a:lnTo>
                  <a:lnTo>
                    <a:pt x="23556" y="700579"/>
                  </a:lnTo>
                  <a:lnTo>
                    <a:pt x="23657" y="700883"/>
                  </a:lnTo>
                  <a:lnTo>
                    <a:pt x="23759" y="701186"/>
                  </a:lnTo>
                  <a:lnTo>
                    <a:pt x="23862" y="701490"/>
                  </a:lnTo>
                  <a:lnTo>
                    <a:pt x="23966" y="701793"/>
                  </a:lnTo>
                  <a:lnTo>
                    <a:pt x="24070" y="702097"/>
                  </a:lnTo>
                  <a:lnTo>
                    <a:pt x="24127" y="702261"/>
                  </a:lnTo>
                  <a:lnTo>
                    <a:pt x="24175" y="702399"/>
                  </a:lnTo>
                  <a:lnTo>
                    <a:pt x="24281" y="702702"/>
                  </a:lnTo>
                  <a:lnTo>
                    <a:pt x="24387" y="703004"/>
                  </a:lnTo>
                  <a:lnTo>
                    <a:pt x="24494" y="703307"/>
                  </a:lnTo>
                  <a:lnTo>
                    <a:pt x="24602" y="703608"/>
                  </a:lnTo>
                  <a:lnTo>
                    <a:pt x="24710" y="703910"/>
                  </a:lnTo>
                  <a:lnTo>
                    <a:pt x="24771" y="704078"/>
                  </a:lnTo>
                  <a:lnTo>
                    <a:pt x="24820" y="704211"/>
                  </a:lnTo>
                  <a:lnTo>
                    <a:pt x="24930" y="704512"/>
                  </a:lnTo>
                  <a:lnTo>
                    <a:pt x="25040" y="704813"/>
                  </a:lnTo>
                  <a:lnTo>
                    <a:pt x="25152" y="705114"/>
                  </a:lnTo>
                  <a:lnTo>
                    <a:pt x="25264" y="705414"/>
                  </a:lnTo>
                  <a:lnTo>
                    <a:pt x="25377" y="705714"/>
                  </a:lnTo>
                  <a:lnTo>
                    <a:pt x="25491" y="706014"/>
                  </a:lnTo>
                  <a:lnTo>
                    <a:pt x="25605" y="706313"/>
                  </a:lnTo>
                  <a:lnTo>
                    <a:pt x="25720" y="706612"/>
                  </a:lnTo>
                  <a:lnTo>
                    <a:pt x="25836" y="706911"/>
                  </a:lnTo>
                  <a:lnTo>
                    <a:pt x="25952" y="707210"/>
                  </a:lnTo>
                  <a:lnTo>
                    <a:pt x="26069" y="707508"/>
                  </a:lnTo>
                  <a:lnTo>
                    <a:pt x="26187" y="707806"/>
                  </a:lnTo>
                  <a:lnTo>
                    <a:pt x="26306" y="708104"/>
                  </a:lnTo>
                  <a:lnTo>
                    <a:pt x="26425" y="708402"/>
                  </a:lnTo>
                  <a:lnTo>
                    <a:pt x="26545" y="708699"/>
                  </a:lnTo>
                  <a:lnTo>
                    <a:pt x="26666" y="708996"/>
                  </a:lnTo>
                  <a:lnTo>
                    <a:pt x="26787" y="709292"/>
                  </a:lnTo>
                  <a:lnTo>
                    <a:pt x="26909" y="709589"/>
                  </a:lnTo>
                  <a:lnTo>
                    <a:pt x="27032" y="709885"/>
                  </a:lnTo>
                  <a:lnTo>
                    <a:pt x="27156" y="710180"/>
                  </a:lnTo>
                  <a:lnTo>
                    <a:pt x="27280" y="710476"/>
                  </a:lnTo>
                  <a:lnTo>
                    <a:pt x="27405" y="710771"/>
                  </a:lnTo>
                  <a:lnTo>
                    <a:pt x="27531" y="711066"/>
                  </a:lnTo>
                  <a:lnTo>
                    <a:pt x="27657" y="711360"/>
                  </a:lnTo>
                  <a:lnTo>
                    <a:pt x="27784" y="711654"/>
                  </a:lnTo>
                  <a:lnTo>
                    <a:pt x="27912" y="711948"/>
                  </a:lnTo>
                  <a:lnTo>
                    <a:pt x="28059" y="712283"/>
                  </a:lnTo>
                  <a:lnTo>
                    <a:pt x="28170" y="712535"/>
                  </a:lnTo>
                  <a:lnTo>
                    <a:pt x="28300" y="712828"/>
                  </a:lnTo>
                  <a:lnTo>
                    <a:pt x="28430" y="713121"/>
                  </a:lnTo>
                  <a:lnTo>
                    <a:pt x="28561" y="713413"/>
                  </a:lnTo>
                  <a:lnTo>
                    <a:pt x="28634" y="713574"/>
                  </a:lnTo>
                  <a:lnTo>
                    <a:pt x="28693" y="713705"/>
                  </a:lnTo>
                  <a:lnTo>
                    <a:pt x="28826" y="713997"/>
                  </a:lnTo>
                  <a:lnTo>
                    <a:pt x="28960" y="714289"/>
                  </a:lnTo>
                  <a:lnTo>
                    <a:pt x="29093" y="714580"/>
                  </a:lnTo>
                  <a:lnTo>
                    <a:pt x="29228" y="714871"/>
                  </a:lnTo>
                  <a:lnTo>
                    <a:pt x="29364" y="715161"/>
                  </a:lnTo>
                  <a:lnTo>
                    <a:pt x="29524" y="715502"/>
                  </a:lnTo>
                  <a:lnTo>
                    <a:pt x="29637" y="715741"/>
                  </a:lnTo>
                  <a:lnTo>
                    <a:pt x="29774" y="716030"/>
                  </a:lnTo>
                  <a:lnTo>
                    <a:pt x="29913" y="716319"/>
                  </a:lnTo>
                  <a:lnTo>
                    <a:pt x="30051" y="716608"/>
                  </a:lnTo>
                  <a:lnTo>
                    <a:pt x="30191" y="716897"/>
                  </a:lnTo>
                  <a:lnTo>
                    <a:pt x="30331" y="717185"/>
                  </a:lnTo>
                  <a:lnTo>
                    <a:pt x="30472" y="717473"/>
                  </a:lnTo>
                  <a:lnTo>
                    <a:pt x="30614" y="717760"/>
                  </a:lnTo>
                  <a:lnTo>
                    <a:pt x="30756" y="718047"/>
                  </a:lnTo>
                  <a:lnTo>
                    <a:pt x="30922" y="718357"/>
                  </a:lnTo>
                  <a:lnTo>
                    <a:pt x="31128" y="718741"/>
                  </a:lnTo>
                  <a:lnTo>
                    <a:pt x="31254" y="718976"/>
                  </a:lnTo>
                  <a:lnTo>
                    <a:pt x="31462" y="719359"/>
                  </a:lnTo>
                  <a:lnTo>
                    <a:pt x="31589" y="719593"/>
                  </a:lnTo>
                  <a:lnTo>
                    <a:pt x="31758" y="719901"/>
                  </a:lnTo>
                  <a:lnTo>
                    <a:pt x="31927" y="720209"/>
                  </a:lnTo>
                  <a:lnTo>
                    <a:pt x="32097" y="720517"/>
                  </a:lnTo>
                  <a:lnTo>
                    <a:pt x="32268" y="720824"/>
                  </a:lnTo>
                  <a:lnTo>
                    <a:pt x="32439" y="721130"/>
                  </a:lnTo>
                  <a:lnTo>
                    <a:pt x="32648" y="721503"/>
                  </a:lnTo>
                  <a:lnTo>
                    <a:pt x="32784" y="721743"/>
                  </a:lnTo>
                  <a:lnTo>
                    <a:pt x="32957" y="722048"/>
                  </a:lnTo>
                  <a:lnTo>
                    <a:pt x="33037" y="722189"/>
                  </a:lnTo>
                  <a:lnTo>
                    <a:pt x="33131" y="722353"/>
                  </a:lnTo>
                  <a:lnTo>
                    <a:pt x="33305" y="722658"/>
                  </a:lnTo>
                  <a:lnTo>
                    <a:pt x="33480" y="722963"/>
                  </a:lnTo>
                  <a:lnTo>
                    <a:pt x="33656" y="723267"/>
                  </a:lnTo>
                  <a:lnTo>
                    <a:pt x="33894" y="723674"/>
                  </a:lnTo>
                  <a:lnTo>
                    <a:pt x="34010" y="723874"/>
                  </a:lnTo>
                  <a:lnTo>
                    <a:pt x="34188" y="724176"/>
                  </a:lnTo>
                  <a:lnTo>
                    <a:pt x="34366" y="724479"/>
                  </a:lnTo>
                  <a:lnTo>
                    <a:pt x="34545" y="724781"/>
                  </a:lnTo>
                  <a:lnTo>
                    <a:pt x="34623" y="724911"/>
                  </a:lnTo>
                  <a:lnTo>
                    <a:pt x="34725" y="725083"/>
                  </a:lnTo>
                  <a:lnTo>
                    <a:pt x="34906" y="725384"/>
                  </a:lnTo>
                  <a:lnTo>
                    <a:pt x="35087" y="725685"/>
                  </a:lnTo>
                  <a:lnTo>
                    <a:pt x="35269" y="725986"/>
                  </a:lnTo>
                  <a:lnTo>
                    <a:pt x="35451" y="726286"/>
                  </a:lnTo>
                  <a:lnTo>
                    <a:pt x="35634" y="726586"/>
                  </a:lnTo>
                  <a:lnTo>
                    <a:pt x="35848" y="726934"/>
                  </a:lnTo>
                  <a:lnTo>
                    <a:pt x="36002" y="727184"/>
                  </a:lnTo>
                  <a:lnTo>
                    <a:pt x="36187" y="727482"/>
                  </a:lnTo>
                  <a:lnTo>
                    <a:pt x="36372" y="727781"/>
                  </a:lnTo>
                  <a:lnTo>
                    <a:pt x="36559" y="728078"/>
                  </a:lnTo>
                  <a:lnTo>
                    <a:pt x="36746" y="728376"/>
                  </a:lnTo>
                  <a:lnTo>
                    <a:pt x="36933" y="728673"/>
                  </a:lnTo>
                  <a:lnTo>
                    <a:pt x="37121" y="728969"/>
                  </a:lnTo>
                  <a:lnTo>
                    <a:pt x="37310" y="729265"/>
                  </a:lnTo>
                  <a:lnTo>
                    <a:pt x="37525" y="729600"/>
                  </a:lnTo>
                  <a:lnTo>
                    <a:pt x="37690" y="729856"/>
                  </a:lnTo>
                  <a:lnTo>
                    <a:pt x="37953" y="730264"/>
                  </a:lnTo>
                  <a:lnTo>
                    <a:pt x="38072" y="730446"/>
                  </a:lnTo>
                  <a:lnTo>
                    <a:pt x="38264" y="730740"/>
                  </a:lnTo>
                  <a:lnTo>
                    <a:pt x="38456" y="731033"/>
                  </a:lnTo>
                  <a:lnTo>
                    <a:pt x="38649" y="731327"/>
                  </a:lnTo>
                  <a:lnTo>
                    <a:pt x="38843" y="731619"/>
                  </a:lnTo>
                  <a:lnTo>
                    <a:pt x="39038" y="731912"/>
                  </a:lnTo>
                  <a:lnTo>
                    <a:pt x="39233" y="732204"/>
                  </a:lnTo>
                  <a:lnTo>
                    <a:pt x="39429" y="732495"/>
                  </a:lnTo>
                  <a:lnTo>
                    <a:pt x="39695" y="732890"/>
                  </a:lnTo>
                  <a:lnTo>
                    <a:pt x="39822" y="733077"/>
                  </a:lnTo>
                  <a:lnTo>
                    <a:pt x="40020" y="733367"/>
                  </a:lnTo>
                  <a:lnTo>
                    <a:pt x="40218" y="733657"/>
                  </a:lnTo>
                  <a:lnTo>
                    <a:pt x="40417" y="733947"/>
                  </a:lnTo>
                  <a:lnTo>
                    <a:pt x="40617" y="734236"/>
                  </a:lnTo>
                  <a:lnTo>
                    <a:pt x="40817" y="734524"/>
                  </a:lnTo>
                  <a:lnTo>
                    <a:pt x="41017" y="734812"/>
                  </a:lnTo>
                  <a:lnTo>
                    <a:pt x="41219" y="735100"/>
                  </a:lnTo>
                  <a:lnTo>
                    <a:pt x="41421" y="735387"/>
                  </a:lnTo>
                  <a:lnTo>
                    <a:pt x="41623" y="735674"/>
                  </a:lnTo>
                  <a:lnTo>
                    <a:pt x="41827" y="735960"/>
                  </a:lnTo>
                  <a:lnTo>
                    <a:pt x="42031" y="736246"/>
                  </a:lnTo>
                  <a:lnTo>
                    <a:pt x="42235" y="736532"/>
                  </a:lnTo>
                  <a:lnTo>
                    <a:pt x="42440" y="736817"/>
                  </a:lnTo>
                  <a:lnTo>
                    <a:pt x="42646" y="737101"/>
                  </a:lnTo>
                  <a:lnTo>
                    <a:pt x="42852" y="737385"/>
                  </a:lnTo>
                  <a:lnTo>
                    <a:pt x="43059" y="737669"/>
                  </a:lnTo>
                  <a:lnTo>
                    <a:pt x="43267" y="737952"/>
                  </a:lnTo>
                  <a:lnTo>
                    <a:pt x="43475" y="738235"/>
                  </a:lnTo>
                  <a:lnTo>
                    <a:pt x="43739" y="738592"/>
                  </a:lnTo>
                  <a:lnTo>
                    <a:pt x="43893" y="738799"/>
                  </a:lnTo>
                  <a:lnTo>
                    <a:pt x="44103" y="739081"/>
                  </a:lnTo>
                  <a:lnTo>
                    <a:pt x="44314" y="739362"/>
                  </a:lnTo>
                  <a:lnTo>
                    <a:pt x="44525" y="739642"/>
                  </a:lnTo>
                  <a:lnTo>
                    <a:pt x="44737" y="739922"/>
                  </a:lnTo>
                  <a:lnTo>
                    <a:pt x="44949" y="740202"/>
                  </a:lnTo>
                  <a:lnTo>
                    <a:pt x="45162" y="740481"/>
                  </a:lnTo>
                  <a:lnTo>
                    <a:pt x="45376" y="740760"/>
                  </a:lnTo>
                  <a:lnTo>
                    <a:pt x="45590" y="741038"/>
                  </a:lnTo>
                  <a:lnTo>
                    <a:pt x="45805" y="741315"/>
                  </a:lnTo>
                  <a:lnTo>
                    <a:pt x="46020" y="741593"/>
                  </a:lnTo>
                  <a:lnTo>
                    <a:pt x="46236" y="741870"/>
                  </a:lnTo>
                  <a:lnTo>
                    <a:pt x="46453" y="742146"/>
                  </a:lnTo>
                  <a:lnTo>
                    <a:pt x="46670" y="742422"/>
                  </a:lnTo>
                  <a:lnTo>
                    <a:pt x="54852" y="751589"/>
                  </a:lnTo>
                  <a:lnTo>
                    <a:pt x="57211" y="754041"/>
                  </a:lnTo>
                  <a:lnTo>
                    <a:pt x="61417" y="758710"/>
                  </a:lnTo>
                  <a:lnTo>
                    <a:pt x="62100" y="758775"/>
                  </a:lnTo>
                  <a:lnTo>
                    <a:pt x="66159" y="763414"/>
                  </a:lnTo>
                  <a:lnTo>
                    <a:pt x="66620" y="763940"/>
                  </a:lnTo>
                  <a:lnTo>
                    <a:pt x="67186" y="764588"/>
                  </a:lnTo>
                  <a:lnTo>
                    <a:pt x="67433" y="764828"/>
                  </a:lnTo>
                  <a:lnTo>
                    <a:pt x="67679" y="765069"/>
                  </a:lnTo>
                  <a:lnTo>
                    <a:pt x="67925" y="765311"/>
                  </a:lnTo>
                  <a:lnTo>
                    <a:pt x="68170" y="765553"/>
                  </a:lnTo>
                  <a:lnTo>
                    <a:pt x="68414" y="765795"/>
                  </a:lnTo>
                  <a:lnTo>
                    <a:pt x="68659" y="766038"/>
                  </a:lnTo>
                  <a:lnTo>
                    <a:pt x="68902" y="766282"/>
                  </a:lnTo>
                  <a:lnTo>
                    <a:pt x="69145" y="766526"/>
                  </a:lnTo>
                  <a:lnTo>
                    <a:pt x="69388" y="766771"/>
                  </a:lnTo>
                  <a:lnTo>
                    <a:pt x="69629" y="767016"/>
                  </a:lnTo>
                  <a:lnTo>
                    <a:pt x="69871" y="767262"/>
                  </a:lnTo>
                  <a:lnTo>
                    <a:pt x="70112" y="767508"/>
                  </a:lnTo>
                  <a:lnTo>
                    <a:pt x="70352" y="767755"/>
                  </a:lnTo>
                  <a:lnTo>
                    <a:pt x="70591" y="768003"/>
                  </a:lnTo>
                  <a:lnTo>
                    <a:pt x="70831" y="768251"/>
                  </a:lnTo>
                  <a:lnTo>
                    <a:pt x="71069" y="768499"/>
                  </a:lnTo>
                  <a:lnTo>
                    <a:pt x="71307" y="768749"/>
                  </a:lnTo>
                  <a:lnTo>
                    <a:pt x="71545" y="768998"/>
                  </a:lnTo>
                  <a:lnTo>
                    <a:pt x="71781" y="769248"/>
                  </a:lnTo>
                  <a:lnTo>
                    <a:pt x="72018" y="769499"/>
                  </a:lnTo>
                  <a:lnTo>
                    <a:pt x="72253" y="769750"/>
                  </a:lnTo>
                  <a:lnTo>
                    <a:pt x="72489" y="770002"/>
                  </a:lnTo>
                  <a:lnTo>
                    <a:pt x="72723" y="770254"/>
                  </a:lnTo>
                  <a:lnTo>
                    <a:pt x="72957" y="770507"/>
                  </a:lnTo>
                  <a:lnTo>
                    <a:pt x="73191" y="770761"/>
                  </a:lnTo>
                  <a:lnTo>
                    <a:pt x="73424" y="771014"/>
                  </a:lnTo>
                  <a:lnTo>
                    <a:pt x="73656" y="771269"/>
                  </a:lnTo>
                  <a:lnTo>
                    <a:pt x="73888" y="771524"/>
                  </a:lnTo>
                  <a:lnTo>
                    <a:pt x="74119" y="771779"/>
                  </a:lnTo>
                  <a:lnTo>
                    <a:pt x="74350" y="772035"/>
                  </a:lnTo>
                  <a:lnTo>
                    <a:pt x="74580" y="772292"/>
                  </a:lnTo>
                  <a:lnTo>
                    <a:pt x="74809" y="772549"/>
                  </a:lnTo>
                  <a:lnTo>
                    <a:pt x="75038" y="772806"/>
                  </a:lnTo>
                  <a:lnTo>
                    <a:pt x="75266" y="773064"/>
                  </a:lnTo>
                  <a:lnTo>
                    <a:pt x="75494" y="773323"/>
                  </a:lnTo>
                  <a:lnTo>
                    <a:pt x="75721" y="773582"/>
                  </a:lnTo>
                  <a:lnTo>
                    <a:pt x="75948" y="773842"/>
                  </a:lnTo>
                  <a:lnTo>
                    <a:pt x="76174" y="774102"/>
                  </a:lnTo>
                  <a:lnTo>
                    <a:pt x="76295" y="774237"/>
                  </a:lnTo>
                  <a:lnTo>
                    <a:pt x="76417" y="774373"/>
                  </a:lnTo>
                  <a:lnTo>
                    <a:pt x="76537" y="774510"/>
                  </a:lnTo>
                  <a:lnTo>
                    <a:pt x="76658" y="774647"/>
                  </a:lnTo>
                  <a:lnTo>
                    <a:pt x="76777" y="774785"/>
                  </a:lnTo>
                  <a:lnTo>
                    <a:pt x="76896" y="774923"/>
                  </a:lnTo>
                  <a:lnTo>
                    <a:pt x="77014" y="775062"/>
                  </a:lnTo>
                  <a:lnTo>
                    <a:pt x="77132" y="775201"/>
                  </a:lnTo>
                  <a:lnTo>
                    <a:pt x="77249" y="775341"/>
                  </a:lnTo>
                  <a:lnTo>
                    <a:pt x="77366" y="775481"/>
                  </a:lnTo>
                  <a:lnTo>
                    <a:pt x="77482" y="775621"/>
                  </a:lnTo>
                  <a:lnTo>
                    <a:pt x="77597" y="775762"/>
                  </a:lnTo>
                  <a:lnTo>
                    <a:pt x="77712" y="775904"/>
                  </a:lnTo>
                  <a:lnTo>
                    <a:pt x="77826" y="776046"/>
                  </a:lnTo>
                  <a:lnTo>
                    <a:pt x="77940" y="776189"/>
                  </a:lnTo>
                  <a:lnTo>
                    <a:pt x="78053" y="776332"/>
                  </a:lnTo>
                  <a:lnTo>
                    <a:pt x="78166" y="776475"/>
                  </a:lnTo>
                  <a:lnTo>
                    <a:pt x="78277" y="776619"/>
                  </a:lnTo>
                  <a:lnTo>
                    <a:pt x="78388" y="776764"/>
                  </a:lnTo>
                  <a:lnTo>
                    <a:pt x="78499" y="776909"/>
                  </a:lnTo>
                  <a:lnTo>
                    <a:pt x="78609" y="777054"/>
                  </a:lnTo>
                  <a:lnTo>
                    <a:pt x="78718" y="777200"/>
                  </a:lnTo>
                  <a:lnTo>
                    <a:pt x="78827" y="777347"/>
                  </a:lnTo>
                  <a:lnTo>
                    <a:pt x="78935" y="777493"/>
                  </a:lnTo>
                  <a:lnTo>
                    <a:pt x="79043" y="777641"/>
                  </a:lnTo>
                  <a:lnTo>
                    <a:pt x="79149" y="777789"/>
                  </a:lnTo>
                  <a:lnTo>
                    <a:pt x="79256" y="777937"/>
                  </a:lnTo>
                  <a:lnTo>
                    <a:pt x="79361" y="778085"/>
                  </a:lnTo>
                  <a:lnTo>
                    <a:pt x="79466" y="778235"/>
                  </a:lnTo>
                  <a:lnTo>
                    <a:pt x="79674" y="778534"/>
                  </a:lnTo>
                  <a:lnTo>
                    <a:pt x="79777" y="778684"/>
                  </a:lnTo>
                  <a:lnTo>
                    <a:pt x="79880" y="778835"/>
                  </a:lnTo>
                  <a:lnTo>
                    <a:pt x="79982" y="778987"/>
                  </a:lnTo>
                  <a:lnTo>
                    <a:pt x="80083" y="779138"/>
                  </a:lnTo>
                  <a:lnTo>
                    <a:pt x="80183" y="779290"/>
                  </a:lnTo>
                  <a:lnTo>
                    <a:pt x="80283" y="779443"/>
                  </a:lnTo>
                  <a:lnTo>
                    <a:pt x="80382" y="779596"/>
                  </a:lnTo>
                  <a:lnTo>
                    <a:pt x="80481" y="779750"/>
                  </a:lnTo>
                  <a:lnTo>
                    <a:pt x="80579" y="779903"/>
                  </a:lnTo>
                  <a:lnTo>
                    <a:pt x="80676" y="780058"/>
                  </a:lnTo>
                  <a:lnTo>
                    <a:pt x="80773" y="780212"/>
                  </a:lnTo>
                  <a:lnTo>
                    <a:pt x="80869" y="780367"/>
                  </a:lnTo>
                  <a:lnTo>
                    <a:pt x="80964" y="780523"/>
                  </a:lnTo>
                  <a:lnTo>
                    <a:pt x="81059" y="780679"/>
                  </a:lnTo>
                  <a:lnTo>
                    <a:pt x="81153" y="780835"/>
                  </a:lnTo>
                  <a:lnTo>
                    <a:pt x="81246" y="780992"/>
                  </a:lnTo>
                  <a:lnTo>
                    <a:pt x="81339" y="781149"/>
                  </a:lnTo>
                  <a:lnTo>
                    <a:pt x="81431" y="781306"/>
                  </a:lnTo>
                  <a:lnTo>
                    <a:pt x="81522" y="781464"/>
                  </a:lnTo>
                  <a:lnTo>
                    <a:pt x="81613" y="781623"/>
                  </a:lnTo>
                  <a:lnTo>
                    <a:pt x="81703" y="781781"/>
                  </a:lnTo>
                  <a:lnTo>
                    <a:pt x="81792" y="781940"/>
                  </a:lnTo>
                  <a:lnTo>
                    <a:pt x="81880" y="782100"/>
                  </a:lnTo>
                  <a:lnTo>
                    <a:pt x="81968" y="782260"/>
                  </a:lnTo>
                  <a:lnTo>
                    <a:pt x="82056" y="782420"/>
                  </a:lnTo>
                  <a:lnTo>
                    <a:pt x="85668" y="789587"/>
                  </a:lnTo>
                  <a:lnTo>
                    <a:pt x="85787" y="789837"/>
                  </a:lnTo>
                  <a:lnTo>
                    <a:pt x="85907" y="790086"/>
                  </a:lnTo>
                  <a:lnTo>
                    <a:pt x="86025" y="790336"/>
                  </a:lnTo>
                  <a:lnTo>
                    <a:pt x="86143" y="790586"/>
                  </a:lnTo>
                  <a:lnTo>
                    <a:pt x="86260" y="790837"/>
                  </a:lnTo>
                  <a:lnTo>
                    <a:pt x="86376" y="791088"/>
                  </a:lnTo>
                  <a:lnTo>
                    <a:pt x="86492" y="791339"/>
                  </a:lnTo>
                  <a:lnTo>
                    <a:pt x="86607" y="791591"/>
                  </a:lnTo>
                  <a:lnTo>
                    <a:pt x="86722" y="791842"/>
                  </a:lnTo>
                  <a:lnTo>
                    <a:pt x="86836" y="792095"/>
                  </a:lnTo>
                  <a:lnTo>
                    <a:pt x="86949" y="792347"/>
                  </a:lnTo>
                  <a:lnTo>
                    <a:pt x="87061" y="792600"/>
                  </a:lnTo>
                  <a:lnTo>
                    <a:pt x="87173" y="792852"/>
                  </a:lnTo>
                  <a:lnTo>
                    <a:pt x="87284" y="793106"/>
                  </a:lnTo>
                  <a:lnTo>
                    <a:pt x="87395" y="793359"/>
                  </a:lnTo>
                  <a:lnTo>
                    <a:pt x="87504" y="793613"/>
                  </a:lnTo>
                  <a:lnTo>
                    <a:pt x="87614" y="793867"/>
                  </a:lnTo>
                  <a:lnTo>
                    <a:pt x="87727" y="794133"/>
                  </a:lnTo>
                  <a:lnTo>
                    <a:pt x="87839" y="794398"/>
                  </a:lnTo>
                  <a:lnTo>
                    <a:pt x="87951" y="794664"/>
                  </a:lnTo>
                  <a:lnTo>
                    <a:pt x="88062" y="794931"/>
                  </a:lnTo>
                  <a:lnTo>
                    <a:pt x="88120" y="795070"/>
                  </a:lnTo>
                  <a:lnTo>
                    <a:pt x="88172" y="795197"/>
                  </a:lnTo>
                  <a:lnTo>
                    <a:pt x="88282" y="795464"/>
                  </a:lnTo>
                  <a:lnTo>
                    <a:pt x="88391" y="795731"/>
                  </a:lnTo>
                  <a:lnTo>
                    <a:pt x="88499" y="795999"/>
                  </a:lnTo>
                  <a:lnTo>
                    <a:pt x="88606" y="796267"/>
                  </a:lnTo>
                  <a:lnTo>
                    <a:pt x="88712" y="796535"/>
                  </a:lnTo>
                  <a:lnTo>
                    <a:pt x="88856" y="796900"/>
                  </a:lnTo>
                  <a:lnTo>
                    <a:pt x="88923" y="797072"/>
                  </a:lnTo>
                  <a:lnTo>
                    <a:pt x="89028" y="797341"/>
                  </a:lnTo>
                  <a:lnTo>
                    <a:pt x="89079" y="797474"/>
                  </a:lnTo>
                  <a:lnTo>
                    <a:pt x="89132" y="797610"/>
                  </a:lnTo>
                  <a:lnTo>
                    <a:pt x="89234" y="797880"/>
                  </a:lnTo>
                  <a:lnTo>
                    <a:pt x="89337" y="798150"/>
                  </a:lnTo>
                  <a:lnTo>
                    <a:pt x="89438" y="798420"/>
                  </a:lnTo>
                  <a:lnTo>
                    <a:pt x="89539" y="798690"/>
                  </a:lnTo>
                  <a:lnTo>
                    <a:pt x="89639" y="798961"/>
                  </a:lnTo>
                  <a:lnTo>
                    <a:pt x="89738" y="799232"/>
                  </a:lnTo>
                  <a:lnTo>
                    <a:pt x="89836" y="799503"/>
                  </a:lnTo>
                  <a:lnTo>
                    <a:pt x="89934" y="799774"/>
                  </a:lnTo>
                  <a:lnTo>
                    <a:pt x="90502" y="799539"/>
                  </a:lnTo>
                  <a:lnTo>
                    <a:pt x="90672" y="799469"/>
                  </a:lnTo>
                  <a:lnTo>
                    <a:pt x="92029" y="798903"/>
                  </a:lnTo>
                  <a:lnTo>
                    <a:pt x="98094" y="796375"/>
                  </a:lnTo>
                  <a:lnTo>
                    <a:pt x="98668" y="796138"/>
                  </a:lnTo>
                  <a:lnTo>
                    <a:pt x="100866" y="795228"/>
                  </a:lnTo>
                  <a:lnTo>
                    <a:pt x="101621" y="794916"/>
                  </a:lnTo>
                  <a:lnTo>
                    <a:pt x="102814" y="794423"/>
                  </a:lnTo>
                  <a:lnTo>
                    <a:pt x="104131" y="793874"/>
                  </a:lnTo>
                  <a:lnTo>
                    <a:pt x="104716" y="793588"/>
                  </a:lnTo>
                  <a:lnTo>
                    <a:pt x="107511" y="792245"/>
                  </a:lnTo>
                  <a:lnTo>
                    <a:pt x="116100" y="787772"/>
                  </a:lnTo>
                  <a:lnTo>
                    <a:pt x="116581" y="787522"/>
                  </a:lnTo>
                  <a:lnTo>
                    <a:pt x="122433" y="788991"/>
                  </a:lnTo>
                  <a:lnTo>
                    <a:pt x="129798" y="785254"/>
                  </a:lnTo>
                  <a:lnTo>
                    <a:pt x="131148" y="784570"/>
                  </a:lnTo>
                  <a:lnTo>
                    <a:pt x="131841" y="777188"/>
                  </a:lnTo>
                  <a:lnTo>
                    <a:pt x="132366" y="776410"/>
                  </a:lnTo>
                  <a:lnTo>
                    <a:pt x="133297" y="775029"/>
                  </a:lnTo>
                  <a:lnTo>
                    <a:pt x="135892" y="771294"/>
                  </a:lnTo>
                  <a:lnTo>
                    <a:pt x="139072" y="766725"/>
                  </a:lnTo>
                  <a:lnTo>
                    <a:pt x="139423" y="766223"/>
                  </a:lnTo>
                  <a:lnTo>
                    <a:pt x="143887" y="759793"/>
                  </a:lnTo>
                  <a:lnTo>
                    <a:pt x="144431" y="758984"/>
                  </a:lnTo>
                  <a:lnTo>
                    <a:pt x="148976" y="752550"/>
                  </a:lnTo>
                  <a:lnTo>
                    <a:pt x="156538" y="741778"/>
                  </a:lnTo>
                  <a:lnTo>
                    <a:pt x="162135" y="739182"/>
                  </a:lnTo>
                  <a:lnTo>
                    <a:pt x="171728" y="734707"/>
                  </a:lnTo>
                  <a:lnTo>
                    <a:pt x="173694" y="733790"/>
                  </a:lnTo>
                  <a:lnTo>
                    <a:pt x="175700" y="732858"/>
                  </a:lnTo>
                  <a:lnTo>
                    <a:pt x="176432" y="732502"/>
                  </a:lnTo>
                  <a:lnTo>
                    <a:pt x="183292" y="729125"/>
                  </a:lnTo>
                  <a:lnTo>
                    <a:pt x="194323" y="723668"/>
                  </a:lnTo>
                  <a:lnTo>
                    <a:pt x="212122" y="714869"/>
                  </a:lnTo>
                  <a:lnTo>
                    <a:pt x="220744" y="710613"/>
                  </a:lnTo>
                  <a:lnTo>
                    <a:pt x="232445" y="704834"/>
                  </a:lnTo>
                  <a:lnTo>
                    <a:pt x="252722" y="719604"/>
                  </a:lnTo>
                  <a:lnTo>
                    <a:pt x="253402" y="720100"/>
                  </a:lnTo>
                  <a:lnTo>
                    <a:pt x="258607" y="723892"/>
                  </a:lnTo>
                  <a:lnTo>
                    <a:pt x="265710" y="729066"/>
                  </a:lnTo>
                  <a:lnTo>
                    <a:pt x="269541" y="731858"/>
                  </a:lnTo>
                  <a:lnTo>
                    <a:pt x="274233" y="731597"/>
                  </a:lnTo>
                  <a:lnTo>
                    <a:pt x="286089" y="740110"/>
                  </a:lnTo>
                  <a:lnTo>
                    <a:pt x="301307" y="769293"/>
                  </a:lnTo>
                  <a:lnTo>
                    <a:pt x="304472" y="775365"/>
                  </a:lnTo>
                  <a:lnTo>
                    <a:pt x="306973" y="780160"/>
                  </a:lnTo>
                  <a:lnTo>
                    <a:pt x="308007" y="782146"/>
                  </a:lnTo>
                  <a:lnTo>
                    <a:pt x="310644" y="787237"/>
                  </a:lnTo>
                  <a:lnTo>
                    <a:pt x="315330" y="788925"/>
                  </a:lnTo>
                  <a:lnTo>
                    <a:pt x="319819" y="786553"/>
                  </a:lnTo>
                  <a:lnTo>
                    <a:pt x="320401" y="786245"/>
                  </a:lnTo>
                  <a:lnTo>
                    <a:pt x="334134" y="778988"/>
                  </a:lnTo>
                  <a:lnTo>
                    <a:pt x="352143" y="764531"/>
                  </a:lnTo>
                  <a:lnTo>
                    <a:pt x="380400" y="741849"/>
                  </a:lnTo>
                  <a:lnTo>
                    <a:pt x="380566" y="739185"/>
                  </a:lnTo>
                  <a:lnTo>
                    <a:pt x="381595" y="736733"/>
                  </a:lnTo>
                  <a:lnTo>
                    <a:pt x="382798" y="735388"/>
                  </a:lnTo>
                  <a:lnTo>
                    <a:pt x="383461" y="734732"/>
                  </a:lnTo>
                  <a:lnTo>
                    <a:pt x="379722" y="709404"/>
                  </a:lnTo>
                  <a:lnTo>
                    <a:pt x="379673" y="709074"/>
                  </a:lnTo>
                  <a:lnTo>
                    <a:pt x="371609" y="698419"/>
                  </a:lnTo>
                  <a:lnTo>
                    <a:pt x="364109" y="688509"/>
                  </a:lnTo>
                  <a:lnTo>
                    <a:pt x="363683" y="687901"/>
                  </a:lnTo>
                  <a:lnTo>
                    <a:pt x="367441" y="684676"/>
                  </a:lnTo>
                  <a:lnTo>
                    <a:pt x="372584" y="680636"/>
                  </a:lnTo>
                  <a:lnTo>
                    <a:pt x="372483" y="680496"/>
                  </a:lnTo>
                  <a:lnTo>
                    <a:pt x="377204" y="677048"/>
                  </a:lnTo>
                  <a:lnTo>
                    <a:pt x="380272" y="674547"/>
                  </a:lnTo>
                  <a:lnTo>
                    <a:pt x="380768" y="674161"/>
                  </a:lnTo>
                  <a:lnTo>
                    <a:pt x="423728" y="640667"/>
                  </a:lnTo>
                  <a:lnTo>
                    <a:pt x="445184" y="623940"/>
                  </a:lnTo>
                  <a:lnTo>
                    <a:pt x="468495" y="605584"/>
                  </a:lnTo>
                  <a:lnTo>
                    <a:pt x="470981" y="603628"/>
                  </a:lnTo>
                  <a:lnTo>
                    <a:pt x="471950" y="602864"/>
                  </a:lnTo>
                  <a:lnTo>
                    <a:pt x="473034" y="602012"/>
                  </a:lnTo>
                  <a:lnTo>
                    <a:pt x="474104" y="601170"/>
                  </a:lnTo>
                  <a:lnTo>
                    <a:pt x="481479" y="595365"/>
                  </a:lnTo>
                  <a:lnTo>
                    <a:pt x="482145" y="594840"/>
                  </a:lnTo>
                  <a:lnTo>
                    <a:pt x="482953" y="594203"/>
                  </a:lnTo>
                  <a:lnTo>
                    <a:pt x="484058" y="593333"/>
                  </a:lnTo>
                  <a:lnTo>
                    <a:pt x="483914" y="593145"/>
                  </a:lnTo>
                  <a:lnTo>
                    <a:pt x="524464" y="560782"/>
                  </a:lnTo>
                  <a:lnTo>
                    <a:pt x="499879" y="528932"/>
                  </a:lnTo>
                  <a:lnTo>
                    <a:pt x="497280" y="525564"/>
                  </a:lnTo>
                  <a:lnTo>
                    <a:pt x="489509" y="515498"/>
                  </a:lnTo>
                  <a:lnTo>
                    <a:pt x="485731" y="510605"/>
                  </a:lnTo>
                  <a:lnTo>
                    <a:pt x="483287" y="507297"/>
                  </a:lnTo>
                  <a:lnTo>
                    <a:pt x="465482" y="483207"/>
                  </a:lnTo>
                  <a:lnTo>
                    <a:pt x="446566" y="457369"/>
                  </a:lnTo>
                  <a:lnTo>
                    <a:pt x="435360" y="441669"/>
                  </a:lnTo>
                  <a:lnTo>
                    <a:pt x="423881" y="425140"/>
                  </a:lnTo>
                  <a:lnTo>
                    <a:pt x="423110" y="424029"/>
                  </a:lnTo>
                  <a:lnTo>
                    <a:pt x="421919" y="422302"/>
                  </a:lnTo>
                  <a:lnTo>
                    <a:pt x="414573" y="411645"/>
                  </a:lnTo>
                  <a:lnTo>
                    <a:pt x="409623" y="404464"/>
                  </a:lnTo>
                  <a:lnTo>
                    <a:pt x="408864" y="403363"/>
                  </a:lnTo>
                  <a:lnTo>
                    <a:pt x="406693" y="400215"/>
                  </a:lnTo>
                  <a:lnTo>
                    <a:pt x="405635" y="398680"/>
                  </a:lnTo>
                  <a:lnTo>
                    <a:pt x="404284" y="396720"/>
                  </a:lnTo>
                  <a:lnTo>
                    <a:pt x="404005" y="396315"/>
                  </a:lnTo>
                  <a:lnTo>
                    <a:pt x="391699" y="378451"/>
                  </a:lnTo>
                  <a:lnTo>
                    <a:pt x="372966" y="351114"/>
                  </a:lnTo>
                  <a:lnTo>
                    <a:pt x="361653" y="334659"/>
                  </a:lnTo>
                  <a:lnTo>
                    <a:pt x="358505" y="330082"/>
                  </a:lnTo>
                  <a:lnTo>
                    <a:pt x="354263" y="323911"/>
                  </a:lnTo>
                  <a:lnTo>
                    <a:pt x="351870" y="320374"/>
                  </a:lnTo>
                  <a:lnTo>
                    <a:pt x="350884" y="318868"/>
                  </a:lnTo>
                  <a:lnTo>
                    <a:pt x="349007" y="315999"/>
                  </a:lnTo>
                  <a:lnTo>
                    <a:pt x="348585" y="315355"/>
                  </a:lnTo>
                  <a:lnTo>
                    <a:pt x="337753" y="299241"/>
                  </a:lnTo>
                  <a:lnTo>
                    <a:pt x="335295" y="295586"/>
                  </a:lnTo>
                  <a:lnTo>
                    <a:pt x="324314" y="278864"/>
                  </a:lnTo>
                  <a:lnTo>
                    <a:pt x="313618" y="262072"/>
                  </a:lnTo>
                  <a:lnTo>
                    <a:pt x="309923" y="256270"/>
                  </a:lnTo>
                  <a:lnTo>
                    <a:pt x="304791" y="248212"/>
                  </a:lnTo>
                  <a:lnTo>
                    <a:pt x="304591" y="247898"/>
                  </a:lnTo>
                  <a:lnTo>
                    <a:pt x="299739" y="240172"/>
                  </a:lnTo>
                  <a:lnTo>
                    <a:pt x="287307" y="220360"/>
                  </a:lnTo>
                  <a:lnTo>
                    <a:pt x="285888" y="218256"/>
                  </a:lnTo>
                  <a:lnTo>
                    <a:pt x="258277" y="173830"/>
                  </a:lnTo>
                  <a:lnTo>
                    <a:pt x="257147" y="172057"/>
                  </a:lnTo>
                  <a:lnTo>
                    <a:pt x="255174" y="169000"/>
                  </a:lnTo>
                  <a:lnTo>
                    <a:pt x="249807" y="160160"/>
                  </a:lnTo>
                  <a:lnTo>
                    <a:pt x="229870" y="124727"/>
                  </a:lnTo>
                  <a:lnTo>
                    <a:pt x="177087" y="30933"/>
                  </a:lnTo>
                  <a:close/>
                </a:path>
              </a:pathLst>
            </a:custGeom>
            <a:solidFill>
              <a:srgbClr val="F9A9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g34"/>
            <p:cNvSpPr/>
            <p:nvPr/>
          </p:nvSpPr>
          <p:spPr>
            <a:xfrm>
              <a:off x="4236096" y="827769"/>
              <a:ext cx="1682156" cy="1835208"/>
            </a:xfrm>
            <a:custGeom>
              <a:avLst/>
              <a:gdLst/>
              <a:ahLst/>
              <a:cxnLst/>
              <a:rect l="0" t="0" r="0" b="0"/>
              <a:pathLst>
                <a:path w="1682156" h="1835208">
                  <a:moveTo>
                    <a:pt x="1146620" y="118425"/>
                  </a:moveTo>
                  <a:lnTo>
                    <a:pt x="1142938" y="116703"/>
                  </a:lnTo>
                  <a:lnTo>
                    <a:pt x="1124493" y="108092"/>
                  </a:lnTo>
                  <a:lnTo>
                    <a:pt x="1114461" y="103131"/>
                  </a:lnTo>
                  <a:lnTo>
                    <a:pt x="1110055" y="100995"/>
                  </a:lnTo>
                  <a:lnTo>
                    <a:pt x="1098266" y="94531"/>
                  </a:lnTo>
                  <a:lnTo>
                    <a:pt x="1097447" y="94083"/>
                  </a:lnTo>
                  <a:lnTo>
                    <a:pt x="1094866" y="92668"/>
                  </a:lnTo>
                  <a:lnTo>
                    <a:pt x="1089635" y="89799"/>
                  </a:lnTo>
                  <a:lnTo>
                    <a:pt x="1085052" y="87287"/>
                  </a:lnTo>
                  <a:lnTo>
                    <a:pt x="1074570" y="81259"/>
                  </a:lnTo>
                  <a:lnTo>
                    <a:pt x="1064307" y="75437"/>
                  </a:lnTo>
                  <a:lnTo>
                    <a:pt x="1040810" y="61397"/>
                  </a:lnTo>
                  <a:lnTo>
                    <a:pt x="1037483" y="59412"/>
                  </a:lnTo>
                  <a:lnTo>
                    <a:pt x="1036132" y="58591"/>
                  </a:lnTo>
                  <a:lnTo>
                    <a:pt x="1020501" y="48599"/>
                  </a:lnTo>
                  <a:lnTo>
                    <a:pt x="1001104" y="36201"/>
                  </a:lnTo>
                  <a:lnTo>
                    <a:pt x="988643" y="27194"/>
                  </a:lnTo>
                  <a:lnTo>
                    <a:pt x="975579" y="18164"/>
                  </a:lnTo>
                  <a:lnTo>
                    <a:pt x="975407" y="18045"/>
                  </a:lnTo>
                  <a:lnTo>
                    <a:pt x="963302" y="13974"/>
                  </a:lnTo>
                  <a:lnTo>
                    <a:pt x="944873" y="9078"/>
                  </a:lnTo>
                  <a:lnTo>
                    <a:pt x="932607" y="4471"/>
                  </a:lnTo>
                  <a:lnTo>
                    <a:pt x="920385" y="2303"/>
                  </a:lnTo>
                  <a:lnTo>
                    <a:pt x="917499" y="1778"/>
                  </a:lnTo>
                  <a:lnTo>
                    <a:pt x="905769" y="252"/>
                  </a:lnTo>
                  <a:lnTo>
                    <a:pt x="887596" y="0"/>
                  </a:lnTo>
                  <a:lnTo>
                    <a:pt x="874784" y="1068"/>
                  </a:lnTo>
                  <a:lnTo>
                    <a:pt x="862146" y="2936"/>
                  </a:lnTo>
                  <a:lnTo>
                    <a:pt x="856211" y="4856"/>
                  </a:lnTo>
                  <a:lnTo>
                    <a:pt x="839590" y="10235"/>
                  </a:lnTo>
                  <a:lnTo>
                    <a:pt x="806182" y="21085"/>
                  </a:lnTo>
                  <a:lnTo>
                    <a:pt x="805269" y="21436"/>
                  </a:lnTo>
                  <a:lnTo>
                    <a:pt x="796777" y="24700"/>
                  </a:lnTo>
                  <a:lnTo>
                    <a:pt x="790821" y="26989"/>
                  </a:lnTo>
                  <a:lnTo>
                    <a:pt x="781572" y="30544"/>
                  </a:lnTo>
                  <a:lnTo>
                    <a:pt x="771264" y="34507"/>
                  </a:lnTo>
                  <a:lnTo>
                    <a:pt x="770341" y="34861"/>
                  </a:lnTo>
                  <a:lnTo>
                    <a:pt x="767830" y="35947"/>
                  </a:lnTo>
                  <a:lnTo>
                    <a:pt x="762272" y="38351"/>
                  </a:lnTo>
                  <a:lnTo>
                    <a:pt x="761345" y="38741"/>
                  </a:lnTo>
                  <a:lnTo>
                    <a:pt x="755552" y="41180"/>
                  </a:lnTo>
                  <a:lnTo>
                    <a:pt x="737743" y="48677"/>
                  </a:lnTo>
                  <a:lnTo>
                    <a:pt x="736787" y="49080"/>
                  </a:lnTo>
                  <a:lnTo>
                    <a:pt x="731172" y="51444"/>
                  </a:lnTo>
                  <a:lnTo>
                    <a:pt x="725088" y="54005"/>
                  </a:lnTo>
                  <a:lnTo>
                    <a:pt x="719015" y="56562"/>
                  </a:lnTo>
                  <a:lnTo>
                    <a:pt x="708086" y="61043"/>
                  </a:lnTo>
                  <a:lnTo>
                    <a:pt x="683653" y="71063"/>
                  </a:lnTo>
                  <a:lnTo>
                    <a:pt x="682655" y="73756"/>
                  </a:lnTo>
                  <a:lnTo>
                    <a:pt x="682482" y="74217"/>
                  </a:lnTo>
                  <a:lnTo>
                    <a:pt x="680961" y="78254"/>
                  </a:lnTo>
                  <a:lnTo>
                    <a:pt x="680777" y="78753"/>
                  </a:lnTo>
                  <a:lnTo>
                    <a:pt x="679917" y="81085"/>
                  </a:lnTo>
                  <a:lnTo>
                    <a:pt x="679030" y="83491"/>
                  </a:lnTo>
                  <a:lnTo>
                    <a:pt x="678246" y="85617"/>
                  </a:lnTo>
                  <a:lnTo>
                    <a:pt x="677415" y="87870"/>
                  </a:lnTo>
                  <a:lnTo>
                    <a:pt x="676612" y="90049"/>
                  </a:lnTo>
                  <a:lnTo>
                    <a:pt x="675736" y="92425"/>
                  </a:lnTo>
                  <a:lnTo>
                    <a:pt x="674972" y="94498"/>
                  </a:lnTo>
                  <a:lnTo>
                    <a:pt x="674185" y="96631"/>
                  </a:lnTo>
                  <a:lnTo>
                    <a:pt x="673538" y="98386"/>
                  </a:lnTo>
                  <a:lnTo>
                    <a:pt x="673434" y="98717"/>
                  </a:lnTo>
                  <a:lnTo>
                    <a:pt x="669832" y="110092"/>
                  </a:lnTo>
                  <a:lnTo>
                    <a:pt x="667527" y="116992"/>
                  </a:lnTo>
                  <a:lnTo>
                    <a:pt x="664658" y="125536"/>
                  </a:lnTo>
                  <a:lnTo>
                    <a:pt x="661338" y="124713"/>
                  </a:lnTo>
                  <a:lnTo>
                    <a:pt x="656089" y="122644"/>
                  </a:lnTo>
                  <a:lnTo>
                    <a:pt x="650260" y="120518"/>
                  </a:lnTo>
                  <a:lnTo>
                    <a:pt x="638714" y="116204"/>
                  </a:lnTo>
                  <a:lnTo>
                    <a:pt x="636282" y="115271"/>
                  </a:lnTo>
                  <a:lnTo>
                    <a:pt x="623266" y="110106"/>
                  </a:lnTo>
                  <a:lnTo>
                    <a:pt x="608965" y="104664"/>
                  </a:lnTo>
                  <a:lnTo>
                    <a:pt x="598500" y="100531"/>
                  </a:lnTo>
                  <a:lnTo>
                    <a:pt x="587118" y="96629"/>
                  </a:lnTo>
                  <a:lnTo>
                    <a:pt x="581226" y="93961"/>
                  </a:lnTo>
                  <a:lnTo>
                    <a:pt x="571424" y="88508"/>
                  </a:lnTo>
                  <a:lnTo>
                    <a:pt x="567782" y="86352"/>
                  </a:lnTo>
                  <a:lnTo>
                    <a:pt x="563064" y="83559"/>
                  </a:lnTo>
                  <a:lnTo>
                    <a:pt x="555503" y="79787"/>
                  </a:lnTo>
                  <a:lnTo>
                    <a:pt x="550654" y="77368"/>
                  </a:lnTo>
                  <a:lnTo>
                    <a:pt x="540571" y="72377"/>
                  </a:lnTo>
                  <a:lnTo>
                    <a:pt x="540953" y="71296"/>
                  </a:lnTo>
                  <a:lnTo>
                    <a:pt x="541110" y="70851"/>
                  </a:lnTo>
                  <a:lnTo>
                    <a:pt x="541649" y="69327"/>
                  </a:lnTo>
                  <a:lnTo>
                    <a:pt x="542838" y="65961"/>
                  </a:lnTo>
                  <a:lnTo>
                    <a:pt x="544158" y="62226"/>
                  </a:lnTo>
                  <a:lnTo>
                    <a:pt x="544624" y="60907"/>
                  </a:lnTo>
                  <a:lnTo>
                    <a:pt x="545969" y="57103"/>
                  </a:lnTo>
                  <a:lnTo>
                    <a:pt x="555207" y="57613"/>
                  </a:lnTo>
                  <a:lnTo>
                    <a:pt x="555673" y="56056"/>
                  </a:lnTo>
                  <a:lnTo>
                    <a:pt x="555956" y="55113"/>
                  </a:lnTo>
                  <a:lnTo>
                    <a:pt x="556220" y="54231"/>
                  </a:lnTo>
                  <a:lnTo>
                    <a:pt x="556664" y="52744"/>
                  </a:lnTo>
                  <a:lnTo>
                    <a:pt x="557243" y="50811"/>
                  </a:lnTo>
                  <a:lnTo>
                    <a:pt x="557285" y="45726"/>
                  </a:lnTo>
                  <a:lnTo>
                    <a:pt x="557294" y="44560"/>
                  </a:lnTo>
                  <a:lnTo>
                    <a:pt x="557300" y="43860"/>
                  </a:lnTo>
                  <a:lnTo>
                    <a:pt x="557321" y="41320"/>
                  </a:lnTo>
                  <a:lnTo>
                    <a:pt x="557321" y="23766"/>
                  </a:lnTo>
                  <a:lnTo>
                    <a:pt x="555490" y="2201"/>
                  </a:lnTo>
                  <a:lnTo>
                    <a:pt x="544264" y="2705"/>
                  </a:lnTo>
                  <a:lnTo>
                    <a:pt x="537227" y="5042"/>
                  </a:lnTo>
                  <a:lnTo>
                    <a:pt x="533320" y="6335"/>
                  </a:lnTo>
                  <a:lnTo>
                    <a:pt x="532243" y="6692"/>
                  </a:lnTo>
                  <a:lnTo>
                    <a:pt x="530968" y="7114"/>
                  </a:lnTo>
                  <a:lnTo>
                    <a:pt x="519687" y="7614"/>
                  </a:lnTo>
                  <a:lnTo>
                    <a:pt x="507341" y="8054"/>
                  </a:lnTo>
                  <a:lnTo>
                    <a:pt x="498061" y="6776"/>
                  </a:lnTo>
                  <a:lnTo>
                    <a:pt x="496531" y="6565"/>
                  </a:lnTo>
                  <a:lnTo>
                    <a:pt x="498053" y="17057"/>
                  </a:lnTo>
                  <a:lnTo>
                    <a:pt x="498289" y="18682"/>
                  </a:lnTo>
                  <a:lnTo>
                    <a:pt x="500038" y="30626"/>
                  </a:lnTo>
                  <a:lnTo>
                    <a:pt x="500950" y="37072"/>
                  </a:lnTo>
                  <a:lnTo>
                    <a:pt x="465463" y="34754"/>
                  </a:lnTo>
                  <a:lnTo>
                    <a:pt x="465499" y="48960"/>
                  </a:lnTo>
                  <a:lnTo>
                    <a:pt x="466599" y="49021"/>
                  </a:lnTo>
                  <a:lnTo>
                    <a:pt x="483603" y="49944"/>
                  </a:lnTo>
                  <a:lnTo>
                    <a:pt x="483349" y="50673"/>
                  </a:lnTo>
                  <a:lnTo>
                    <a:pt x="479103" y="60859"/>
                  </a:lnTo>
                  <a:lnTo>
                    <a:pt x="478112" y="63235"/>
                  </a:lnTo>
                  <a:lnTo>
                    <a:pt x="473734" y="75193"/>
                  </a:lnTo>
                  <a:lnTo>
                    <a:pt x="473429" y="77036"/>
                  </a:lnTo>
                  <a:lnTo>
                    <a:pt x="443884" y="66873"/>
                  </a:lnTo>
                  <a:lnTo>
                    <a:pt x="429064" y="64161"/>
                  </a:lnTo>
                  <a:lnTo>
                    <a:pt x="421240" y="65678"/>
                  </a:lnTo>
                  <a:lnTo>
                    <a:pt x="414798" y="67947"/>
                  </a:lnTo>
                  <a:lnTo>
                    <a:pt x="413970" y="68239"/>
                  </a:lnTo>
                  <a:lnTo>
                    <a:pt x="411605" y="70194"/>
                  </a:lnTo>
                  <a:lnTo>
                    <a:pt x="408919" y="72672"/>
                  </a:lnTo>
                  <a:lnTo>
                    <a:pt x="405854" y="75945"/>
                  </a:lnTo>
                  <a:lnTo>
                    <a:pt x="391494" y="91248"/>
                  </a:lnTo>
                  <a:lnTo>
                    <a:pt x="365020" y="117665"/>
                  </a:lnTo>
                  <a:lnTo>
                    <a:pt x="364479" y="118213"/>
                  </a:lnTo>
                  <a:lnTo>
                    <a:pt x="363991" y="119846"/>
                  </a:lnTo>
                  <a:lnTo>
                    <a:pt x="361595" y="127733"/>
                  </a:lnTo>
                  <a:lnTo>
                    <a:pt x="360828" y="129737"/>
                  </a:lnTo>
                  <a:lnTo>
                    <a:pt x="359137" y="134047"/>
                  </a:lnTo>
                  <a:lnTo>
                    <a:pt x="357204" y="138650"/>
                  </a:lnTo>
                  <a:lnTo>
                    <a:pt x="356297" y="140766"/>
                  </a:lnTo>
                  <a:lnTo>
                    <a:pt x="355850" y="141783"/>
                  </a:lnTo>
                  <a:lnTo>
                    <a:pt x="352313" y="149836"/>
                  </a:lnTo>
                  <a:lnTo>
                    <a:pt x="351099" y="152357"/>
                  </a:lnTo>
                  <a:lnTo>
                    <a:pt x="349176" y="156375"/>
                  </a:lnTo>
                  <a:lnTo>
                    <a:pt x="347705" y="159449"/>
                  </a:lnTo>
                  <a:lnTo>
                    <a:pt x="347409" y="160049"/>
                  </a:lnTo>
                  <a:lnTo>
                    <a:pt x="347015" y="160833"/>
                  </a:lnTo>
                  <a:lnTo>
                    <a:pt x="346558" y="161768"/>
                  </a:lnTo>
                  <a:lnTo>
                    <a:pt x="346594" y="161968"/>
                  </a:lnTo>
                  <a:lnTo>
                    <a:pt x="347380" y="166841"/>
                  </a:lnTo>
                  <a:lnTo>
                    <a:pt x="348319" y="170673"/>
                  </a:lnTo>
                  <a:lnTo>
                    <a:pt x="348494" y="178309"/>
                  </a:lnTo>
                  <a:lnTo>
                    <a:pt x="348710" y="189315"/>
                  </a:lnTo>
                  <a:lnTo>
                    <a:pt x="349064" y="196422"/>
                  </a:lnTo>
                  <a:lnTo>
                    <a:pt x="348851" y="201774"/>
                  </a:lnTo>
                  <a:lnTo>
                    <a:pt x="348899" y="204498"/>
                  </a:lnTo>
                  <a:lnTo>
                    <a:pt x="348825" y="208305"/>
                  </a:lnTo>
                  <a:lnTo>
                    <a:pt x="351667" y="213574"/>
                  </a:lnTo>
                  <a:lnTo>
                    <a:pt x="352397" y="214923"/>
                  </a:lnTo>
                  <a:lnTo>
                    <a:pt x="357514" y="224390"/>
                  </a:lnTo>
                  <a:lnTo>
                    <a:pt x="359924" y="233155"/>
                  </a:lnTo>
                  <a:lnTo>
                    <a:pt x="360333" y="234642"/>
                  </a:lnTo>
                  <a:lnTo>
                    <a:pt x="372468" y="236641"/>
                  </a:lnTo>
                  <a:lnTo>
                    <a:pt x="374070" y="236972"/>
                  </a:lnTo>
                  <a:lnTo>
                    <a:pt x="377807" y="237744"/>
                  </a:lnTo>
                  <a:lnTo>
                    <a:pt x="377704" y="238292"/>
                  </a:lnTo>
                  <a:lnTo>
                    <a:pt x="377579" y="238958"/>
                  </a:lnTo>
                  <a:lnTo>
                    <a:pt x="377548" y="239255"/>
                  </a:lnTo>
                  <a:lnTo>
                    <a:pt x="376235" y="251991"/>
                  </a:lnTo>
                  <a:lnTo>
                    <a:pt x="376207" y="252257"/>
                  </a:lnTo>
                  <a:lnTo>
                    <a:pt x="376086" y="253275"/>
                  </a:lnTo>
                  <a:lnTo>
                    <a:pt x="375693" y="256568"/>
                  </a:lnTo>
                  <a:lnTo>
                    <a:pt x="375307" y="259849"/>
                  </a:lnTo>
                  <a:lnTo>
                    <a:pt x="375364" y="260036"/>
                  </a:lnTo>
                  <a:lnTo>
                    <a:pt x="375491" y="260372"/>
                  </a:lnTo>
                  <a:lnTo>
                    <a:pt x="375648" y="260790"/>
                  </a:lnTo>
                  <a:lnTo>
                    <a:pt x="378520" y="268406"/>
                  </a:lnTo>
                  <a:lnTo>
                    <a:pt x="379335" y="270569"/>
                  </a:lnTo>
                  <a:lnTo>
                    <a:pt x="381292" y="275769"/>
                  </a:lnTo>
                  <a:lnTo>
                    <a:pt x="382920" y="280091"/>
                  </a:lnTo>
                  <a:lnTo>
                    <a:pt x="389747" y="298727"/>
                  </a:lnTo>
                  <a:lnTo>
                    <a:pt x="392945" y="317484"/>
                  </a:lnTo>
                  <a:lnTo>
                    <a:pt x="394207" y="324888"/>
                  </a:lnTo>
                  <a:lnTo>
                    <a:pt x="394937" y="329167"/>
                  </a:lnTo>
                  <a:lnTo>
                    <a:pt x="394742" y="329762"/>
                  </a:lnTo>
                  <a:lnTo>
                    <a:pt x="392909" y="335351"/>
                  </a:lnTo>
                  <a:lnTo>
                    <a:pt x="392044" y="348062"/>
                  </a:lnTo>
                  <a:lnTo>
                    <a:pt x="391843" y="348608"/>
                  </a:lnTo>
                  <a:lnTo>
                    <a:pt x="387381" y="360745"/>
                  </a:lnTo>
                  <a:lnTo>
                    <a:pt x="387257" y="360984"/>
                  </a:lnTo>
                  <a:lnTo>
                    <a:pt x="385486" y="364395"/>
                  </a:lnTo>
                  <a:lnTo>
                    <a:pt x="385280" y="364791"/>
                  </a:lnTo>
                  <a:lnTo>
                    <a:pt x="385068" y="365197"/>
                  </a:lnTo>
                  <a:lnTo>
                    <a:pt x="384392" y="367701"/>
                  </a:lnTo>
                  <a:lnTo>
                    <a:pt x="384030" y="369068"/>
                  </a:lnTo>
                  <a:lnTo>
                    <a:pt x="388234" y="373749"/>
                  </a:lnTo>
                  <a:lnTo>
                    <a:pt x="393172" y="380289"/>
                  </a:lnTo>
                  <a:lnTo>
                    <a:pt x="401189" y="390328"/>
                  </a:lnTo>
                  <a:lnTo>
                    <a:pt x="403506" y="392940"/>
                  </a:lnTo>
                  <a:lnTo>
                    <a:pt x="403944" y="393375"/>
                  </a:lnTo>
                  <a:lnTo>
                    <a:pt x="407820" y="397219"/>
                  </a:lnTo>
                  <a:lnTo>
                    <a:pt x="408438" y="397826"/>
                  </a:lnTo>
                  <a:lnTo>
                    <a:pt x="408911" y="398254"/>
                  </a:lnTo>
                  <a:lnTo>
                    <a:pt x="409148" y="398530"/>
                  </a:lnTo>
                  <a:lnTo>
                    <a:pt x="408523" y="399163"/>
                  </a:lnTo>
                  <a:lnTo>
                    <a:pt x="408044" y="400129"/>
                  </a:lnTo>
                  <a:lnTo>
                    <a:pt x="406709" y="401251"/>
                  </a:lnTo>
                  <a:lnTo>
                    <a:pt x="405927" y="401908"/>
                  </a:lnTo>
                  <a:lnTo>
                    <a:pt x="404897" y="402824"/>
                  </a:lnTo>
                  <a:lnTo>
                    <a:pt x="404081" y="403676"/>
                  </a:lnTo>
                  <a:lnTo>
                    <a:pt x="403342" y="404387"/>
                  </a:lnTo>
                  <a:lnTo>
                    <a:pt x="402656" y="405243"/>
                  </a:lnTo>
                  <a:lnTo>
                    <a:pt x="401561" y="406703"/>
                  </a:lnTo>
                  <a:lnTo>
                    <a:pt x="401496" y="407141"/>
                  </a:lnTo>
                  <a:lnTo>
                    <a:pt x="400569" y="408522"/>
                  </a:lnTo>
                  <a:lnTo>
                    <a:pt x="399447" y="410285"/>
                  </a:lnTo>
                  <a:lnTo>
                    <a:pt x="399605" y="410702"/>
                  </a:lnTo>
                  <a:lnTo>
                    <a:pt x="399002" y="413106"/>
                  </a:lnTo>
                  <a:lnTo>
                    <a:pt x="398918" y="413439"/>
                  </a:lnTo>
                  <a:lnTo>
                    <a:pt x="398526" y="414523"/>
                  </a:lnTo>
                  <a:lnTo>
                    <a:pt x="398048" y="415150"/>
                  </a:lnTo>
                  <a:lnTo>
                    <a:pt x="397790" y="415299"/>
                  </a:lnTo>
                  <a:lnTo>
                    <a:pt x="396987" y="417145"/>
                  </a:lnTo>
                  <a:lnTo>
                    <a:pt x="396644" y="418162"/>
                  </a:lnTo>
                  <a:lnTo>
                    <a:pt x="396458" y="419495"/>
                  </a:lnTo>
                  <a:lnTo>
                    <a:pt x="396148" y="421760"/>
                  </a:lnTo>
                  <a:lnTo>
                    <a:pt x="395812" y="424118"/>
                  </a:lnTo>
                  <a:lnTo>
                    <a:pt x="399237" y="425733"/>
                  </a:lnTo>
                  <a:lnTo>
                    <a:pt x="402373" y="426917"/>
                  </a:lnTo>
                  <a:lnTo>
                    <a:pt x="402724" y="427130"/>
                  </a:lnTo>
                  <a:lnTo>
                    <a:pt x="406885" y="429570"/>
                  </a:lnTo>
                  <a:lnTo>
                    <a:pt x="409117" y="430798"/>
                  </a:lnTo>
                  <a:lnTo>
                    <a:pt x="412932" y="432897"/>
                  </a:lnTo>
                  <a:lnTo>
                    <a:pt x="419514" y="437331"/>
                  </a:lnTo>
                  <a:lnTo>
                    <a:pt x="421045" y="438344"/>
                  </a:lnTo>
                  <a:lnTo>
                    <a:pt x="423175" y="439752"/>
                  </a:lnTo>
                  <a:lnTo>
                    <a:pt x="424265" y="440550"/>
                  </a:lnTo>
                  <a:lnTo>
                    <a:pt x="424757" y="440910"/>
                  </a:lnTo>
                  <a:lnTo>
                    <a:pt x="427190" y="443223"/>
                  </a:lnTo>
                  <a:lnTo>
                    <a:pt x="428221" y="444203"/>
                  </a:lnTo>
                  <a:lnTo>
                    <a:pt x="428837" y="444790"/>
                  </a:lnTo>
                  <a:lnTo>
                    <a:pt x="427537" y="445350"/>
                  </a:lnTo>
                  <a:lnTo>
                    <a:pt x="426944" y="445605"/>
                  </a:lnTo>
                  <a:lnTo>
                    <a:pt x="424576" y="446556"/>
                  </a:lnTo>
                  <a:lnTo>
                    <a:pt x="423562" y="446965"/>
                  </a:lnTo>
                  <a:lnTo>
                    <a:pt x="423403" y="447049"/>
                  </a:lnTo>
                  <a:lnTo>
                    <a:pt x="421837" y="447872"/>
                  </a:lnTo>
                  <a:lnTo>
                    <a:pt x="420315" y="448714"/>
                  </a:lnTo>
                  <a:lnTo>
                    <a:pt x="418905" y="449627"/>
                  </a:lnTo>
                  <a:lnTo>
                    <a:pt x="417060" y="450823"/>
                  </a:lnTo>
                  <a:lnTo>
                    <a:pt x="416372" y="451314"/>
                  </a:lnTo>
                  <a:lnTo>
                    <a:pt x="416130" y="451485"/>
                  </a:lnTo>
                  <a:lnTo>
                    <a:pt x="415043" y="452294"/>
                  </a:lnTo>
                  <a:lnTo>
                    <a:pt x="414535" y="452710"/>
                  </a:lnTo>
                  <a:lnTo>
                    <a:pt x="414021" y="453132"/>
                  </a:lnTo>
                  <a:lnTo>
                    <a:pt x="412227" y="454645"/>
                  </a:lnTo>
                  <a:lnTo>
                    <a:pt x="408154" y="454782"/>
                  </a:lnTo>
                  <a:lnTo>
                    <a:pt x="408042" y="454639"/>
                  </a:lnTo>
                  <a:lnTo>
                    <a:pt x="405382" y="454377"/>
                  </a:lnTo>
                  <a:lnTo>
                    <a:pt x="404945" y="454497"/>
                  </a:lnTo>
                  <a:lnTo>
                    <a:pt x="402633" y="454169"/>
                  </a:lnTo>
                  <a:lnTo>
                    <a:pt x="398585" y="453189"/>
                  </a:lnTo>
                  <a:lnTo>
                    <a:pt x="396117" y="452591"/>
                  </a:lnTo>
                  <a:lnTo>
                    <a:pt x="394815" y="452290"/>
                  </a:lnTo>
                  <a:lnTo>
                    <a:pt x="392799" y="451821"/>
                  </a:lnTo>
                  <a:lnTo>
                    <a:pt x="389873" y="451102"/>
                  </a:lnTo>
                  <a:lnTo>
                    <a:pt x="388899" y="450862"/>
                  </a:lnTo>
                  <a:lnTo>
                    <a:pt x="388286" y="450711"/>
                  </a:lnTo>
                  <a:lnTo>
                    <a:pt x="384029" y="449959"/>
                  </a:lnTo>
                  <a:lnTo>
                    <a:pt x="383141" y="449700"/>
                  </a:lnTo>
                  <a:lnTo>
                    <a:pt x="381648" y="449278"/>
                  </a:lnTo>
                  <a:lnTo>
                    <a:pt x="381133" y="449137"/>
                  </a:lnTo>
                  <a:lnTo>
                    <a:pt x="379844" y="448780"/>
                  </a:lnTo>
                  <a:lnTo>
                    <a:pt x="378410" y="448358"/>
                  </a:lnTo>
                  <a:lnTo>
                    <a:pt x="377803" y="448179"/>
                  </a:lnTo>
                  <a:lnTo>
                    <a:pt x="377599" y="448119"/>
                  </a:lnTo>
                  <a:lnTo>
                    <a:pt x="376192" y="447598"/>
                  </a:lnTo>
                  <a:lnTo>
                    <a:pt x="373186" y="446335"/>
                  </a:lnTo>
                  <a:lnTo>
                    <a:pt x="371082" y="445482"/>
                  </a:lnTo>
                  <a:lnTo>
                    <a:pt x="370151" y="445239"/>
                  </a:lnTo>
                  <a:lnTo>
                    <a:pt x="367403" y="444522"/>
                  </a:lnTo>
                  <a:lnTo>
                    <a:pt x="362270" y="443183"/>
                  </a:lnTo>
                  <a:lnTo>
                    <a:pt x="362071" y="443131"/>
                  </a:lnTo>
                  <a:lnTo>
                    <a:pt x="360831" y="442784"/>
                  </a:lnTo>
                  <a:lnTo>
                    <a:pt x="359660" y="442439"/>
                  </a:lnTo>
                  <a:lnTo>
                    <a:pt x="357266" y="441935"/>
                  </a:lnTo>
                  <a:lnTo>
                    <a:pt x="355474" y="441575"/>
                  </a:lnTo>
                  <a:lnTo>
                    <a:pt x="355231" y="441534"/>
                  </a:lnTo>
                  <a:lnTo>
                    <a:pt x="353549" y="441097"/>
                  </a:lnTo>
                  <a:lnTo>
                    <a:pt x="352810" y="440906"/>
                  </a:lnTo>
                  <a:lnTo>
                    <a:pt x="351453" y="441045"/>
                  </a:lnTo>
                  <a:lnTo>
                    <a:pt x="350991" y="441092"/>
                  </a:lnTo>
                  <a:lnTo>
                    <a:pt x="349423" y="440929"/>
                  </a:lnTo>
                  <a:lnTo>
                    <a:pt x="348213" y="440812"/>
                  </a:lnTo>
                  <a:lnTo>
                    <a:pt x="347383" y="440732"/>
                  </a:lnTo>
                  <a:lnTo>
                    <a:pt x="345807" y="440581"/>
                  </a:lnTo>
                  <a:lnTo>
                    <a:pt x="343848" y="440398"/>
                  </a:lnTo>
                  <a:lnTo>
                    <a:pt x="339957" y="439589"/>
                  </a:lnTo>
                  <a:lnTo>
                    <a:pt x="337989" y="439218"/>
                  </a:lnTo>
                  <a:lnTo>
                    <a:pt x="337650" y="440135"/>
                  </a:lnTo>
                  <a:lnTo>
                    <a:pt x="337556" y="440390"/>
                  </a:lnTo>
                  <a:lnTo>
                    <a:pt x="337371" y="440891"/>
                  </a:lnTo>
                  <a:lnTo>
                    <a:pt x="337273" y="441157"/>
                  </a:lnTo>
                  <a:lnTo>
                    <a:pt x="336530" y="443168"/>
                  </a:lnTo>
                  <a:lnTo>
                    <a:pt x="336241" y="443950"/>
                  </a:lnTo>
                  <a:lnTo>
                    <a:pt x="332007" y="455639"/>
                  </a:lnTo>
                  <a:lnTo>
                    <a:pt x="327189" y="468569"/>
                  </a:lnTo>
                  <a:lnTo>
                    <a:pt x="324875" y="474910"/>
                  </a:lnTo>
                  <a:lnTo>
                    <a:pt x="322383" y="481438"/>
                  </a:lnTo>
                  <a:lnTo>
                    <a:pt x="322028" y="482231"/>
                  </a:lnTo>
                  <a:lnTo>
                    <a:pt x="321915" y="482482"/>
                  </a:lnTo>
                  <a:lnTo>
                    <a:pt x="321366" y="483705"/>
                  </a:lnTo>
                  <a:lnTo>
                    <a:pt x="321204" y="484068"/>
                  </a:lnTo>
                  <a:lnTo>
                    <a:pt x="320605" y="485397"/>
                  </a:lnTo>
                  <a:lnTo>
                    <a:pt x="314110" y="499865"/>
                  </a:lnTo>
                  <a:lnTo>
                    <a:pt x="313733" y="500703"/>
                  </a:lnTo>
                  <a:lnTo>
                    <a:pt x="310424" y="508075"/>
                  </a:lnTo>
                  <a:lnTo>
                    <a:pt x="310172" y="508655"/>
                  </a:lnTo>
                  <a:lnTo>
                    <a:pt x="308348" y="512824"/>
                  </a:lnTo>
                  <a:lnTo>
                    <a:pt x="303821" y="521295"/>
                  </a:lnTo>
                  <a:lnTo>
                    <a:pt x="303551" y="521802"/>
                  </a:lnTo>
                  <a:lnTo>
                    <a:pt x="302154" y="524424"/>
                  </a:lnTo>
                  <a:lnTo>
                    <a:pt x="301029" y="526536"/>
                  </a:lnTo>
                  <a:lnTo>
                    <a:pt x="300742" y="527074"/>
                  </a:lnTo>
                  <a:lnTo>
                    <a:pt x="299406" y="529583"/>
                  </a:lnTo>
                  <a:lnTo>
                    <a:pt x="299303" y="529776"/>
                  </a:lnTo>
                  <a:lnTo>
                    <a:pt x="297900" y="532405"/>
                  </a:lnTo>
                  <a:lnTo>
                    <a:pt x="294990" y="537858"/>
                  </a:lnTo>
                  <a:lnTo>
                    <a:pt x="294516" y="538745"/>
                  </a:lnTo>
                  <a:lnTo>
                    <a:pt x="292304" y="542889"/>
                  </a:lnTo>
                  <a:lnTo>
                    <a:pt x="291744" y="543938"/>
                  </a:lnTo>
                  <a:lnTo>
                    <a:pt x="291561" y="544279"/>
                  </a:lnTo>
                  <a:lnTo>
                    <a:pt x="291132" y="545087"/>
                  </a:lnTo>
                  <a:lnTo>
                    <a:pt x="290841" y="545634"/>
                  </a:lnTo>
                  <a:lnTo>
                    <a:pt x="290269" y="546926"/>
                  </a:lnTo>
                  <a:lnTo>
                    <a:pt x="289124" y="549520"/>
                  </a:lnTo>
                  <a:lnTo>
                    <a:pt x="289046" y="549700"/>
                  </a:lnTo>
                  <a:lnTo>
                    <a:pt x="288463" y="551019"/>
                  </a:lnTo>
                  <a:lnTo>
                    <a:pt x="288316" y="551258"/>
                  </a:lnTo>
                  <a:lnTo>
                    <a:pt x="287255" y="552985"/>
                  </a:lnTo>
                  <a:lnTo>
                    <a:pt x="285770" y="555401"/>
                  </a:lnTo>
                  <a:lnTo>
                    <a:pt x="284807" y="556971"/>
                  </a:lnTo>
                  <a:lnTo>
                    <a:pt x="284424" y="557598"/>
                  </a:lnTo>
                  <a:lnTo>
                    <a:pt x="282674" y="560455"/>
                  </a:lnTo>
                  <a:lnTo>
                    <a:pt x="278720" y="566914"/>
                  </a:lnTo>
                  <a:lnTo>
                    <a:pt x="278409" y="567396"/>
                  </a:lnTo>
                  <a:lnTo>
                    <a:pt x="277678" y="568531"/>
                  </a:lnTo>
                  <a:lnTo>
                    <a:pt x="278069" y="568948"/>
                  </a:lnTo>
                  <a:lnTo>
                    <a:pt x="279041" y="569987"/>
                  </a:lnTo>
                  <a:lnTo>
                    <a:pt x="280680" y="571741"/>
                  </a:lnTo>
                  <a:lnTo>
                    <a:pt x="281468" y="572582"/>
                  </a:lnTo>
                  <a:lnTo>
                    <a:pt x="283498" y="574754"/>
                  </a:lnTo>
                  <a:lnTo>
                    <a:pt x="284860" y="576211"/>
                  </a:lnTo>
                  <a:lnTo>
                    <a:pt x="286377" y="578120"/>
                  </a:lnTo>
                  <a:lnTo>
                    <a:pt x="289111" y="581559"/>
                  </a:lnTo>
                  <a:lnTo>
                    <a:pt x="291845" y="585001"/>
                  </a:lnTo>
                  <a:lnTo>
                    <a:pt x="294293" y="588078"/>
                  </a:lnTo>
                  <a:lnTo>
                    <a:pt x="294592" y="588566"/>
                  </a:lnTo>
                  <a:lnTo>
                    <a:pt x="295168" y="589503"/>
                  </a:lnTo>
                  <a:lnTo>
                    <a:pt x="296158" y="591114"/>
                  </a:lnTo>
                  <a:lnTo>
                    <a:pt x="297514" y="593317"/>
                  </a:lnTo>
                  <a:lnTo>
                    <a:pt x="298451" y="595099"/>
                  </a:lnTo>
                  <a:lnTo>
                    <a:pt x="298600" y="595382"/>
                  </a:lnTo>
                  <a:lnTo>
                    <a:pt x="300034" y="598108"/>
                  </a:lnTo>
                  <a:lnTo>
                    <a:pt x="300894" y="599743"/>
                  </a:lnTo>
                  <a:lnTo>
                    <a:pt x="301842" y="601547"/>
                  </a:lnTo>
                  <a:lnTo>
                    <a:pt x="302732" y="603239"/>
                  </a:lnTo>
                  <a:lnTo>
                    <a:pt x="303560" y="604813"/>
                  </a:lnTo>
                  <a:lnTo>
                    <a:pt x="303646" y="604974"/>
                  </a:lnTo>
                  <a:lnTo>
                    <a:pt x="303913" y="605483"/>
                  </a:lnTo>
                  <a:lnTo>
                    <a:pt x="305565" y="608627"/>
                  </a:lnTo>
                  <a:lnTo>
                    <a:pt x="306763" y="610889"/>
                  </a:lnTo>
                  <a:lnTo>
                    <a:pt x="308521" y="614206"/>
                  </a:lnTo>
                  <a:lnTo>
                    <a:pt x="308898" y="614917"/>
                  </a:lnTo>
                  <a:lnTo>
                    <a:pt x="311146" y="619160"/>
                  </a:lnTo>
                  <a:lnTo>
                    <a:pt x="311648" y="620129"/>
                  </a:lnTo>
                  <a:lnTo>
                    <a:pt x="312361" y="621506"/>
                  </a:lnTo>
                  <a:lnTo>
                    <a:pt x="312432" y="621640"/>
                  </a:lnTo>
                  <a:lnTo>
                    <a:pt x="313037" y="622810"/>
                  </a:lnTo>
                  <a:lnTo>
                    <a:pt x="313748" y="624185"/>
                  </a:lnTo>
                  <a:lnTo>
                    <a:pt x="316012" y="628538"/>
                  </a:lnTo>
                  <a:lnTo>
                    <a:pt x="316715" y="629977"/>
                  </a:lnTo>
                  <a:lnTo>
                    <a:pt x="318626" y="633884"/>
                  </a:lnTo>
                  <a:lnTo>
                    <a:pt x="318796" y="634358"/>
                  </a:lnTo>
                  <a:lnTo>
                    <a:pt x="319409" y="636060"/>
                  </a:lnTo>
                  <a:lnTo>
                    <a:pt x="320360" y="638705"/>
                  </a:lnTo>
                  <a:lnTo>
                    <a:pt x="323847" y="648269"/>
                  </a:lnTo>
                  <a:lnTo>
                    <a:pt x="324800" y="651046"/>
                  </a:lnTo>
                  <a:lnTo>
                    <a:pt x="324833" y="652744"/>
                  </a:lnTo>
                  <a:lnTo>
                    <a:pt x="324846" y="653414"/>
                  </a:lnTo>
                  <a:lnTo>
                    <a:pt x="324850" y="653604"/>
                  </a:lnTo>
                  <a:lnTo>
                    <a:pt x="326279" y="661419"/>
                  </a:lnTo>
                  <a:lnTo>
                    <a:pt x="327221" y="666632"/>
                  </a:lnTo>
                  <a:lnTo>
                    <a:pt x="327546" y="672443"/>
                  </a:lnTo>
                  <a:lnTo>
                    <a:pt x="326703" y="688019"/>
                  </a:lnTo>
                  <a:lnTo>
                    <a:pt x="326484" y="691174"/>
                  </a:lnTo>
                  <a:lnTo>
                    <a:pt x="326222" y="692091"/>
                  </a:lnTo>
                  <a:lnTo>
                    <a:pt x="325970" y="694778"/>
                  </a:lnTo>
                  <a:lnTo>
                    <a:pt x="325683" y="697831"/>
                  </a:lnTo>
                  <a:lnTo>
                    <a:pt x="322338" y="707884"/>
                  </a:lnTo>
                  <a:lnTo>
                    <a:pt x="317004" y="721167"/>
                  </a:lnTo>
                  <a:lnTo>
                    <a:pt x="314972" y="724283"/>
                  </a:lnTo>
                  <a:lnTo>
                    <a:pt x="314024" y="725543"/>
                  </a:lnTo>
                  <a:lnTo>
                    <a:pt x="313754" y="725902"/>
                  </a:lnTo>
                  <a:lnTo>
                    <a:pt x="313017" y="726880"/>
                  </a:lnTo>
                  <a:lnTo>
                    <a:pt x="312738" y="727251"/>
                  </a:lnTo>
                  <a:lnTo>
                    <a:pt x="311930" y="728324"/>
                  </a:lnTo>
                  <a:lnTo>
                    <a:pt x="311411" y="729014"/>
                  </a:lnTo>
                  <a:lnTo>
                    <a:pt x="310683" y="729734"/>
                  </a:lnTo>
                  <a:lnTo>
                    <a:pt x="310461" y="729954"/>
                  </a:lnTo>
                  <a:lnTo>
                    <a:pt x="310075" y="730336"/>
                  </a:lnTo>
                  <a:lnTo>
                    <a:pt x="304213" y="732360"/>
                  </a:lnTo>
                  <a:lnTo>
                    <a:pt x="299847" y="732791"/>
                  </a:lnTo>
                  <a:lnTo>
                    <a:pt x="291461" y="733825"/>
                  </a:lnTo>
                  <a:lnTo>
                    <a:pt x="280505" y="732863"/>
                  </a:lnTo>
                  <a:lnTo>
                    <a:pt x="270759" y="733103"/>
                  </a:lnTo>
                  <a:lnTo>
                    <a:pt x="268694" y="733153"/>
                  </a:lnTo>
                  <a:lnTo>
                    <a:pt x="267544" y="733182"/>
                  </a:lnTo>
                  <a:lnTo>
                    <a:pt x="258934" y="734703"/>
                  </a:lnTo>
                  <a:lnTo>
                    <a:pt x="253513" y="735660"/>
                  </a:lnTo>
                  <a:lnTo>
                    <a:pt x="248814" y="737241"/>
                  </a:lnTo>
                  <a:lnTo>
                    <a:pt x="243470" y="738753"/>
                  </a:lnTo>
                  <a:lnTo>
                    <a:pt x="223979" y="742682"/>
                  </a:lnTo>
                  <a:lnTo>
                    <a:pt x="218501" y="743024"/>
                  </a:lnTo>
                  <a:lnTo>
                    <a:pt x="215793" y="742466"/>
                  </a:lnTo>
                  <a:lnTo>
                    <a:pt x="208366" y="740935"/>
                  </a:lnTo>
                  <a:lnTo>
                    <a:pt x="202358" y="741866"/>
                  </a:lnTo>
                  <a:lnTo>
                    <a:pt x="197542" y="742613"/>
                  </a:lnTo>
                  <a:lnTo>
                    <a:pt x="188913" y="744961"/>
                  </a:lnTo>
                  <a:lnTo>
                    <a:pt x="179463" y="748552"/>
                  </a:lnTo>
                  <a:lnTo>
                    <a:pt x="169202" y="752979"/>
                  </a:lnTo>
                  <a:lnTo>
                    <a:pt x="165889" y="754416"/>
                  </a:lnTo>
                  <a:lnTo>
                    <a:pt x="165043" y="755036"/>
                  </a:lnTo>
                  <a:lnTo>
                    <a:pt x="163225" y="756369"/>
                  </a:lnTo>
                  <a:lnTo>
                    <a:pt x="160676" y="758238"/>
                  </a:lnTo>
                  <a:lnTo>
                    <a:pt x="159300" y="760283"/>
                  </a:lnTo>
                  <a:lnTo>
                    <a:pt x="158824" y="760990"/>
                  </a:lnTo>
                  <a:lnTo>
                    <a:pt x="158289" y="761812"/>
                  </a:lnTo>
                  <a:lnTo>
                    <a:pt x="157390" y="764603"/>
                  </a:lnTo>
                  <a:lnTo>
                    <a:pt x="156343" y="767668"/>
                  </a:lnTo>
                  <a:lnTo>
                    <a:pt x="156263" y="767891"/>
                  </a:lnTo>
                  <a:lnTo>
                    <a:pt x="154696" y="773283"/>
                  </a:lnTo>
                  <a:lnTo>
                    <a:pt x="153069" y="782689"/>
                  </a:lnTo>
                  <a:lnTo>
                    <a:pt x="153454" y="790310"/>
                  </a:lnTo>
                  <a:lnTo>
                    <a:pt x="153524" y="791695"/>
                  </a:lnTo>
                  <a:lnTo>
                    <a:pt x="154123" y="794894"/>
                  </a:lnTo>
                  <a:lnTo>
                    <a:pt x="155448" y="801963"/>
                  </a:lnTo>
                  <a:lnTo>
                    <a:pt x="156208" y="804954"/>
                  </a:lnTo>
                  <a:lnTo>
                    <a:pt x="157388" y="809593"/>
                  </a:lnTo>
                  <a:lnTo>
                    <a:pt x="158630" y="814477"/>
                  </a:lnTo>
                  <a:lnTo>
                    <a:pt x="159545" y="818083"/>
                  </a:lnTo>
                  <a:lnTo>
                    <a:pt x="160102" y="819414"/>
                  </a:lnTo>
                  <a:lnTo>
                    <a:pt x="162028" y="824019"/>
                  </a:lnTo>
                  <a:lnTo>
                    <a:pt x="162641" y="825484"/>
                  </a:lnTo>
                  <a:lnTo>
                    <a:pt x="166831" y="835497"/>
                  </a:lnTo>
                  <a:lnTo>
                    <a:pt x="168259" y="838908"/>
                  </a:lnTo>
                  <a:lnTo>
                    <a:pt x="169264" y="840438"/>
                  </a:lnTo>
                  <a:lnTo>
                    <a:pt x="174313" y="848117"/>
                  </a:lnTo>
                  <a:lnTo>
                    <a:pt x="178292" y="854170"/>
                  </a:lnTo>
                  <a:lnTo>
                    <a:pt x="181837" y="857535"/>
                  </a:lnTo>
                  <a:lnTo>
                    <a:pt x="183090" y="858725"/>
                  </a:lnTo>
                  <a:lnTo>
                    <a:pt x="184084" y="859603"/>
                  </a:lnTo>
                  <a:lnTo>
                    <a:pt x="184363" y="859878"/>
                  </a:lnTo>
                  <a:lnTo>
                    <a:pt x="187316" y="862797"/>
                  </a:lnTo>
                  <a:lnTo>
                    <a:pt x="187669" y="863145"/>
                  </a:lnTo>
                  <a:lnTo>
                    <a:pt x="187984" y="863371"/>
                  </a:lnTo>
                  <a:lnTo>
                    <a:pt x="207321" y="871058"/>
                  </a:lnTo>
                  <a:lnTo>
                    <a:pt x="201899" y="872945"/>
                  </a:lnTo>
                  <a:lnTo>
                    <a:pt x="198935" y="873976"/>
                  </a:lnTo>
                  <a:lnTo>
                    <a:pt x="198290" y="874201"/>
                  </a:lnTo>
                  <a:lnTo>
                    <a:pt x="195251" y="875258"/>
                  </a:lnTo>
                  <a:lnTo>
                    <a:pt x="183925" y="879195"/>
                  </a:lnTo>
                  <a:lnTo>
                    <a:pt x="177170" y="881546"/>
                  </a:lnTo>
                  <a:lnTo>
                    <a:pt x="175800" y="881132"/>
                  </a:lnTo>
                  <a:lnTo>
                    <a:pt x="171791" y="881433"/>
                  </a:lnTo>
                  <a:lnTo>
                    <a:pt x="171065" y="883899"/>
                  </a:lnTo>
                  <a:lnTo>
                    <a:pt x="168538" y="883462"/>
                  </a:lnTo>
                  <a:lnTo>
                    <a:pt x="165874" y="883094"/>
                  </a:lnTo>
                  <a:lnTo>
                    <a:pt x="164729" y="883877"/>
                  </a:lnTo>
                  <a:lnTo>
                    <a:pt x="157056" y="884134"/>
                  </a:lnTo>
                  <a:lnTo>
                    <a:pt x="154823" y="885097"/>
                  </a:lnTo>
                  <a:lnTo>
                    <a:pt x="152258" y="883203"/>
                  </a:lnTo>
                  <a:lnTo>
                    <a:pt x="148415" y="880811"/>
                  </a:lnTo>
                  <a:lnTo>
                    <a:pt x="140320" y="878801"/>
                  </a:lnTo>
                  <a:lnTo>
                    <a:pt x="139601" y="876036"/>
                  </a:lnTo>
                  <a:lnTo>
                    <a:pt x="139510" y="875684"/>
                  </a:lnTo>
                  <a:lnTo>
                    <a:pt x="138615" y="875258"/>
                  </a:lnTo>
                  <a:lnTo>
                    <a:pt x="137899" y="874917"/>
                  </a:lnTo>
                  <a:lnTo>
                    <a:pt x="135978" y="874002"/>
                  </a:lnTo>
                  <a:lnTo>
                    <a:pt x="134886" y="873481"/>
                  </a:lnTo>
                  <a:lnTo>
                    <a:pt x="132497" y="872316"/>
                  </a:lnTo>
                  <a:lnTo>
                    <a:pt x="131970" y="872060"/>
                  </a:lnTo>
                  <a:lnTo>
                    <a:pt x="131448" y="871805"/>
                  </a:lnTo>
                  <a:lnTo>
                    <a:pt x="130677" y="871429"/>
                  </a:lnTo>
                  <a:lnTo>
                    <a:pt x="119969" y="866206"/>
                  </a:lnTo>
                  <a:lnTo>
                    <a:pt x="118303" y="865508"/>
                  </a:lnTo>
                  <a:lnTo>
                    <a:pt x="116771" y="864865"/>
                  </a:lnTo>
                  <a:lnTo>
                    <a:pt x="114694" y="863899"/>
                  </a:lnTo>
                  <a:lnTo>
                    <a:pt x="110354" y="861882"/>
                  </a:lnTo>
                  <a:lnTo>
                    <a:pt x="107071" y="860355"/>
                  </a:lnTo>
                  <a:lnTo>
                    <a:pt x="106257" y="859977"/>
                  </a:lnTo>
                  <a:lnTo>
                    <a:pt x="103121" y="858520"/>
                  </a:lnTo>
                  <a:lnTo>
                    <a:pt x="102380" y="858175"/>
                  </a:lnTo>
                  <a:lnTo>
                    <a:pt x="96977" y="857003"/>
                  </a:lnTo>
                  <a:lnTo>
                    <a:pt x="85131" y="854433"/>
                  </a:lnTo>
                  <a:lnTo>
                    <a:pt x="79721" y="853259"/>
                  </a:lnTo>
                  <a:lnTo>
                    <a:pt x="40639" y="844780"/>
                  </a:lnTo>
                  <a:lnTo>
                    <a:pt x="36399" y="843860"/>
                  </a:lnTo>
                  <a:lnTo>
                    <a:pt x="20299" y="840344"/>
                  </a:lnTo>
                  <a:lnTo>
                    <a:pt x="10580" y="838221"/>
                  </a:lnTo>
                  <a:lnTo>
                    <a:pt x="5175" y="837040"/>
                  </a:lnTo>
                  <a:lnTo>
                    <a:pt x="2899" y="836543"/>
                  </a:lnTo>
                  <a:lnTo>
                    <a:pt x="1811" y="836305"/>
                  </a:lnTo>
                  <a:lnTo>
                    <a:pt x="1141" y="836160"/>
                  </a:lnTo>
                  <a:lnTo>
                    <a:pt x="0" y="835923"/>
                  </a:lnTo>
                  <a:lnTo>
                    <a:pt x="1861" y="839401"/>
                  </a:lnTo>
                  <a:lnTo>
                    <a:pt x="10109" y="854802"/>
                  </a:lnTo>
                  <a:lnTo>
                    <a:pt x="12092" y="858510"/>
                  </a:lnTo>
                  <a:lnTo>
                    <a:pt x="29320" y="890690"/>
                  </a:lnTo>
                  <a:lnTo>
                    <a:pt x="31304" y="894396"/>
                  </a:lnTo>
                  <a:lnTo>
                    <a:pt x="42150" y="914657"/>
                  </a:lnTo>
                  <a:lnTo>
                    <a:pt x="44134" y="918365"/>
                  </a:lnTo>
                  <a:lnTo>
                    <a:pt x="45549" y="921043"/>
                  </a:lnTo>
                  <a:lnTo>
                    <a:pt x="45744" y="921412"/>
                  </a:lnTo>
                  <a:lnTo>
                    <a:pt x="95687" y="1016659"/>
                  </a:lnTo>
                  <a:lnTo>
                    <a:pt x="139490" y="1099045"/>
                  </a:lnTo>
                  <a:lnTo>
                    <a:pt x="140474" y="1100902"/>
                  </a:lnTo>
                  <a:lnTo>
                    <a:pt x="145526" y="1110422"/>
                  </a:lnTo>
                  <a:lnTo>
                    <a:pt x="146513" y="1112279"/>
                  </a:lnTo>
                  <a:lnTo>
                    <a:pt x="147503" y="1114139"/>
                  </a:lnTo>
                  <a:lnTo>
                    <a:pt x="157250" y="1132478"/>
                  </a:lnTo>
                  <a:lnTo>
                    <a:pt x="159132" y="1136023"/>
                  </a:lnTo>
                  <a:lnTo>
                    <a:pt x="169544" y="1155612"/>
                  </a:lnTo>
                  <a:lnTo>
                    <a:pt x="171428" y="1159156"/>
                  </a:lnTo>
                  <a:lnTo>
                    <a:pt x="180904" y="1176986"/>
                  </a:lnTo>
                  <a:lnTo>
                    <a:pt x="182787" y="1180529"/>
                  </a:lnTo>
                  <a:lnTo>
                    <a:pt x="196346" y="1206043"/>
                  </a:lnTo>
                  <a:lnTo>
                    <a:pt x="197332" y="1207900"/>
                  </a:lnTo>
                  <a:lnTo>
                    <a:pt x="198320" y="1209757"/>
                  </a:lnTo>
                  <a:lnTo>
                    <a:pt x="204212" y="1220846"/>
                  </a:lnTo>
                  <a:lnTo>
                    <a:pt x="206094" y="1224390"/>
                  </a:lnTo>
                  <a:lnTo>
                    <a:pt x="212686" y="1236794"/>
                  </a:lnTo>
                  <a:lnTo>
                    <a:pt x="214570" y="1240338"/>
                  </a:lnTo>
                  <a:lnTo>
                    <a:pt x="221730" y="1253811"/>
                  </a:lnTo>
                  <a:lnTo>
                    <a:pt x="223613" y="1257355"/>
                  </a:lnTo>
                  <a:lnTo>
                    <a:pt x="231739" y="1272571"/>
                  </a:lnTo>
                  <a:lnTo>
                    <a:pt x="232731" y="1274426"/>
                  </a:lnTo>
                  <a:lnTo>
                    <a:pt x="234162" y="1276983"/>
                  </a:lnTo>
                  <a:lnTo>
                    <a:pt x="234824" y="1278207"/>
                  </a:lnTo>
                  <a:lnTo>
                    <a:pt x="235851" y="1280041"/>
                  </a:lnTo>
                  <a:lnTo>
                    <a:pt x="240747" y="1288764"/>
                  </a:lnTo>
                  <a:lnTo>
                    <a:pt x="242712" y="1292264"/>
                  </a:lnTo>
                  <a:lnTo>
                    <a:pt x="248000" y="1301691"/>
                  </a:lnTo>
                  <a:lnTo>
                    <a:pt x="249029" y="1303525"/>
                  </a:lnTo>
                  <a:lnTo>
                    <a:pt x="250057" y="1305359"/>
                  </a:lnTo>
                  <a:lnTo>
                    <a:pt x="302840" y="1399154"/>
                  </a:lnTo>
                  <a:lnTo>
                    <a:pt x="322777" y="1434586"/>
                  </a:lnTo>
                  <a:lnTo>
                    <a:pt x="328144" y="1443427"/>
                  </a:lnTo>
                  <a:lnTo>
                    <a:pt x="330117" y="1446483"/>
                  </a:lnTo>
                  <a:lnTo>
                    <a:pt x="331247" y="1448256"/>
                  </a:lnTo>
                  <a:lnTo>
                    <a:pt x="358953" y="1492677"/>
                  </a:lnTo>
                  <a:lnTo>
                    <a:pt x="360277" y="1494787"/>
                  </a:lnTo>
                  <a:lnTo>
                    <a:pt x="372709" y="1514599"/>
                  </a:lnTo>
                  <a:lnTo>
                    <a:pt x="377561" y="1522324"/>
                  </a:lnTo>
                  <a:lnTo>
                    <a:pt x="377761" y="1522639"/>
                  </a:lnTo>
                  <a:lnTo>
                    <a:pt x="382893" y="1530696"/>
                  </a:lnTo>
                  <a:lnTo>
                    <a:pt x="386588" y="1536498"/>
                  </a:lnTo>
                  <a:lnTo>
                    <a:pt x="397284" y="1553290"/>
                  </a:lnTo>
                  <a:lnTo>
                    <a:pt x="408265" y="1570012"/>
                  </a:lnTo>
                  <a:lnTo>
                    <a:pt x="410723" y="1573667"/>
                  </a:lnTo>
                  <a:lnTo>
                    <a:pt x="421555" y="1589781"/>
                  </a:lnTo>
                  <a:lnTo>
                    <a:pt x="421977" y="1590426"/>
                  </a:lnTo>
                  <a:lnTo>
                    <a:pt x="423854" y="1593294"/>
                  </a:lnTo>
                  <a:lnTo>
                    <a:pt x="424840" y="1594801"/>
                  </a:lnTo>
                  <a:lnTo>
                    <a:pt x="427233" y="1598337"/>
                  </a:lnTo>
                  <a:lnTo>
                    <a:pt x="431475" y="1604508"/>
                  </a:lnTo>
                  <a:lnTo>
                    <a:pt x="434623" y="1609086"/>
                  </a:lnTo>
                  <a:lnTo>
                    <a:pt x="445936" y="1625541"/>
                  </a:lnTo>
                  <a:lnTo>
                    <a:pt x="464669" y="1652878"/>
                  </a:lnTo>
                  <a:lnTo>
                    <a:pt x="476975" y="1670742"/>
                  </a:lnTo>
                  <a:lnTo>
                    <a:pt x="477254" y="1671147"/>
                  </a:lnTo>
                  <a:lnTo>
                    <a:pt x="478605" y="1673107"/>
                  </a:lnTo>
                  <a:lnTo>
                    <a:pt x="479663" y="1674642"/>
                  </a:lnTo>
                  <a:lnTo>
                    <a:pt x="481834" y="1677790"/>
                  </a:lnTo>
                  <a:lnTo>
                    <a:pt x="482593" y="1678891"/>
                  </a:lnTo>
                  <a:lnTo>
                    <a:pt x="487543" y="1686071"/>
                  </a:lnTo>
                  <a:lnTo>
                    <a:pt x="494889" y="1696728"/>
                  </a:lnTo>
                  <a:lnTo>
                    <a:pt x="496080" y="1698456"/>
                  </a:lnTo>
                  <a:lnTo>
                    <a:pt x="496851" y="1699567"/>
                  </a:lnTo>
                  <a:lnTo>
                    <a:pt x="508330" y="1716095"/>
                  </a:lnTo>
                  <a:lnTo>
                    <a:pt x="519536" y="1731796"/>
                  </a:lnTo>
                  <a:lnTo>
                    <a:pt x="538452" y="1757633"/>
                  </a:lnTo>
                  <a:lnTo>
                    <a:pt x="556257" y="1781723"/>
                  </a:lnTo>
                  <a:lnTo>
                    <a:pt x="558701" y="1785031"/>
                  </a:lnTo>
                  <a:lnTo>
                    <a:pt x="562479" y="1789925"/>
                  </a:lnTo>
                  <a:lnTo>
                    <a:pt x="570250" y="1799991"/>
                  </a:lnTo>
                  <a:lnTo>
                    <a:pt x="572849" y="1803358"/>
                  </a:lnTo>
                  <a:lnTo>
                    <a:pt x="597434" y="1835208"/>
                  </a:lnTo>
                  <a:lnTo>
                    <a:pt x="598108" y="1834672"/>
                  </a:lnTo>
                  <a:lnTo>
                    <a:pt x="599066" y="1833904"/>
                  </a:lnTo>
                  <a:lnTo>
                    <a:pt x="601316" y="1832102"/>
                  </a:lnTo>
                  <a:lnTo>
                    <a:pt x="601985" y="1831564"/>
                  </a:lnTo>
                  <a:lnTo>
                    <a:pt x="613123" y="1822640"/>
                  </a:lnTo>
                  <a:lnTo>
                    <a:pt x="614018" y="1821923"/>
                  </a:lnTo>
                  <a:lnTo>
                    <a:pt x="615949" y="1820376"/>
                  </a:lnTo>
                  <a:lnTo>
                    <a:pt x="637119" y="1803417"/>
                  </a:lnTo>
                  <a:lnTo>
                    <a:pt x="637469" y="1803137"/>
                  </a:lnTo>
                  <a:lnTo>
                    <a:pt x="637961" y="1802743"/>
                  </a:lnTo>
                  <a:lnTo>
                    <a:pt x="664091" y="1781812"/>
                  </a:lnTo>
                  <a:lnTo>
                    <a:pt x="665171" y="1780947"/>
                  </a:lnTo>
                  <a:lnTo>
                    <a:pt x="666452" y="1779921"/>
                  </a:lnTo>
                  <a:lnTo>
                    <a:pt x="667349" y="1779203"/>
                  </a:lnTo>
                  <a:lnTo>
                    <a:pt x="668648" y="1778161"/>
                  </a:lnTo>
                  <a:lnTo>
                    <a:pt x="669476" y="1777498"/>
                  </a:lnTo>
                  <a:lnTo>
                    <a:pt x="671896" y="1775645"/>
                  </a:lnTo>
                  <a:lnTo>
                    <a:pt x="670735" y="1773894"/>
                  </a:lnTo>
                  <a:lnTo>
                    <a:pt x="666002" y="1766766"/>
                  </a:lnTo>
                  <a:lnTo>
                    <a:pt x="665082" y="1764874"/>
                  </a:lnTo>
                  <a:lnTo>
                    <a:pt x="660831" y="1756136"/>
                  </a:lnTo>
                  <a:lnTo>
                    <a:pt x="659910" y="1754244"/>
                  </a:lnTo>
                  <a:lnTo>
                    <a:pt x="659408" y="1752202"/>
                  </a:lnTo>
                  <a:lnTo>
                    <a:pt x="659311" y="1751967"/>
                  </a:lnTo>
                  <a:lnTo>
                    <a:pt x="659216" y="1751728"/>
                  </a:lnTo>
                  <a:lnTo>
                    <a:pt x="659123" y="1751487"/>
                  </a:lnTo>
                  <a:lnTo>
                    <a:pt x="659035" y="1751246"/>
                  </a:lnTo>
                  <a:lnTo>
                    <a:pt x="658952" y="1751003"/>
                  </a:lnTo>
                  <a:lnTo>
                    <a:pt x="658870" y="1750758"/>
                  </a:lnTo>
                  <a:lnTo>
                    <a:pt x="658794" y="1750513"/>
                  </a:lnTo>
                  <a:lnTo>
                    <a:pt x="658720" y="1750266"/>
                  </a:lnTo>
                  <a:lnTo>
                    <a:pt x="658649" y="1750020"/>
                  </a:lnTo>
                  <a:lnTo>
                    <a:pt x="658583" y="1749771"/>
                  </a:lnTo>
                  <a:lnTo>
                    <a:pt x="658520" y="1749522"/>
                  </a:lnTo>
                  <a:lnTo>
                    <a:pt x="658461" y="1749272"/>
                  </a:lnTo>
                  <a:lnTo>
                    <a:pt x="658406" y="1749021"/>
                  </a:lnTo>
                  <a:lnTo>
                    <a:pt x="658353" y="1748769"/>
                  </a:lnTo>
                  <a:lnTo>
                    <a:pt x="658305" y="1748517"/>
                  </a:lnTo>
                  <a:lnTo>
                    <a:pt x="658262" y="1748264"/>
                  </a:lnTo>
                  <a:lnTo>
                    <a:pt x="658220" y="1748010"/>
                  </a:lnTo>
                  <a:lnTo>
                    <a:pt x="658184" y="1747755"/>
                  </a:lnTo>
                  <a:lnTo>
                    <a:pt x="658150" y="1747501"/>
                  </a:lnTo>
                  <a:lnTo>
                    <a:pt x="658122" y="1747245"/>
                  </a:lnTo>
                  <a:lnTo>
                    <a:pt x="658095" y="1746991"/>
                  </a:lnTo>
                  <a:lnTo>
                    <a:pt x="658074" y="1746734"/>
                  </a:lnTo>
                  <a:lnTo>
                    <a:pt x="658055" y="1746476"/>
                  </a:lnTo>
                  <a:lnTo>
                    <a:pt x="658040" y="1746220"/>
                  </a:lnTo>
                  <a:lnTo>
                    <a:pt x="658031" y="1745964"/>
                  </a:lnTo>
                  <a:lnTo>
                    <a:pt x="658024" y="1745708"/>
                  </a:lnTo>
                  <a:lnTo>
                    <a:pt x="658022" y="1745449"/>
                  </a:lnTo>
                  <a:lnTo>
                    <a:pt x="658022" y="1745193"/>
                  </a:lnTo>
                  <a:lnTo>
                    <a:pt x="658026" y="1744935"/>
                  </a:lnTo>
                  <a:lnTo>
                    <a:pt x="658034" y="1744679"/>
                  </a:lnTo>
                  <a:lnTo>
                    <a:pt x="658046" y="1744423"/>
                  </a:lnTo>
                  <a:lnTo>
                    <a:pt x="658063" y="1744165"/>
                  </a:lnTo>
                  <a:lnTo>
                    <a:pt x="658082" y="1743908"/>
                  </a:lnTo>
                  <a:lnTo>
                    <a:pt x="658106" y="1743652"/>
                  </a:lnTo>
                  <a:lnTo>
                    <a:pt x="658132" y="1743398"/>
                  </a:lnTo>
                  <a:lnTo>
                    <a:pt x="658163" y="1743142"/>
                  </a:lnTo>
                  <a:lnTo>
                    <a:pt x="658198" y="1742887"/>
                  </a:lnTo>
                  <a:lnTo>
                    <a:pt x="658236" y="1742633"/>
                  </a:lnTo>
                  <a:lnTo>
                    <a:pt x="658278" y="1742379"/>
                  </a:lnTo>
                  <a:lnTo>
                    <a:pt x="658324" y="1742127"/>
                  </a:lnTo>
                  <a:lnTo>
                    <a:pt x="658374" y="1741874"/>
                  </a:lnTo>
                  <a:lnTo>
                    <a:pt x="658428" y="1741624"/>
                  </a:lnTo>
                  <a:lnTo>
                    <a:pt x="658485" y="1741371"/>
                  </a:lnTo>
                  <a:lnTo>
                    <a:pt x="658544" y="1741123"/>
                  </a:lnTo>
                  <a:lnTo>
                    <a:pt x="658610" y="1740873"/>
                  </a:lnTo>
                  <a:lnTo>
                    <a:pt x="658676" y="1740626"/>
                  </a:lnTo>
                  <a:lnTo>
                    <a:pt x="658747" y="1740379"/>
                  </a:lnTo>
                  <a:lnTo>
                    <a:pt x="658824" y="1740133"/>
                  </a:lnTo>
                  <a:lnTo>
                    <a:pt x="658902" y="1739888"/>
                  </a:lnTo>
                  <a:lnTo>
                    <a:pt x="658984" y="1739645"/>
                  </a:lnTo>
                  <a:lnTo>
                    <a:pt x="659070" y="1739403"/>
                  </a:lnTo>
                  <a:lnTo>
                    <a:pt x="659160" y="1739162"/>
                  </a:lnTo>
                  <a:lnTo>
                    <a:pt x="659252" y="1738923"/>
                  </a:lnTo>
                  <a:lnTo>
                    <a:pt x="659349" y="1738684"/>
                  </a:lnTo>
                  <a:lnTo>
                    <a:pt x="659449" y="1738447"/>
                  </a:lnTo>
                  <a:lnTo>
                    <a:pt x="659554" y="1738212"/>
                  </a:lnTo>
                  <a:lnTo>
                    <a:pt x="659659" y="1737979"/>
                  </a:lnTo>
                  <a:lnTo>
                    <a:pt x="659770" y="1737745"/>
                  </a:lnTo>
                  <a:lnTo>
                    <a:pt x="659884" y="1737516"/>
                  </a:lnTo>
                  <a:lnTo>
                    <a:pt x="660001" y="1737287"/>
                  </a:lnTo>
                  <a:lnTo>
                    <a:pt x="660121" y="1737059"/>
                  </a:lnTo>
                  <a:lnTo>
                    <a:pt x="660245" y="1736836"/>
                  </a:lnTo>
                  <a:lnTo>
                    <a:pt x="660372" y="1736612"/>
                  </a:lnTo>
                  <a:lnTo>
                    <a:pt x="660503" y="1736390"/>
                  </a:lnTo>
                  <a:lnTo>
                    <a:pt x="660637" y="1736171"/>
                  </a:lnTo>
                  <a:lnTo>
                    <a:pt x="660773" y="1735955"/>
                  </a:lnTo>
                  <a:lnTo>
                    <a:pt x="660914" y="1735739"/>
                  </a:lnTo>
                  <a:lnTo>
                    <a:pt x="661057" y="1735525"/>
                  </a:lnTo>
                  <a:lnTo>
                    <a:pt x="661202" y="1735313"/>
                  </a:lnTo>
                  <a:lnTo>
                    <a:pt x="661351" y="1735104"/>
                  </a:lnTo>
                  <a:lnTo>
                    <a:pt x="661504" y="1734898"/>
                  </a:lnTo>
                  <a:lnTo>
                    <a:pt x="661660" y="1734694"/>
                  </a:lnTo>
                  <a:lnTo>
                    <a:pt x="661817" y="1734491"/>
                  </a:lnTo>
                  <a:lnTo>
                    <a:pt x="661979" y="1734292"/>
                  </a:lnTo>
                  <a:lnTo>
                    <a:pt x="662143" y="1734094"/>
                  </a:lnTo>
                  <a:lnTo>
                    <a:pt x="662311" y="1733899"/>
                  </a:lnTo>
                  <a:lnTo>
                    <a:pt x="662481" y="1733706"/>
                  </a:lnTo>
                  <a:lnTo>
                    <a:pt x="662749" y="1733425"/>
                  </a:lnTo>
                  <a:lnTo>
                    <a:pt x="663293" y="1732934"/>
                  </a:lnTo>
                  <a:lnTo>
                    <a:pt x="663861" y="1732464"/>
                  </a:lnTo>
                  <a:lnTo>
                    <a:pt x="664543" y="1731943"/>
                  </a:lnTo>
                  <a:lnTo>
                    <a:pt x="665239" y="1731485"/>
                  </a:lnTo>
                  <a:lnTo>
                    <a:pt x="665890" y="1731141"/>
                  </a:lnTo>
                  <a:lnTo>
                    <a:pt x="666727" y="1730813"/>
                  </a:lnTo>
                  <a:lnTo>
                    <a:pt x="667572" y="1730513"/>
                  </a:lnTo>
                  <a:lnTo>
                    <a:pt x="668425" y="1730271"/>
                  </a:lnTo>
                  <a:lnTo>
                    <a:pt x="669293" y="1730077"/>
                  </a:lnTo>
                  <a:lnTo>
                    <a:pt x="669846" y="1729984"/>
                  </a:lnTo>
                  <a:lnTo>
                    <a:pt x="670090" y="1729946"/>
                  </a:lnTo>
                  <a:lnTo>
                    <a:pt x="670336" y="1729910"/>
                  </a:lnTo>
                  <a:lnTo>
                    <a:pt x="670584" y="1729879"/>
                  </a:lnTo>
                  <a:lnTo>
                    <a:pt x="670830" y="1729851"/>
                  </a:lnTo>
                  <a:lnTo>
                    <a:pt x="671078" y="1729828"/>
                  </a:lnTo>
                  <a:lnTo>
                    <a:pt x="671326" y="1729807"/>
                  </a:lnTo>
                  <a:lnTo>
                    <a:pt x="671572" y="1729790"/>
                  </a:lnTo>
                  <a:lnTo>
                    <a:pt x="671820" y="1729779"/>
                  </a:lnTo>
                  <a:lnTo>
                    <a:pt x="672070" y="1729770"/>
                  </a:lnTo>
                  <a:lnTo>
                    <a:pt x="672318" y="1729764"/>
                  </a:lnTo>
                  <a:lnTo>
                    <a:pt x="672566" y="1729762"/>
                  </a:lnTo>
                  <a:lnTo>
                    <a:pt x="672816" y="1729765"/>
                  </a:lnTo>
                  <a:lnTo>
                    <a:pt x="673063" y="1729772"/>
                  </a:lnTo>
                  <a:lnTo>
                    <a:pt x="673311" y="1729782"/>
                  </a:lnTo>
                  <a:lnTo>
                    <a:pt x="673559" y="1729796"/>
                  </a:lnTo>
                  <a:lnTo>
                    <a:pt x="673807" y="1729811"/>
                  </a:lnTo>
                  <a:lnTo>
                    <a:pt x="674055" y="1729833"/>
                  </a:lnTo>
                  <a:lnTo>
                    <a:pt x="674301" y="1729858"/>
                  </a:lnTo>
                  <a:lnTo>
                    <a:pt x="674549" y="1729887"/>
                  </a:lnTo>
                  <a:lnTo>
                    <a:pt x="674795" y="1729917"/>
                  </a:lnTo>
                  <a:lnTo>
                    <a:pt x="675041" y="1729954"/>
                  </a:lnTo>
                  <a:lnTo>
                    <a:pt x="675287" y="1729994"/>
                  </a:lnTo>
                  <a:lnTo>
                    <a:pt x="675531" y="1730037"/>
                  </a:lnTo>
                  <a:lnTo>
                    <a:pt x="675775" y="1730083"/>
                  </a:lnTo>
                  <a:lnTo>
                    <a:pt x="676029" y="1730123"/>
                  </a:lnTo>
                  <a:lnTo>
                    <a:pt x="676755" y="1730204"/>
                  </a:lnTo>
                  <a:lnTo>
                    <a:pt x="677491" y="1730270"/>
                  </a:lnTo>
                  <a:lnTo>
                    <a:pt x="678227" y="1730333"/>
                  </a:lnTo>
                  <a:lnTo>
                    <a:pt x="678965" y="1730391"/>
                  </a:lnTo>
                  <a:lnTo>
                    <a:pt x="679703" y="1730448"/>
                  </a:lnTo>
                  <a:lnTo>
                    <a:pt x="680440" y="1730498"/>
                  </a:lnTo>
                  <a:lnTo>
                    <a:pt x="681178" y="1730546"/>
                  </a:lnTo>
                  <a:lnTo>
                    <a:pt x="681917" y="1730593"/>
                  </a:lnTo>
                  <a:lnTo>
                    <a:pt x="682655" y="1730634"/>
                  </a:lnTo>
                  <a:lnTo>
                    <a:pt x="683393" y="1730671"/>
                  </a:lnTo>
                  <a:lnTo>
                    <a:pt x="684133" y="1730704"/>
                  </a:lnTo>
                  <a:lnTo>
                    <a:pt x="684871" y="1730735"/>
                  </a:lnTo>
                  <a:lnTo>
                    <a:pt x="685611" y="1730761"/>
                  </a:lnTo>
                  <a:lnTo>
                    <a:pt x="686351" y="1730784"/>
                  </a:lnTo>
                  <a:lnTo>
                    <a:pt x="687089" y="1730804"/>
                  </a:lnTo>
                  <a:lnTo>
                    <a:pt x="687829" y="1730820"/>
                  </a:lnTo>
                  <a:lnTo>
                    <a:pt x="688569" y="1730832"/>
                  </a:lnTo>
                  <a:lnTo>
                    <a:pt x="690009" y="1730862"/>
                  </a:lnTo>
                  <a:lnTo>
                    <a:pt x="692956" y="1730758"/>
                  </a:lnTo>
                  <a:lnTo>
                    <a:pt x="693789" y="1730697"/>
                  </a:lnTo>
                  <a:lnTo>
                    <a:pt x="694624" y="1730633"/>
                  </a:lnTo>
                  <a:lnTo>
                    <a:pt x="695458" y="1730565"/>
                  </a:lnTo>
                  <a:lnTo>
                    <a:pt x="696291" y="1730493"/>
                  </a:lnTo>
                  <a:lnTo>
                    <a:pt x="697125" y="1730417"/>
                  </a:lnTo>
                  <a:lnTo>
                    <a:pt x="697958" y="1730340"/>
                  </a:lnTo>
                  <a:lnTo>
                    <a:pt x="698790" y="1730258"/>
                  </a:lnTo>
                  <a:lnTo>
                    <a:pt x="699621" y="1730171"/>
                  </a:lnTo>
                  <a:lnTo>
                    <a:pt x="700453" y="1730082"/>
                  </a:lnTo>
                  <a:lnTo>
                    <a:pt x="701285" y="1729989"/>
                  </a:lnTo>
                  <a:lnTo>
                    <a:pt x="702116" y="1729892"/>
                  </a:lnTo>
                  <a:lnTo>
                    <a:pt x="702948" y="1729792"/>
                  </a:lnTo>
                  <a:lnTo>
                    <a:pt x="703778" y="1729687"/>
                  </a:lnTo>
                  <a:lnTo>
                    <a:pt x="704605" y="1729581"/>
                  </a:lnTo>
                  <a:lnTo>
                    <a:pt x="705435" y="1729469"/>
                  </a:lnTo>
                  <a:lnTo>
                    <a:pt x="706265" y="1729355"/>
                  </a:lnTo>
                  <a:lnTo>
                    <a:pt x="707092" y="1729237"/>
                  </a:lnTo>
                  <a:lnTo>
                    <a:pt x="708262" y="1728984"/>
                  </a:lnTo>
                  <a:lnTo>
                    <a:pt x="709961" y="1728586"/>
                  </a:lnTo>
                  <a:lnTo>
                    <a:pt x="711381" y="1728275"/>
                  </a:lnTo>
                  <a:lnTo>
                    <a:pt x="713479" y="1727815"/>
                  </a:lnTo>
                  <a:lnTo>
                    <a:pt x="725983" y="1724520"/>
                  </a:lnTo>
                  <a:lnTo>
                    <a:pt x="726243" y="1724451"/>
                  </a:lnTo>
                  <a:lnTo>
                    <a:pt x="726504" y="1724381"/>
                  </a:lnTo>
                  <a:lnTo>
                    <a:pt x="726764" y="1724311"/>
                  </a:lnTo>
                  <a:lnTo>
                    <a:pt x="727024" y="1724239"/>
                  </a:lnTo>
                  <a:lnTo>
                    <a:pt x="727284" y="1724167"/>
                  </a:lnTo>
                  <a:lnTo>
                    <a:pt x="727544" y="1724095"/>
                  </a:lnTo>
                  <a:lnTo>
                    <a:pt x="727803" y="1724021"/>
                  </a:lnTo>
                  <a:lnTo>
                    <a:pt x="728062" y="1723947"/>
                  </a:lnTo>
                  <a:lnTo>
                    <a:pt x="728321" y="1723872"/>
                  </a:lnTo>
                  <a:lnTo>
                    <a:pt x="728580" y="1723796"/>
                  </a:lnTo>
                  <a:lnTo>
                    <a:pt x="728839" y="1723719"/>
                  </a:lnTo>
                  <a:lnTo>
                    <a:pt x="729097" y="1723642"/>
                  </a:lnTo>
                  <a:lnTo>
                    <a:pt x="729355" y="1723564"/>
                  </a:lnTo>
                  <a:lnTo>
                    <a:pt x="729613" y="1723485"/>
                  </a:lnTo>
                  <a:lnTo>
                    <a:pt x="729870" y="1723406"/>
                  </a:lnTo>
                  <a:lnTo>
                    <a:pt x="730128" y="1723326"/>
                  </a:lnTo>
                  <a:lnTo>
                    <a:pt x="730385" y="1723245"/>
                  </a:lnTo>
                  <a:lnTo>
                    <a:pt x="730642" y="1723163"/>
                  </a:lnTo>
                  <a:lnTo>
                    <a:pt x="730899" y="1723081"/>
                  </a:lnTo>
                  <a:lnTo>
                    <a:pt x="731155" y="1722998"/>
                  </a:lnTo>
                  <a:lnTo>
                    <a:pt x="731412" y="1722914"/>
                  </a:lnTo>
                  <a:lnTo>
                    <a:pt x="731668" y="1722829"/>
                  </a:lnTo>
                  <a:lnTo>
                    <a:pt x="731924" y="1722744"/>
                  </a:lnTo>
                  <a:lnTo>
                    <a:pt x="732179" y="1722658"/>
                  </a:lnTo>
                  <a:lnTo>
                    <a:pt x="732434" y="1722571"/>
                  </a:lnTo>
                  <a:lnTo>
                    <a:pt x="732689" y="1722483"/>
                  </a:lnTo>
                  <a:lnTo>
                    <a:pt x="732944" y="1722395"/>
                  </a:lnTo>
                  <a:lnTo>
                    <a:pt x="733199" y="1722306"/>
                  </a:lnTo>
                  <a:lnTo>
                    <a:pt x="733453" y="1722216"/>
                  </a:lnTo>
                  <a:lnTo>
                    <a:pt x="733707" y="1722126"/>
                  </a:lnTo>
                  <a:lnTo>
                    <a:pt x="733961" y="1722035"/>
                  </a:lnTo>
                  <a:lnTo>
                    <a:pt x="734214" y="1721943"/>
                  </a:lnTo>
                  <a:lnTo>
                    <a:pt x="734467" y="1721850"/>
                  </a:lnTo>
                  <a:lnTo>
                    <a:pt x="734720" y="1721757"/>
                  </a:lnTo>
                  <a:lnTo>
                    <a:pt x="734973" y="1721663"/>
                  </a:lnTo>
                  <a:lnTo>
                    <a:pt x="735226" y="1721568"/>
                  </a:lnTo>
                  <a:lnTo>
                    <a:pt x="735474" y="1721474"/>
                  </a:lnTo>
                  <a:lnTo>
                    <a:pt x="735723" y="1721379"/>
                  </a:lnTo>
                  <a:lnTo>
                    <a:pt x="735971" y="1721283"/>
                  </a:lnTo>
                  <a:lnTo>
                    <a:pt x="736219" y="1721187"/>
                  </a:lnTo>
                  <a:lnTo>
                    <a:pt x="736467" y="1721089"/>
                  </a:lnTo>
                  <a:lnTo>
                    <a:pt x="736715" y="1720992"/>
                  </a:lnTo>
                  <a:lnTo>
                    <a:pt x="736962" y="1720893"/>
                  </a:lnTo>
                  <a:lnTo>
                    <a:pt x="737209" y="1720794"/>
                  </a:lnTo>
                  <a:lnTo>
                    <a:pt x="737455" y="1720694"/>
                  </a:lnTo>
                  <a:lnTo>
                    <a:pt x="737702" y="1720594"/>
                  </a:lnTo>
                  <a:lnTo>
                    <a:pt x="737948" y="1720492"/>
                  </a:lnTo>
                  <a:lnTo>
                    <a:pt x="738194" y="1720390"/>
                  </a:lnTo>
                  <a:lnTo>
                    <a:pt x="738439" y="1720288"/>
                  </a:lnTo>
                  <a:lnTo>
                    <a:pt x="738684" y="1720184"/>
                  </a:lnTo>
                  <a:lnTo>
                    <a:pt x="738929" y="1720080"/>
                  </a:lnTo>
                  <a:lnTo>
                    <a:pt x="739174" y="1719976"/>
                  </a:lnTo>
                  <a:lnTo>
                    <a:pt x="739418" y="1719870"/>
                  </a:lnTo>
                  <a:lnTo>
                    <a:pt x="739662" y="1719764"/>
                  </a:lnTo>
                  <a:lnTo>
                    <a:pt x="739906" y="1719657"/>
                  </a:lnTo>
                  <a:lnTo>
                    <a:pt x="740150" y="1719550"/>
                  </a:lnTo>
                  <a:lnTo>
                    <a:pt x="740393" y="1719442"/>
                  </a:lnTo>
                  <a:lnTo>
                    <a:pt x="740636" y="1719333"/>
                  </a:lnTo>
                  <a:lnTo>
                    <a:pt x="740878" y="1719223"/>
                  </a:lnTo>
                  <a:lnTo>
                    <a:pt x="741120" y="1719113"/>
                  </a:lnTo>
                  <a:lnTo>
                    <a:pt x="741604" y="1718890"/>
                  </a:lnTo>
                  <a:lnTo>
                    <a:pt x="741845" y="1718778"/>
                  </a:lnTo>
                  <a:lnTo>
                    <a:pt x="742086" y="1718665"/>
                  </a:lnTo>
                  <a:lnTo>
                    <a:pt x="742327" y="1718551"/>
                  </a:lnTo>
                  <a:lnTo>
                    <a:pt x="742567" y="1718437"/>
                  </a:lnTo>
                  <a:lnTo>
                    <a:pt x="742807" y="1718322"/>
                  </a:lnTo>
                  <a:lnTo>
                    <a:pt x="743047" y="1718206"/>
                  </a:lnTo>
                  <a:lnTo>
                    <a:pt x="743286" y="1718090"/>
                  </a:lnTo>
                  <a:lnTo>
                    <a:pt x="743525" y="1717973"/>
                  </a:lnTo>
                  <a:lnTo>
                    <a:pt x="743764" y="1717855"/>
                  </a:lnTo>
                  <a:lnTo>
                    <a:pt x="744002" y="1717737"/>
                  </a:lnTo>
                  <a:lnTo>
                    <a:pt x="744240" y="1717618"/>
                  </a:lnTo>
                  <a:lnTo>
                    <a:pt x="744478" y="1717498"/>
                  </a:lnTo>
                  <a:lnTo>
                    <a:pt x="744715" y="1717378"/>
                  </a:lnTo>
                  <a:lnTo>
                    <a:pt x="744952" y="1717257"/>
                  </a:lnTo>
                  <a:lnTo>
                    <a:pt x="745189" y="1717135"/>
                  </a:lnTo>
                  <a:lnTo>
                    <a:pt x="745430" y="1717010"/>
                  </a:lnTo>
                  <a:lnTo>
                    <a:pt x="745671" y="1716884"/>
                  </a:lnTo>
                  <a:lnTo>
                    <a:pt x="745912" y="1716758"/>
                  </a:lnTo>
                  <a:lnTo>
                    <a:pt x="746153" y="1716631"/>
                  </a:lnTo>
                  <a:lnTo>
                    <a:pt x="746393" y="1716503"/>
                  </a:lnTo>
                  <a:lnTo>
                    <a:pt x="746640" y="1716371"/>
                  </a:lnTo>
                  <a:lnTo>
                    <a:pt x="746888" y="1716238"/>
                  </a:lnTo>
                  <a:lnTo>
                    <a:pt x="747134" y="1716104"/>
                  </a:lnTo>
                  <a:lnTo>
                    <a:pt x="747381" y="1715970"/>
                  </a:lnTo>
                  <a:lnTo>
                    <a:pt x="747627" y="1715835"/>
                  </a:lnTo>
                  <a:lnTo>
                    <a:pt x="747873" y="1715700"/>
                  </a:lnTo>
                  <a:lnTo>
                    <a:pt x="748162" y="1715539"/>
                  </a:lnTo>
                  <a:lnTo>
                    <a:pt x="748363" y="1715427"/>
                  </a:lnTo>
                  <a:lnTo>
                    <a:pt x="748608" y="1715289"/>
                  </a:lnTo>
                  <a:lnTo>
                    <a:pt x="748852" y="1715151"/>
                  </a:lnTo>
                  <a:lnTo>
                    <a:pt x="749096" y="1715012"/>
                  </a:lnTo>
                  <a:lnTo>
                    <a:pt x="749339" y="1714872"/>
                  </a:lnTo>
                  <a:lnTo>
                    <a:pt x="749583" y="1714732"/>
                  </a:lnTo>
                  <a:lnTo>
                    <a:pt x="749898" y="1714549"/>
                  </a:lnTo>
                  <a:lnTo>
                    <a:pt x="750068" y="1714450"/>
                  </a:lnTo>
                  <a:lnTo>
                    <a:pt x="750310" y="1714308"/>
                  </a:lnTo>
                  <a:lnTo>
                    <a:pt x="750551" y="1714165"/>
                  </a:lnTo>
                  <a:lnTo>
                    <a:pt x="750793" y="1714022"/>
                  </a:lnTo>
                  <a:lnTo>
                    <a:pt x="751034" y="1713878"/>
                  </a:lnTo>
                  <a:lnTo>
                    <a:pt x="751274" y="1713733"/>
                  </a:lnTo>
                  <a:lnTo>
                    <a:pt x="751514" y="1713588"/>
                  </a:lnTo>
                  <a:lnTo>
                    <a:pt x="751754" y="1713442"/>
                  </a:lnTo>
                  <a:lnTo>
                    <a:pt x="751993" y="1713295"/>
                  </a:lnTo>
                  <a:lnTo>
                    <a:pt x="752232" y="1713148"/>
                  </a:lnTo>
                  <a:lnTo>
                    <a:pt x="752471" y="1713000"/>
                  </a:lnTo>
                  <a:lnTo>
                    <a:pt x="752709" y="1712852"/>
                  </a:lnTo>
                  <a:lnTo>
                    <a:pt x="753031" y="1712649"/>
                  </a:lnTo>
                  <a:lnTo>
                    <a:pt x="753184" y="1712553"/>
                  </a:lnTo>
                  <a:lnTo>
                    <a:pt x="753421" y="1712402"/>
                  </a:lnTo>
                  <a:lnTo>
                    <a:pt x="753658" y="1712251"/>
                  </a:lnTo>
                  <a:lnTo>
                    <a:pt x="753894" y="1712099"/>
                  </a:lnTo>
                  <a:lnTo>
                    <a:pt x="754130" y="1711947"/>
                  </a:lnTo>
                  <a:lnTo>
                    <a:pt x="754365" y="1711794"/>
                  </a:lnTo>
                  <a:lnTo>
                    <a:pt x="754600" y="1711640"/>
                  </a:lnTo>
                  <a:lnTo>
                    <a:pt x="754834" y="1711486"/>
                  </a:lnTo>
                  <a:lnTo>
                    <a:pt x="755068" y="1711331"/>
                  </a:lnTo>
                  <a:lnTo>
                    <a:pt x="755302" y="1711176"/>
                  </a:lnTo>
                  <a:lnTo>
                    <a:pt x="755535" y="1711019"/>
                  </a:lnTo>
                  <a:lnTo>
                    <a:pt x="755768" y="1710863"/>
                  </a:lnTo>
                  <a:lnTo>
                    <a:pt x="756001" y="1710705"/>
                  </a:lnTo>
                  <a:lnTo>
                    <a:pt x="756233" y="1710547"/>
                  </a:lnTo>
                  <a:lnTo>
                    <a:pt x="756464" y="1710389"/>
                  </a:lnTo>
                  <a:lnTo>
                    <a:pt x="756696" y="1710229"/>
                  </a:lnTo>
                  <a:lnTo>
                    <a:pt x="756926" y="1710070"/>
                  </a:lnTo>
                  <a:lnTo>
                    <a:pt x="757157" y="1709909"/>
                  </a:lnTo>
                  <a:lnTo>
                    <a:pt x="757386" y="1709748"/>
                  </a:lnTo>
                  <a:lnTo>
                    <a:pt x="757616" y="1709586"/>
                  </a:lnTo>
                  <a:lnTo>
                    <a:pt x="757845" y="1709424"/>
                  </a:lnTo>
                  <a:lnTo>
                    <a:pt x="758074" y="1709261"/>
                  </a:lnTo>
                  <a:lnTo>
                    <a:pt x="758302" y="1709097"/>
                  </a:lnTo>
                  <a:lnTo>
                    <a:pt x="758529" y="1708933"/>
                  </a:lnTo>
                  <a:lnTo>
                    <a:pt x="758757" y="1708768"/>
                  </a:lnTo>
                  <a:lnTo>
                    <a:pt x="758984" y="1708603"/>
                  </a:lnTo>
                  <a:lnTo>
                    <a:pt x="760575" y="1707438"/>
                  </a:lnTo>
                  <a:lnTo>
                    <a:pt x="760857" y="1707231"/>
                  </a:lnTo>
                  <a:lnTo>
                    <a:pt x="761139" y="1707023"/>
                  </a:lnTo>
                  <a:lnTo>
                    <a:pt x="761421" y="1706815"/>
                  </a:lnTo>
                  <a:lnTo>
                    <a:pt x="761702" y="1706606"/>
                  </a:lnTo>
                  <a:lnTo>
                    <a:pt x="761982" y="1706396"/>
                  </a:lnTo>
                  <a:lnTo>
                    <a:pt x="762263" y="1706186"/>
                  </a:lnTo>
                  <a:lnTo>
                    <a:pt x="762542" y="1705975"/>
                  </a:lnTo>
                  <a:lnTo>
                    <a:pt x="762831" y="1705756"/>
                  </a:lnTo>
                  <a:lnTo>
                    <a:pt x="763100" y="1705551"/>
                  </a:lnTo>
                  <a:lnTo>
                    <a:pt x="763378" y="1705339"/>
                  </a:lnTo>
                  <a:lnTo>
                    <a:pt x="763656" y="1705125"/>
                  </a:lnTo>
                  <a:lnTo>
                    <a:pt x="763933" y="1704912"/>
                  </a:lnTo>
                  <a:lnTo>
                    <a:pt x="764210" y="1704697"/>
                  </a:lnTo>
                  <a:lnTo>
                    <a:pt x="764487" y="1704482"/>
                  </a:lnTo>
                  <a:lnTo>
                    <a:pt x="764763" y="1704266"/>
                  </a:lnTo>
                  <a:lnTo>
                    <a:pt x="765056" y="1704035"/>
                  </a:lnTo>
                  <a:lnTo>
                    <a:pt x="765313" y="1703833"/>
                  </a:lnTo>
                  <a:lnTo>
                    <a:pt x="765587" y="1703615"/>
                  </a:lnTo>
                  <a:lnTo>
                    <a:pt x="765862" y="1703397"/>
                  </a:lnTo>
                  <a:lnTo>
                    <a:pt x="766135" y="1703179"/>
                  </a:lnTo>
                  <a:lnTo>
                    <a:pt x="766408" y="1702959"/>
                  </a:lnTo>
                  <a:lnTo>
                    <a:pt x="766681" y="1702739"/>
                  </a:lnTo>
                  <a:lnTo>
                    <a:pt x="766953" y="1702519"/>
                  </a:lnTo>
                  <a:lnTo>
                    <a:pt x="767225" y="1702298"/>
                  </a:lnTo>
                  <a:lnTo>
                    <a:pt x="767496" y="1702076"/>
                  </a:lnTo>
                  <a:lnTo>
                    <a:pt x="767767" y="1701854"/>
                  </a:lnTo>
                  <a:lnTo>
                    <a:pt x="768037" y="1701631"/>
                  </a:lnTo>
                  <a:lnTo>
                    <a:pt x="768306" y="1701408"/>
                  </a:lnTo>
                  <a:lnTo>
                    <a:pt x="768576" y="1701184"/>
                  </a:lnTo>
                  <a:lnTo>
                    <a:pt x="768845" y="1700959"/>
                  </a:lnTo>
                  <a:lnTo>
                    <a:pt x="769113" y="1700734"/>
                  </a:lnTo>
                  <a:lnTo>
                    <a:pt x="769381" y="1700508"/>
                  </a:lnTo>
                  <a:lnTo>
                    <a:pt x="769648" y="1700282"/>
                  </a:lnTo>
                  <a:lnTo>
                    <a:pt x="769915" y="1700055"/>
                  </a:lnTo>
                  <a:lnTo>
                    <a:pt x="770181" y="1699827"/>
                  </a:lnTo>
                  <a:lnTo>
                    <a:pt x="770447" y="1699599"/>
                  </a:lnTo>
                  <a:lnTo>
                    <a:pt x="770712" y="1699370"/>
                  </a:lnTo>
                  <a:lnTo>
                    <a:pt x="770977" y="1699141"/>
                  </a:lnTo>
                  <a:lnTo>
                    <a:pt x="771242" y="1698911"/>
                  </a:lnTo>
                  <a:lnTo>
                    <a:pt x="771579" y="1698616"/>
                  </a:lnTo>
                  <a:lnTo>
                    <a:pt x="771769" y="1698450"/>
                  </a:lnTo>
                  <a:lnTo>
                    <a:pt x="772031" y="1698218"/>
                  </a:lnTo>
                  <a:lnTo>
                    <a:pt x="772294" y="1697986"/>
                  </a:lnTo>
                  <a:lnTo>
                    <a:pt x="772556" y="1697753"/>
                  </a:lnTo>
                  <a:lnTo>
                    <a:pt x="772817" y="1697520"/>
                  </a:lnTo>
                  <a:lnTo>
                    <a:pt x="773078" y="1697286"/>
                  </a:lnTo>
                  <a:lnTo>
                    <a:pt x="773338" y="1697052"/>
                  </a:lnTo>
                  <a:lnTo>
                    <a:pt x="773598" y="1696817"/>
                  </a:lnTo>
                  <a:lnTo>
                    <a:pt x="773857" y="1696581"/>
                  </a:lnTo>
                  <a:lnTo>
                    <a:pt x="774116" y="1696345"/>
                  </a:lnTo>
                  <a:lnTo>
                    <a:pt x="774374" y="1696109"/>
                  </a:lnTo>
                  <a:lnTo>
                    <a:pt x="774632" y="1695871"/>
                  </a:lnTo>
                  <a:lnTo>
                    <a:pt x="774889" y="1695634"/>
                  </a:lnTo>
                  <a:lnTo>
                    <a:pt x="775146" y="1695395"/>
                  </a:lnTo>
                  <a:lnTo>
                    <a:pt x="777922" y="1692819"/>
                  </a:lnTo>
                  <a:lnTo>
                    <a:pt x="778099" y="1692653"/>
                  </a:lnTo>
                  <a:lnTo>
                    <a:pt x="778277" y="1692486"/>
                  </a:lnTo>
                  <a:lnTo>
                    <a:pt x="778454" y="1692319"/>
                  </a:lnTo>
                  <a:lnTo>
                    <a:pt x="778630" y="1692151"/>
                  </a:lnTo>
                  <a:lnTo>
                    <a:pt x="778806" y="1691983"/>
                  </a:lnTo>
                  <a:lnTo>
                    <a:pt x="778982" y="1691814"/>
                  </a:lnTo>
                  <a:lnTo>
                    <a:pt x="779156" y="1691645"/>
                  </a:lnTo>
                  <a:lnTo>
                    <a:pt x="779331" y="1691475"/>
                  </a:lnTo>
                  <a:lnTo>
                    <a:pt x="779504" y="1691304"/>
                  </a:lnTo>
                  <a:lnTo>
                    <a:pt x="779678" y="1691134"/>
                  </a:lnTo>
                  <a:lnTo>
                    <a:pt x="779851" y="1690962"/>
                  </a:lnTo>
                  <a:lnTo>
                    <a:pt x="780023" y="1690790"/>
                  </a:lnTo>
                  <a:lnTo>
                    <a:pt x="780195" y="1690617"/>
                  </a:lnTo>
                  <a:lnTo>
                    <a:pt x="780366" y="1690444"/>
                  </a:lnTo>
                  <a:lnTo>
                    <a:pt x="780536" y="1690271"/>
                  </a:lnTo>
                  <a:lnTo>
                    <a:pt x="780706" y="1690097"/>
                  </a:lnTo>
                  <a:lnTo>
                    <a:pt x="780876" y="1689922"/>
                  </a:lnTo>
                  <a:lnTo>
                    <a:pt x="781045" y="1689747"/>
                  </a:lnTo>
                  <a:lnTo>
                    <a:pt x="781214" y="1689571"/>
                  </a:lnTo>
                  <a:lnTo>
                    <a:pt x="781382" y="1689395"/>
                  </a:lnTo>
                  <a:lnTo>
                    <a:pt x="781549" y="1689218"/>
                  </a:lnTo>
                  <a:lnTo>
                    <a:pt x="781716" y="1689041"/>
                  </a:lnTo>
                  <a:lnTo>
                    <a:pt x="781882" y="1688863"/>
                  </a:lnTo>
                  <a:lnTo>
                    <a:pt x="782048" y="1688685"/>
                  </a:lnTo>
                  <a:lnTo>
                    <a:pt x="782213" y="1688506"/>
                  </a:lnTo>
                  <a:lnTo>
                    <a:pt x="782378" y="1688327"/>
                  </a:lnTo>
                  <a:lnTo>
                    <a:pt x="782542" y="1688147"/>
                  </a:lnTo>
                  <a:lnTo>
                    <a:pt x="782706" y="1687967"/>
                  </a:lnTo>
                  <a:lnTo>
                    <a:pt x="782869" y="1687786"/>
                  </a:lnTo>
                  <a:lnTo>
                    <a:pt x="783031" y="1687605"/>
                  </a:lnTo>
                  <a:lnTo>
                    <a:pt x="783193" y="1687423"/>
                  </a:lnTo>
                  <a:lnTo>
                    <a:pt x="783354" y="1687241"/>
                  </a:lnTo>
                  <a:lnTo>
                    <a:pt x="783515" y="1687058"/>
                  </a:lnTo>
                  <a:lnTo>
                    <a:pt x="783676" y="1686875"/>
                  </a:lnTo>
                  <a:lnTo>
                    <a:pt x="783835" y="1686691"/>
                  </a:lnTo>
                  <a:lnTo>
                    <a:pt x="783994" y="1686507"/>
                  </a:lnTo>
                  <a:lnTo>
                    <a:pt x="784153" y="1686322"/>
                  </a:lnTo>
                  <a:lnTo>
                    <a:pt x="784312" y="1686136"/>
                  </a:lnTo>
                  <a:lnTo>
                    <a:pt x="784470" y="1685950"/>
                  </a:lnTo>
                  <a:lnTo>
                    <a:pt x="784627" y="1685764"/>
                  </a:lnTo>
                  <a:lnTo>
                    <a:pt x="784784" y="1685577"/>
                  </a:lnTo>
                  <a:lnTo>
                    <a:pt x="784941" y="1685389"/>
                  </a:lnTo>
                  <a:lnTo>
                    <a:pt x="785096" y="1685202"/>
                  </a:lnTo>
                  <a:lnTo>
                    <a:pt x="785252" y="1685013"/>
                  </a:lnTo>
                  <a:lnTo>
                    <a:pt x="785406" y="1684824"/>
                  </a:lnTo>
                  <a:lnTo>
                    <a:pt x="785560" y="1684635"/>
                  </a:lnTo>
                  <a:lnTo>
                    <a:pt x="785714" y="1684445"/>
                  </a:lnTo>
                  <a:lnTo>
                    <a:pt x="785867" y="1684255"/>
                  </a:lnTo>
                  <a:lnTo>
                    <a:pt x="786019" y="1684064"/>
                  </a:lnTo>
                  <a:lnTo>
                    <a:pt x="786171" y="1683873"/>
                  </a:lnTo>
                  <a:lnTo>
                    <a:pt x="786322" y="1683681"/>
                  </a:lnTo>
                  <a:lnTo>
                    <a:pt x="786473" y="1683489"/>
                  </a:lnTo>
                  <a:lnTo>
                    <a:pt x="786622" y="1683296"/>
                  </a:lnTo>
                  <a:lnTo>
                    <a:pt x="786772" y="1683103"/>
                  </a:lnTo>
                  <a:lnTo>
                    <a:pt x="786920" y="1682909"/>
                  </a:lnTo>
                  <a:lnTo>
                    <a:pt x="787238" y="1682492"/>
                  </a:lnTo>
                  <a:lnTo>
                    <a:pt x="787363" y="1682326"/>
                  </a:lnTo>
                  <a:lnTo>
                    <a:pt x="787510" y="1682130"/>
                  </a:lnTo>
                  <a:lnTo>
                    <a:pt x="787655" y="1681934"/>
                  </a:lnTo>
                  <a:lnTo>
                    <a:pt x="787800" y="1681738"/>
                  </a:lnTo>
                  <a:lnTo>
                    <a:pt x="787945" y="1681541"/>
                  </a:lnTo>
                  <a:lnTo>
                    <a:pt x="788089" y="1681344"/>
                  </a:lnTo>
                  <a:lnTo>
                    <a:pt x="788232" y="1681146"/>
                  </a:lnTo>
                  <a:lnTo>
                    <a:pt x="788375" y="1680948"/>
                  </a:lnTo>
                  <a:lnTo>
                    <a:pt x="788517" y="1680750"/>
                  </a:lnTo>
                  <a:lnTo>
                    <a:pt x="788659" y="1680551"/>
                  </a:lnTo>
                  <a:lnTo>
                    <a:pt x="788800" y="1680352"/>
                  </a:lnTo>
                  <a:lnTo>
                    <a:pt x="788940" y="1680152"/>
                  </a:lnTo>
                  <a:lnTo>
                    <a:pt x="789080" y="1679951"/>
                  </a:lnTo>
                  <a:lnTo>
                    <a:pt x="789219" y="1679751"/>
                  </a:lnTo>
                  <a:lnTo>
                    <a:pt x="789357" y="1679549"/>
                  </a:lnTo>
                  <a:lnTo>
                    <a:pt x="789495" y="1679348"/>
                  </a:lnTo>
                  <a:lnTo>
                    <a:pt x="789632" y="1679146"/>
                  </a:lnTo>
                  <a:lnTo>
                    <a:pt x="789769" y="1678944"/>
                  </a:lnTo>
                  <a:lnTo>
                    <a:pt x="789905" y="1678741"/>
                  </a:lnTo>
                  <a:lnTo>
                    <a:pt x="790040" y="1678538"/>
                  </a:lnTo>
                  <a:lnTo>
                    <a:pt x="790175" y="1678334"/>
                  </a:lnTo>
                  <a:lnTo>
                    <a:pt x="790309" y="1678130"/>
                  </a:lnTo>
                  <a:lnTo>
                    <a:pt x="790442" y="1677925"/>
                  </a:lnTo>
                  <a:lnTo>
                    <a:pt x="790575" y="1677720"/>
                  </a:lnTo>
                  <a:lnTo>
                    <a:pt x="794237" y="1672045"/>
                  </a:lnTo>
                  <a:lnTo>
                    <a:pt x="794824" y="1671106"/>
                  </a:lnTo>
                  <a:lnTo>
                    <a:pt x="796784" y="1667970"/>
                  </a:lnTo>
                  <a:lnTo>
                    <a:pt x="803684" y="1656944"/>
                  </a:lnTo>
                  <a:lnTo>
                    <a:pt x="809808" y="1646784"/>
                  </a:lnTo>
                  <a:lnTo>
                    <a:pt x="811015" y="1644793"/>
                  </a:lnTo>
                  <a:lnTo>
                    <a:pt x="833235" y="1641075"/>
                  </a:lnTo>
                  <a:lnTo>
                    <a:pt x="876732" y="1633800"/>
                  </a:lnTo>
                  <a:lnTo>
                    <a:pt x="877981" y="1631727"/>
                  </a:lnTo>
                  <a:lnTo>
                    <a:pt x="878553" y="1630779"/>
                  </a:lnTo>
                  <a:lnTo>
                    <a:pt x="879068" y="1629921"/>
                  </a:lnTo>
                  <a:lnTo>
                    <a:pt x="882213" y="1630484"/>
                  </a:lnTo>
                  <a:lnTo>
                    <a:pt x="889631" y="1631810"/>
                  </a:lnTo>
                  <a:lnTo>
                    <a:pt x="904279" y="1633185"/>
                  </a:lnTo>
                  <a:lnTo>
                    <a:pt x="909032" y="1633630"/>
                  </a:lnTo>
                  <a:lnTo>
                    <a:pt x="909238" y="1633643"/>
                  </a:lnTo>
                  <a:lnTo>
                    <a:pt x="909444" y="1633656"/>
                  </a:lnTo>
                  <a:lnTo>
                    <a:pt x="909651" y="1633667"/>
                  </a:lnTo>
                  <a:lnTo>
                    <a:pt x="909857" y="1633678"/>
                  </a:lnTo>
                  <a:lnTo>
                    <a:pt x="910270" y="1633697"/>
                  </a:lnTo>
                  <a:lnTo>
                    <a:pt x="910477" y="1633706"/>
                  </a:lnTo>
                  <a:lnTo>
                    <a:pt x="910683" y="1633714"/>
                  </a:lnTo>
                  <a:lnTo>
                    <a:pt x="910916" y="1633722"/>
                  </a:lnTo>
                  <a:lnTo>
                    <a:pt x="911097" y="1633727"/>
                  </a:lnTo>
                  <a:lnTo>
                    <a:pt x="911303" y="1633732"/>
                  </a:lnTo>
                  <a:lnTo>
                    <a:pt x="911510" y="1633737"/>
                  </a:lnTo>
                  <a:lnTo>
                    <a:pt x="911787" y="1633742"/>
                  </a:lnTo>
                  <a:lnTo>
                    <a:pt x="911924" y="1633744"/>
                  </a:lnTo>
                  <a:lnTo>
                    <a:pt x="912130" y="1633747"/>
                  </a:lnTo>
                  <a:lnTo>
                    <a:pt x="912337" y="1633749"/>
                  </a:lnTo>
                  <a:lnTo>
                    <a:pt x="912544" y="1633749"/>
                  </a:lnTo>
                  <a:lnTo>
                    <a:pt x="912750" y="1633750"/>
                  </a:lnTo>
                  <a:lnTo>
                    <a:pt x="912957" y="1633749"/>
                  </a:lnTo>
                  <a:lnTo>
                    <a:pt x="913164" y="1633748"/>
                  </a:lnTo>
                  <a:lnTo>
                    <a:pt x="913371" y="1633745"/>
                  </a:lnTo>
                  <a:lnTo>
                    <a:pt x="913577" y="1633742"/>
                  </a:lnTo>
                  <a:lnTo>
                    <a:pt x="913784" y="1633738"/>
                  </a:lnTo>
                  <a:lnTo>
                    <a:pt x="914042" y="1633733"/>
                  </a:lnTo>
                  <a:lnTo>
                    <a:pt x="914197" y="1633729"/>
                  </a:lnTo>
                  <a:lnTo>
                    <a:pt x="914404" y="1633723"/>
                  </a:lnTo>
                  <a:lnTo>
                    <a:pt x="914817" y="1633709"/>
                  </a:lnTo>
                  <a:lnTo>
                    <a:pt x="915024" y="1633701"/>
                  </a:lnTo>
                  <a:lnTo>
                    <a:pt x="915230" y="1633691"/>
                  </a:lnTo>
                  <a:lnTo>
                    <a:pt x="915437" y="1633682"/>
                  </a:lnTo>
                  <a:lnTo>
                    <a:pt x="915643" y="1633671"/>
                  </a:lnTo>
                  <a:lnTo>
                    <a:pt x="915867" y="1633659"/>
                  </a:lnTo>
                  <a:lnTo>
                    <a:pt x="916056" y="1633648"/>
                  </a:lnTo>
                  <a:lnTo>
                    <a:pt x="916262" y="1633635"/>
                  </a:lnTo>
                  <a:lnTo>
                    <a:pt x="916469" y="1633621"/>
                  </a:lnTo>
                  <a:lnTo>
                    <a:pt x="916675" y="1633607"/>
                  </a:lnTo>
                  <a:lnTo>
                    <a:pt x="916881" y="1633592"/>
                  </a:lnTo>
                  <a:lnTo>
                    <a:pt x="917087" y="1633576"/>
                  </a:lnTo>
                  <a:lnTo>
                    <a:pt x="917293" y="1633559"/>
                  </a:lnTo>
                  <a:lnTo>
                    <a:pt x="917499" y="1633542"/>
                  </a:lnTo>
                  <a:lnTo>
                    <a:pt x="917911" y="1633505"/>
                  </a:lnTo>
                  <a:lnTo>
                    <a:pt x="918117" y="1633485"/>
                  </a:lnTo>
                  <a:lnTo>
                    <a:pt x="918323" y="1633465"/>
                  </a:lnTo>
                  <a:lnTo>
                    <a:pt x="918529" y="1633443"/>
                  </a:lnTo>
                  <a:lnTo>
                    <a:pt x="918788" y="1633415"/>
                  </a:lnTo>
                  <a:lnTo>
                    <a:pt x="918940" y="1633399"/>
                  </a:lnTo>
                  <a:lnTo>
                    <a:pt x="919145" y="1633375"/>
                  </a:lnTo>
                  <a:lnTo>
                    <a:pt x="919350" y="1633351"/>
                  </a:lnTo>
                  <a:lnTo>
                    <a:pt x="928337" y="1631587"/>
                  </a:lnTo>
                  <a:lnTo>
                    <a:pt x="942908" y="1629261"/>
                  </a:lnTo>
                  <a:lnTo>
                    <a:pt x="946960" y="1628697"/>
                  </a:lnTo>
                  <a:lnTo>
                    <a:pt x="947157" y="1628676"/>
                  </a:lnTo>
                  <a:lnTo>
                    <a:pt x="947355" y="1628656"/>
                  </a:lnTo>
                  <a:lnTo>
                    <a:pt x="947552" y="1628636"/>
                  </a:lnTo>
                  <a:lnTo>
                    <a:pt x="947750" y="1628617"/>
                  </a:lnTo>
                  <a:lnTo>
                    <a:pt x="947947" y="1628599"/>
                  </a:lnTo>
                  <a:lnTo>
                    <a:pt x="948145" y="1628581"/>
                  </a:lnTo>
                  <a:lnTo>
                    <a:pt x="948343" y="1628564"/>
                  </a:lnTo>
                  <a:lnTo>
                    <a:pt x="948541" y="1628548"/>
                  </a:lnTo>
                  <a:lnTo>
                    <a:pt x="948739" y="1628533"/>
                  </a:lnTo>
                  <a:lnTo>
                    <a:pt x="948937" y="1628519"/>
                  </a:lnTo>
                  <a:lnTo>
                    <a:pt x="949135" y="1628505"/>
                  </a:lnTo>
                  <a:lnTo>
                    <a:pt x="949333" y="1628493"/>
                  </a:lnTo>
                  <a:lnTo>
                    <a:pt x="949532" y="1628480"/>
                  </a:lnTo>
                  <a:lnTo>
                    <a:pt x="949730" y="1628469"/>
                  </a:lnTo>
                  <a:lnTo>
                    <a:pt x="949928" y="1628459"/>
                  </a:lnTo>
                  <a:lnTo>
                    <a:pt x="950126" y="1628449"/>
                  </a:lnTo>
                  <a:lnTo>
                    <a:pt x="950325" y="1628440"/>
                  </a:lnTo>
                  <a:lnTo>
                    <a:pt x="950523" y="1628432"/>
                  </a:lnTo>
                  <a:lnTo>
                    <a:pt x="950722" y="1628424"/>
                  </a:lnTo>
                  <a:lnTo>
                    <a:pt x="950920" y="1628417"/>
                  </a:lnTo>
                  <a:lnTo>
                    <a:pt x="951119" y="1628411"/>
                  </a:lnTo>
                  <a:lnTo>
                    <a:pt x="951317" y="1628406"/>
                  </a:lnTo>
                  <a:lnTo>
                    <a:pt x="951516" y="1628402"/>
                  </a:lnTo>
                  <a:lnTo>
                    <a:pt x="951714" y="1628398"/>
                  </a:lnTo>
                  <a:lnTo>
                    <a:pt x="951913" y="1628395"/>
                  </a:lnTo>
                  <a:lnTo>
                    <a:pt x="952111" y="1628393"/>
                  </a:lnTo>
                  <a:lnTo>
                    <a:pt x="952310" y="1628392"/>
                  </a:lnTo>
                  <a:lnTo>
                    <a:pt x="952509" y="1628392"/>
                  </a:lnTo>
                  <a:lnTo>
                    <a:pt x="952707" y="1628392"/>
                  </a:lnTo>
                  <a:lnTo>
                    <a:pt x="952906" y="1628393"/>
                  </a:lnTo>
                  <a:lnTo>
                    <a:pt x="953104" y="1628395"/>
                  </a:lnTo>
                  <a:lnTo>
                    <a:pt x="953303" y="1628397"/>
                  </a:lnTo>
                  <a:lnTo>
                    <a:pt x="953501" y="1628400"/>
                  </a:lnTo>
                  <a:lnTo>
                    <a:pt x="953700" y="1628404"/>
                  </a:lnTo>
                  <a:lnTo>
                    <a:pt x="953898" y="1628409"/>
                  </a:lnTo>
                  <a:lnTo>
                    <a:pt x="954097" y="1628415"/>
                  </a:lnTo>
                  <a:lnTo>
                    <a:pt x="954295" y="1628421"/>
                  </a:lnTo>
                  <a:lnTo>
                    <a:pt x="954494" y="1628428"/>
                  </a:lnTo>
                  <a:lnTo>
                    <a:pt x="954692" y="1628437"/>
                  </a:lnTo>
                  <a:lnTo>
                    <a:pt x="954891" y="1628445"/>
                  </a:lnTo>
                  <a:lnTo>
                    <a:pt x="955089" y="1628455"/>
                  </a:lnTo>
                  <a:lnTo>
                    <a:pt x="955287" y="1628465"/>
                  </a:lnTo>
                  <a:lnTo>
                    <a:pt x="955486" y="1628476"/>
                  </a:lnTo>
                  <a:lnTo>
                    <a:pt x="955684" y="1628488"/>
                  </a:lnTo>
                  <a:lnTo>
                    <a:pt x="955882" y="1628500"/>
                  </a:lnTo>
                  <a:lnTo>
                    <a:pt x="956080" y="1628514"/>
                  </a:lnTo>
                  <a:lnTo>
                    <a:pt x="956278" y="1628528"/>
                  </a:lnTo>
                  <a:lnTo>
                    <a:pt x="956476" y="1628543"/>
                  </a:lnTo>
                  <a:lnTo>
                    <a:pt x="956674" y="1628558"/>
                  </a:lnTo>
                  <a:lnTo>
                    <a:pt x="956872" y="1628575"/>
                  </a:lnTo>
                  <a:lnTo>
                    <a:pt x="957070" y="1628592"/>
                  </a:lnTo>
                  <a:lnTo>
                    <a:pt x="957268" y="1628610"/>
                  </a:lnTo>
                  <a:lnTo>
                    <a:pt x="957465" y="1628628"/>
                  </a:lnTo>
                  <a:lnTo>
                    <a:pt x="957663" y="1628648"/>
                  </a:lnTo>
                  <a:lnTo>
                    <a:pt x="957861" y="1628668"/>
                  </a:lnTo>
                  <a:lnTo>
                    <a:pt x="958058" y="1628689"/>
                  </a:lnTo>
                  <a:lnTo>
                    <a:pt x="963863" y="1629560"/>
                  </a:lnTo>
                  <a:lnTo>
                    <a:pt x="964614" y="1629895"/>
                  </a:lnTo>
                  <a:lnTo>
                    <a:pt x="969679" y="1632159"/>
                  </a:lnTo>
                  <a:lnTo>
                    <a:pt x="973719" y="1631326"/>
                  </a:lnTo>
                  <a:lnTo>
                    <a:pt x="982886" y="1629436"/>
                  </a:lnTo>
                  <a:lnTo>
                    <a:pt x="986249" y="1628742"/>
                  </a:lnTo>
                  <a:lnTo>
                    <a:pt x="994182" y="1626681"/>
                  </a:lnTo>
                  <a:lnTo>
                    <a:pt x="1002115" y="1624620"/>
                  </a:lnTo>
                  <a:lnTo>
                    <a:pt x="1010236" y="1623157"/>
                  </a:lnTo>
                  <a:lnTo>
                    <a:pt x="1017122" y="1619848"/>
                  </a:lnTo>
                  <a:lnTo>
                    <a:pt x="1017294" y="1619619"/>
                  </a:lnTo>
                  <a:lnTo>
                    <a:pt x="1017502" y="1619292"/>
                  </a:lnTo>
                  <a:lnTo>
                    <a:pt x="1017590" y="1619147"/>
                  </a:lnTo>
                  <a:lnTo>
                    <a:pt x="1017670" y="1618998"/>
                  </a:lnTo>
                  <a:lnTo>
                    <a:pt x="1017756" y="1618841"/>
                  </a:lnTo>
                  <a:lnTo>
                    <a:pt x="1017829" y="1618690"/>
                  </a:lnTo>
                  <a:lnTo>
                    <a:pt x="1017913" y="1618539"/>
                  </a:lnTo>
                  <a:lnTo>
                    <a:pt x="1017993" y="1618384"/>
                  </a:lnTo>
                  <a:lnTo>
                    <a:pt x="1018072" y="1618228"/>
                  </a:lnTo>
                  <a:lnTo>
                    <a:pt x="1018148" y="1618069"/>
                  </a:lnTo>
                  <a:lnTo>
                    <a:pt x="1018219" y="1617910"/>
                  </a:lnTo>
                  <a:lnTo>
                    <a:pt x="1018288" y="1617750"/>
                  </a:lnTo>
                  <a:lnTo>
                    <a:pt x="1018353" y="1617587"/>
                  </a:lnTo>
                  <a:lnTo>
                    <a:pt x="1018414" y="1617423"/>
                  </a:lnTo>
                  <a:lnTo>
                    <a:pt x="1018471" y="1617259"/>
                  </a:lnTo>
                  <a:lnTo>
                    <a:pt x="1018525" y="1617092"/>
                  </a:lnTo>
                  <a:lnTo>
                    <a:pt x="1018577" y="1616926"/>
                  </a:lnTo>
                  <a:lnTo>
                    <a:pt x="1018623" y="1616758"/>
                  </a:lnTo>
                  <a:lnTo>
                    <a:pt x="1018667" y="1616590"/>
                  </a:lnTo>
                  <a:lnTo>
                    <a:pt x="1018707" y="1616420"/>
                  </a:lnTo>
                  <a:lnTo>
                    <a:pt x="1018744" y="1616248"/>
                  </a:lnTo>
                  <a:lnTo>
                    <a:pt x="1018776" y="1616078"/>
                  </a:lnTo>
                  <a:lnTo>
                    <a:pt x="1018805" y="1615904"/>
                  </a:lnTo>
                  <a:lnTo>
                    <a:pt x="1018830" y="1615731"/>
                  </a:lnTo>
                  <a:lnTo>
                    <a:pt x="1018853" y="1615558"/>
                  </a:lnTo>
                  <a:lnTo>
                    <a:pt x="1018870" y="1615385"/>
                  </a:lnTo>
                  <a:lnTo>
                    <a:pt x="1018884" y="1615211"/>
                  </a:lnTo>
                  <a:lnTo>
                    <a:pt x="1018894" y="1615036"/>
                  </a:lnTo>
                  <a:lnTo>
                    <a:pt x="1018902" y="1614862"/>
                  </a:lnTo>
                  <a:lnTo>
                    <a:pt x="1018914" y="1593080"/>
                  </a:lnTo>
                  <a:lnTo>
                    <a:pt x="1018896" y="1590977"/>
                  </a:lnTo>
                  <a:lnTo>
                    <a:pt x="1018824" y="1588302"/>
                  </a:lnTo>
                  <a:lnTo>
                    <a:pt x="1019419" y="1567687"/>
                  </a:lnTo>
                  <a:lnTo>
                    <a:pt x="1019600" y="1563389"/>
                  </a:lnTo>
                  <a:lnTo>
                    <a:pt x="1020680" y="1537448"/>
                  </a:lnTo>
                  <a:lnTo>
                    <a:pt x="1020808" y="1534335"/>
                  </a:lnTo>
                  <a:lnTo>
                    <a:pt x="1020874" y="1533181"/>
                  </a:lnTo>
                  <a:lnTo>
                    <a:pt x="1022526" y="1507606"/>
                  </a:lnTo>
                  <a:lnTo>
                    <a:pt x="1022730" y="1504745"/>
                  </a:lnTo>
                  <a:lnTo>
                    <a:pt x="1025305" y="1505993"/>
                  </a:lnTo>
                  <a:lnTo>
                    <a:pt x="1041419" y="1514112"/>
                  </a:lnTo>
                  <a:lnTo>
                    <a:pt x="1041825" y="1514292"/>
                  </a:lnTo>
                  <a:lnTo>
                    <a:pt x="1042231" y="1514474"/>
                  </a:lnTo>
                  <a:lnTo>
                    <a:pt x="1042639" y="1514647"/>
                  </a:lnTo>
                  <a:lnTo>
                    <a:pt x="1043051" y="1514821"/>
                  </a:lnTo>
                  <a:lnTo>
                    <a:pt x="1043463" y="1514988"/>
                  </a:lnTo>
                  <a:lnTo>
                    <a:pt x="1043875" y="1515155"/>
                  </a:lnTo>
                  <a:lnTo>
                    <a:pt x="1044291" y="1515320"/>
                  </a:lnTo>
                  <a:lnTo>
                    <a:pt x="1044706" y="1515474"/>
                  </a:lnTo>
                  <a:lnTo>
                    <a:pt x="1045122" y="1515631"/>
                  </a:lnTo>
                  <a:lnTo>
                    <a:pt x="1045539" y="1515779"/>
                  </a:lnTo>
                  <a:lnTo>
                    <a:pt x="1045961" y="1515928"/>
                  </a:lnTo>
                  <a:lnTo>
                    <a:pt x="1046380" y="1516074"/>
                  </a:lnTo>
                  <a:lnTo>
                    <a:pt x="1046803" y="1516210"/>
                  </a:lnTo>
                  <a:lnTo>
                    <a:pt x="1047225" y="1516350"/>
                  </a:lnTo>
                  <a:lnTo>
                    <a:pt x="1047650" y="1516481"/>
                  </a:lnTo>
                  <a:lnTo>
                    <a:pt x="1048075" y="1516612"/>
                  </a:lnTo>
                  <a:lnTo>
                    <a:pt x="1048502" y="1516740"/>
                  </a:lnTo>
                  <a:lnTo>
                    <a:pt x="1048930" y="1516859"/>
                  </a:lnTo>
                  <a:lnTo>
                    <a:pt x="1049359" y="1516982"/>
                  </a:lnTo>
                  <a:lnTo>
                    <a:pt x="1049788" y="1517094"/>
                  </a:lnTo>
                  <a:lnTo>
                    <a:pt x="1050219" y="1517209"/>
                  </a:lnTo>
                  <a:lnTo>
                    <a:pt x="1054561" y="1518329"/>
                  </a:lnTo>
                  <a:lnTo>
                    <a:pt x="1055292" y="1516163"/>
                  </a:lnTo>
                  <a:lnTo>
                    <a:pt x="1056274" y="1512948"/>
                  </a:lnTo>
                  <a:lnTo>
                    <a:pt x="1056419" y="1512474"/>
                  </a:lnTo>
                  <a:lnTo>
                    <a:pt x="1056956" y="1510716"/>
                  </a:lnTo>
                  <a:lnTo>
                    <a:pt x="1057380" y="1509327"/>
                  </a:lnTo>
                  <a:lnTo>
                    <a:pt x="1058048" y="1507141"/>
                  </a:lnTo>
                  <a:lnTo>
                    <a:pt x="1058414" y="1505942"/>
                  </a:lnTo>
                  <a:lnTo>
                    <a:pt x="1058765" y="1504794"/>
                  </a:lnTo>
                  <a:lnTo>
                    <a:pt x="1059081" y="1503759"/>
                  </a:lnTo>
                  <a:lnTo>
                    <a:pt x="1059206" y="1503350"/>
                  </a:lnTo>
                  <a:lnTo>
                    <a:pt x="1060042" y="1500614"/>
                  </a:lnTo>
                  <a:lnTo>
                    <a:pt x="1060400" y="1499443"/>
                  </a:lnTo>
                  <a:lnTo>
                    <a:pt x="1061487" y="1495885"/>
                  </a:lnTo>
                  <a:lnTo>
                    <a:pt x="1062211" y="1493488"/>
                  </a:lnTo>
                  <a:lnTo>
                    <a:pt x="1065217" y="1484578"/>
                  </a:lnTo>
                  <a:lnTo>
                    <a:pt x="1070422" y="1470095"/>
                  </a:lnTo>
                  <a:lnTo>
                    <a:pt x="1072544" y="1467386"/>
                  </a:lnTo>
                  <a:lnTo>
                    <a:pt x="1073744" y="1465858"/>
                  </a:lnTo>
                  <a:lnTo>
                    <a:pt x="1074627" y="1463356"/>
                  </a:lnTo>
                  <a:lnTo>
                    <a:pt x="1075578" y="1460641"/>
                  </a:lnTo>
                  <a:lnTo>
                    <a:pt x="1075798" y="1460010"/>
                  </a:lnTo>
                  <a:lnTo>
                    <a:pt x="1076034" y="1459383"/>
                  </a:lnTo>
                  <a:lnTo>
                    <a:pt x="1077039" y="1456706"/>
                  </a:lnTo>
                  <a:lnTo>
                    <a:pt x="1078124" y="1453824"/>
                  </a:lnTo>
                  <a:lnTo>
                    <a:pt x="1079080" y="1451399"/>
                  </a:lnTo>
                  <a:lnTo>
                    <a:pt x="1079134" y="1451261"/>
                  </a:lnTo>
                  <a:lnTo>
                    <a:pt x="1080460" y="1448029"/>
                  </a:lnTo>
                  <a:lnTo>
                    <a:pt x="1081689" y="1445048"/>
                  </a:lnTo>
                  <a:lnTo>
                    <a:pt x="1082844" y="1442363"/>
                  </a:lnTo>
                  <a:lnTo>
                    <a:pt x="1084009" y="1439684"/>
                  </a:lnTo>
                  <a:lnTo>
                    <a:pt x="1085331" y="1436789"/>
                  </a:lnTo>
                  <a:lnTo>
                    <a:pt x="1087030" y="1433069"/>
                  </a:lnTo>
                  <a:lnTo>
                    <a:pt x="1087275" y="1432533"/>
                  </a:lnTo>
                  <a:lnTo>
                    <a:pt x="1088803" y="1429421"/>
                  </a:lnTo>
                  <a:lnTo>
                    <a:pt x="1089026" y="1428956"/>
                  </a:lnTo>
                  <a:lnTo>
                    <a:pt x="1091051" y="1424756"/>
                  </a:lnTo>
                  <a:lnTo>
                    <a:pt x="1092293" y="1422178"/>
                  </a:lnTo>
                  <a:lnTo>
                    <a:pt x="1092588" y="1421567"/>
                  </a:lnTo>
                  <a:lnTo>
                    <a:pt x="1093190" y="1420317"/>
                  </a:lnTo>
                  <a:lnTo>
                    <a:pt x="1094126" y="1418375"/>
                  </a:lnTo>
                  <a:lnTo>
                    <a:pt x="1094852" y="1416868"/>
                  </a:lnTo>
                  <a:lnTo>
                    <a:pt x="1095386" y="1415791"/>
                  </a:lnTo>
                  <a:lnTo>
                    <a:pt x="1095674" y="1415210"/>
                  </a:lnTo>
                  <a:lnTo>
                    <a:pt x="1095962" y="1414627"/>
                  </a:lnTo>
                  <a:lnTo>
                    <a:pt x="1097247" y="1412032"/>
                  </a:lnTo>
                  <a:lnTo>
                    <a:pt x="1099774" y="1406931"/>
                  </a:lnTo>
                  <a:lnTo>
                    <a:pt x="1100043" y="1406387"/>
                  </a:lnTo>
                  <a:lnTo>
                    <a:pt x="1100970" y="1404516"/>
                  </a:lnTo>
                  <a:lnTo>
                    <a:pt x="1102221" y="1401989"/>
                  </a:lnTo>
                  <a:lnTo>
                    <a:pt x="1103267" y="1399879"/>
                  </a:lnTo>
                  <a:lnTo>
                    <a:pt x="1103373" y="1399664"/>
                  </a:lnTo>
                  <a:lnTo>
                    <a:pt x="1104637" y="1397112"/>
                  </a:lnTo>
                  <a:lnTo>
                    <a:pt x="1104935" y="1396510"/>
                  </a:lnTo>
                  <a:lnTo>
                    <a:pt x="1105228" y="1395920"/>
                  </a:lnTo>
                  <a:lnTo>
                    <a:pt x="1106504" y="1393343"/>
                  </a:lnTo>
                  <a:lnTo>
                    <a:pt x="1107778" y="1390772"/>
                  </a:lnTo>
                  <a:lnTo>
                    <a:pt x="1108078" y="1390168"/>
                  </a:lnTo>
                  <a:lnTo>
                    <a:pt x="1108376" y="1389568"/>
                  </a:lnTo>
                  <a:lnTo>
                    <a:pt x="1109651" y="1386989"/>
                  </a:lnTo>
                  <a:lnTo>
                    <a:pt x="1112016" y="1382216"/>
                  </a:lnTo>
                  <a:lnTo>
                    <a:pt x="1112286" y="1381702"/>
                  </a:lnTo>
                  <a:lnTo>
                    <a:pt x="1113392" y="1379460"/>
                  </a:lnTo>
                  <a:lnTo>
                    <a:pt x="1115818" y="1374506"/>
                  </a:lnTo>
                  <a:lnTo>
                    <a:pt x="1117111" y="1371934"/>
                  </a:lnTo>
                  <a:lnTo>
                    <a:pt x="1117412" y="1371324"/>
                  </a:lnTo>
                  <a:lnTo>
                    <a:pt x="1117713" y="1370713"/>
                  </a:lnTo>
                  <a:lnTo>
                    <a:pt x="1118968" y="1368166"/>
                  </a:lnTo>
                  <a:lnTo>
                    <a:pt x="1119412" y="1367266"/>
                  </a:lnTo>
                  <a:lnTo>
                    <a:pt x="1120213" y="1365561"/>
                  </a:lnTo>
                  <a:lnTo>
                    <a:pt x="1120357" y="1365255"/>
                  </a:lnTo>
                  <a:lnTo>
                    <a:pt x="1120486" y="1364979"/>
                  </a:lnTo>
                  <a:lnTo>
                    <a:pt x="1120778" y="1364357"/>
                  </a:lnTo>
                  <a:lnTo>
                    <a:pt x="1121989" y="1361759"/>
                  </a:lnTo>
                  <a:lnTo>
                    <a:pt x="1123219" y="1359148"/>
                  </a:lnTo>
                  <a:lnTo>
                    <a:pt x="1123491" y="1358558"/>
                  </a:lnTo>
                  <a:lnTo>
                    <a:pt x="1123761" y="1357952"/>
                  </a:lnTo>
                  <a:lnTo>
                    <a:pt x="1124996" y="1355328"/>
                  </a:lnTo>
                  <a:lnTo>
                    <a:pt x="1126319" y="1352483"/>
                  </a:lnTo>
                  <a:lnTo>
                    <a:pt x="1126485" y="1352128"/>
                  </a:lnTo>
                  <a:lnTo>
                    <a:pt x="1127604" y="1351211"/>
                  </a:lnTo>
                  <a:lnTo>
                    <a:pt x="1127844" y="1351232"/>
                  </a:lnTo>
                  <a:lnTo>
                    <a:pt x="1128085" y="1351252"/>
                  </a:lnTo>
                  <a:lnTo>
                    <a:pt x="1128325" y="1351272"/>
                  </a:lnTo>
                  <a:lnTo>
                    <a:pt x="1128565" y="1351290"/>
                  </a:lnTo>
                  <a:lnTo>
                    <a:pt x="1128848" y="1351311"/>
                  </a:lnTo>
                  <a:lnTo>
                    <a:pt x="1129047" y="1351325"/>
                  </a:lnTo>
                  <a:lnTo>
                    <a:pt x="1129287" y="1351341"/>
                  </a:lnTo>
                  <a:lnTo>
                    <a:pt x="1129528" y="1351356"/>
                  </a:lnTo>
                  <a:lnTo>
                    <a:pt x="1129769" y="1351370"/>
                  </a:lnTo>
                  <a:lnTo>
                    <a:pt x="1130058" y="1351386"/>
                  </a:lnTo>
                  <a:lnTo>
                    <a:pt x="1130250" y="1351397"/>
                  </a:lnTo>
                  <a:lnTo>
                    <a:pt x="1130595" y="1351413"/>
                  </a:lnTo>
                  <a:lnTo>
                    <a:pt x="1130782" y="1351422"/>
                  </a:lnTo>
                  <a:lnTo>
                    <a:pt x="1130968" y="1351430"/>
                  </a:lnTo>
                  <a:lnTo>
                    <a:pt x="1131203" y="1351439"/>
                  </a:lnTo>
                  <a:lnTo>
                    <a:pt x="1131439" y="1351448"/>
                  </a:lnTo>
                  <a:lnTo>
                    <a:pt x="1131675" y="1351455"/>
                  </a:lnTo>
                  <a:lnTo>
                    <a:pt x="1131910" y="1351462"/>
                  </a:lnTo>
                  <a:lnTo>
                    <a:pt x="1132146" y="1351469"/>
                  </a:lnTo>
                  <a:lnTo>
                    <a:pt x="1132382" y="1351474"/>
                  </a:lnTo>
                  <a:lnTo>
                    <a:pt x="1132617" y="1351479"/>
                  </a:lnTo>
                  <a:lnTo>
                    <a:pt x="1132853" y="1351483"/>
                  </a:lnTo>
                  <a:lnTo>
                    <a:pt x="1133089" y="1351486"/>
                  </a:lnTo>
                  <a:lnTo>
                    <a:pt x="1133324" y="1351488"/>
                  </a:lnTo>
                  <a:lnTo>
                    <a:pt x="1133560" y="1351489"/>
                  </a:lnTo>
                  <a:lnTo>
                    <a:pt x="1133796" y="1351490"/>
                  </a:lnTo>
                  <a:lnTo>
                    <a:pt x="1134032" y="1351490"/>
                  </a:lnTo>
                  <a:lnTo>
                    <a:pt x="1134267" y="1351489"/>
                  </a:lnTo>
                  <a:lnTo>
                    <a:pt x="1134503" y="1351488"/>
                  </a:lnTo>
                  <a:lnTo>
                    <a:pt x="1134739" y="1351485"/>
                  </a:lnTo>
                  <a:lnTo>
                    <a:pt x="1134975" y="1351482"/>
                  </a:lnTo>
                  <a:lnTo>
                    <a:pt x="1135211" y="1351478"/>
                  </a:lnTo>
                  <a:lnTo>
                    <a:pt x="1135446" y="1351474"/>
                  </a:lnTo>
                  <a:lnTo>
                    <a:pt x="1135725" y="1351467"/>
                  </a:lnTo>
                  <a:lnTo>
                    <a:pt x="1135918" y="1351462"/>
                  </a:lnTo>
                  <a:lnTo>
                    <a:pt x="1136153" y="1351455"/>
                  </a:lnTo>
                  <a:lnTo>
                    <a:pt x="1136389" y="1351447"/>
                  </a:lnTo>
                  <a:lnTo>
                    <a:pt x="1136624" y="1351439"/>
                  </a:lnTo>
                  <a:lnTo>
                    <a:pt x="1136860" y="1351429"/>
                  </a:lnTo>
                  <a:lnTo>
                    <a:pt x="1137096" y="1351419"/>
                  </a:lnTo>
                  <a:lnTo>
                    <a:pt x="1137331" y="1351408"/>
                  </a:lnTo>
                  <a:lnTo>
                    <a:pt x="1137567" y="1351396"/>
                  </a:lnTo>
                  <a:lnTo>
                    <a:pt x="1137802" y="1351384"/>
                  </a:lnTo>
                  <a:lnTo>
                    <a:pt x="1138140" y="1351364"/>
                  </a:lnTo>
                  <a:lnTo>
                    <a:pt x="1138273" y="1351357"/>
                  </a:lnTo>
                  <a:lnTo>
                    <a:pt x="1138508" y="1351342"/>
                  </a:lnTo>
                  <a:lnTo>
                    <a:pt x="1138744" y="1351326"/>
                  </a:lnTo>
                  <a:lnTo>
                    <a:pt x="1138979" y="1351310"/>
                  </a:lnTo>
                  <a:lnTo>
                    <a:pt x="1139214" y="1351293"/>
                  </a:lnTo>
                  <a:lnTo>
                    <a:pt x="1139449" y="1351275"/>
                  </a:lnTo>
                  <a:lnTo>
                    <a:pt x="1139969" y="1351232"/>
                  </a:lnTo>
                  <a:lnTo>
                    <a:pt x="1140135" y="1351218"/>
                  </a:lnTo>
                  <a:lnTo>
                    <a:pt x="1140351" y="1351199"/>
                  </a:lnTo>
                  <a:lnTo>
                    <a:pt x="1140567" y="1351179"/>
                  </a:lnTo>
                  <a:lnTo>
                    <a:pt x="1140783" y="1351158"/>
                  </a:lnTo>
                  <a:lnTo>
                    <a:pt x="1140998" y="1351137"/>
                  </a:lnTo>
                  <a:lnTo>
                    <a:pt x="1141229" y="1351114"/>
                  </a:lnTo>
                  <a:lnTo>
                    <a:pt x="1141460" y="1351090"/>
                  </a:lnTo>
                  <a:lnTo>
                    <a:pt x="1141690" y="1351065"/>
                  </a:lnTo>
                  <a:lnTo>
                    <a:pt x="1141921" y="1351040"/>
                  </a:lnTo>
                  <a:lnTo>
                    <a:pt x="1142239" y="1351003"/>
                  </a:lnTo>
                  <a:lnTo>
                    <a:pt x="1142381" y="1350986"/>
                  </a:lnTo>
                  <a:lnTo>
                    <a:pt x="1142611" y="1350958"/>
                  </a:lnTo>
                  <a:lnTo>
                    <a:pt x="1142841" y="1350930"/>
                  </a:lnTo>
                  <a:lnTo>
                    <a:pt x="1143071" y="1350901"/>
                  </a:lnTo>
                  <a:lnTo>
                    <a:pt x="1143375" y="1350861"/>
                  </a:lnTo>
                  <a:lnTo>
                    <a:pt x="1143591" y="1350832"/>
                  </a:lnTo>
                  <a:lnTo>
                    <a:pt x="1143761" y="1350808"/>
                  </a:lnTo>
                  <a:lnTo>
                    <a:pt x="1143990" y="1350776"/>
                  </a:lnTo>
                  <a:lnTo>
                    <a:pt x="1144220" y="1350743"/>
                  </a:lnTo>
                  <a:lnTo>
                    <a:pt x="1144449" y="1350709"/>
                  </a:lnTo>
                  <a:lnTo>
                    <a:pt x="1144741" y="1350665"/>
                  </a:lnTo>
                  <a:lnTo>
                    <a:pt x="1144907" y="1350640"/>
                  </a:lnTo>
                  <a:lnTo>
                    <a:pt x="1145137" y="1350604"/>
                  </a:lnTo>
                  <a:lnTo>
                    <a:pt x="1145365" y="1350567"/>
                  </a:lnTo>
                  <a:lnTo>
                    <a:pt x="1145594" y="1350530"/>
                  </a:lnTo>
                  <a:lnTo>
                    <a:pt x="1146051" y="1350452"/>
                  </a:lnTo>
                  <a:lnTo>
                    <a:pt x="1146280" y="1350413"/>
                  </a:lnTo>
                  <a:lnTo>
                    <a:pt x="1146508" y="1350372"/>
                  </a:lnTo>
                  <a:lnTo>
                    <a:pt x="1146736" y="1350331"/>
                  </a:lnTo>
                  <a:lnTo>
                    <a:pt x="1146964" y="1350289"/>
                  </a:lnTo>
                  <a:lnTo>
                    <a:pt x="1147240" y="1350238"/>
                  </a:lnTo>
                  <a:lnTo>
                    <a:pt x="1147420" y="1350203"/>
                  </a:lnTo>
                  <a:lnTo>
                    <a:pt x="1147648" y="1350159"/>
                  </a:lnTo>
                  <a:lnTo>
                    <a:pt x="1147875" y="1350114"/>
                  </a:lnTo>
                  <a:lnTo>
                    <a:pt x="1148102" y="1350068"/>
                  </a:lnTo>
                  <a:lnTo>
                    <a:pt x="1148330" y="1350022"/>
                  </a:lnTo>
                  <a:lnTo>
                    <a:pt x="1148557" y="1349975"/>
                  </a:lnTo>
                  <a:lnTo>
                    <a:pt x="1148871" y="1349909"/>
                  </a:lnTo>
                  <a:lnTo>
                    <a:pt x="1151413" y="1349292"/>
                  </a:lnTo>
                  <a:lnTo>
                    <a:pt x="1152060" y="1349129"/>
                  </a:lnTo>
                  <a:lnTo>
                    <a:pt x="1154776" y="1348364"/>
                  </a:lnTo>
                  <a:lnTo>
                    <a:pt x="1155708" y="1348063"/>
                  </a:lnTo>
                  <a:lnTo>
                    <a:pt x="1157796" y="1347370"/>
                  </a:lnTo>
                  <a:lnTo>
                    <a:pt x="1159229" y="1346849"/>
                  </a:lnTo>
                  <a:lnTo>
                    <a:pt x="1159949" y="1346592"/>
                  </a:lnTo>
                  <a:lnTo>
                    <a:pt x="1161823" y="1345811"/>
                  </a:lnTo>
                  <a:lnTo>
                    <a:pt x="1162035" y="1345720"/>
                  </a:lnTo>
                  <a:lnTo>
                    <a:pt x="1162246" y="1345629"/>
                  </a:lnTo>
                  <a:lnTo>
                    <a:pt x="1162458" y="1345537"/>
                  </a:lnTo>
                  <a:lnTo>
                    <a:pt x="1162669" y="1345445"/>
                  </a:lnTo>
                  <a:lnTo>
                    <a:pt x="1164742" y="1344476"/>
                  </a:lnTo>
                  <a:lnTo>
                    <a:pt x="1165847" y="1343961"/>
                  </a:lnTo>
                  <a:lnTo>
                    <a:pt x="1167328" y="1343270"/>
                  </a:lnTo>
                  <a:lnTo>
                    <a:pt x="1168376" y="1342780"/>
                  </a:lnTo>
                  <a:lnTo>
                    <a:pt x="1166168" y="1338029"/>
                  </a:lnTo>
                  <a:lnTo>
                    <a:pt x="1164960" y="1335431"/>
                  </a:lnTo>
                  <a:lnTo>
                    <a:pt x="1150510" y="1304340"/>
                  </a:lnTo>
                  <a:lnTo>
                    <a:pt x="1149923" y="1303077"/>
                  </a:lnTo>
                  <a:lnTo>
                    <a:pt x="1148361" y="1299717"/>
                  </a:lnTo>
                  <a:lnTo>
                    <a:pt x="1147703" y="1298527"/>
                  </a:lnTo>
                  <a:lnTo>
                    <a:pt x="1147240" y="1297691"/>
                  </a:lnTo>
                  <a:lnTo>
                    <a:pt x="1182850" y="1291859"/>
                  </a:lnTo>
                  <a:lnTo>
                    <a:pt x="1191306" y="1290481"/>
                  </a:lnTo>
                  <a:lnTo>
                    <a:pt x="1191523" y="1290439"/>
                  </a:lnTo>
                  <a:lnTo>
                    <a:pt x="1191740" y="1290398"/>
                  </a:lnTo>
                  <a:lnTo>
                    <a:pt x="1191956" y="1290358"/>
                  </a:lnTo>
                  <a:lnTo>
                    <a:pt x="1192173" y="1290318"/>
                  </a:lnTo>
                  <a:lnTo>
                    <a:pt x="1192391" y="1290280"/>
                  </a:lnTo>
                  <a:lnTo>
                    <a:pt x="1192608" y="1290242"/>
                  </a:lnTo>
                  <a:lnTo>
                    <a:pt x="1192825" y="1290205"/>
                  </a:lnTo>
                  <a:lnTo>
                    <a:pt x="1193043" y="1290168"/>
                  </a:lnTo>
                  <a:lnTo>
                    <a:pt x="1193261" y="1290133"/>
                  </a:lnTo>
                  <a:lnTo>
                    <a:pt x="1193478" y="1290098"/>
                  </a:lnTo>
                  <a:lnTo>
                    <a:pt x="1193696" y="1290064"/>
                  </a:lnTo>
                  <a:lnTo>
                    <a:pt x="1193914" y="1290031"/>
                  </a:lnTo>
                  <a:lnTo>
                    <a:pt x="1194133" y="1289998"/>
                  </a:lnTo>
                  <a:lnTo>
                    <a:pt x="1194351" y="1289966"/>
                  </a:lnTo>
                  <a:lnTo>
                    <a:pt x="1194569" y="1289935"/>
                  </a:lnTo>
                  <a:lnTo>
                    <a:pt x="1194788" y="1289905"/>
                  </a:lnTo>
                  <a:lnTo>
                    <a:pt x="1195006" y="1289876"/>
                  </a:lnTo>
                  <a:lnTo>
                    <a:pt x="1195207" y="1289850"/>
                  </a:lnTo>
                  <a:lnTo>
                    <a:pt x="1195407" y="1289824"/>
                  </a:lnTo>
                  <a:lnTo>
                    <a:pt x="1195608" y="1289799"/>
                  </a:lnTo>
                  <a:lnTo>
                    <a:pt x="1195809" y="1289775"/>
                  </a:lnTo>
                  <a:lnTo>
                    <a:pt x="1196009" y="1289751"/>
                  </a:lnTo>
                  <a:lnTo>
                    <a:pt x="1196210" y="1289728"/>
                  </a:lnTo>
                  <a:lnTo>
                    <a:pt x="1196371" y="1289718"/>
                  </a:lnTo>
                  <a:lnTo>
                    <a:pt x="1196531" y="1289708"/>
                  </a:lnTo>
                  <a:lnTo>
                    <a:pt x="1196691" y="1289699"/>
                  </a:lnTo>
                  <a:lnTo>
                    <a:pt x="1196852" y="1289691"/>
                  </a:lnTo>
                  <a:lnTo>
                    <a:pt x="1197012" y="1289683"/>
                  </a:lnTo>
                  <a:lnTo>
                    <a:pt x="1197172" y="1289677"/>
                  </a:lnTo>
                  <a:lnTo>
                    <a:pt x="1197333" y="1289671"/>
                  </a:lnTo>
                  <a:lnTo>
                    <a:pt x="1197494" y="1289666"/>
                  </a:lnTo>
                  <a:lnTo>
                    <a:pt x="1197654" y="1289662"/>
                  </a:lnTo>
                  <a:lnTo>
                    <a:pt x="1197814" y="1289658"/>
                  </a:lnTo>
                  <a:lnTo>
                    <a:pt x="1197975" y="1289655"/>
                  </a:lnTo>
                  <a:lnTo>
                    <a:pt x="1198136" y="1289654"/>
                  </a:lnTo>
                  <a:lnTo>
                    <a:pt x="1198296" y="1289652"/>
                  </a:lnTo>
                  <a:lnTo>
                    <a:pt x="1198457" y="1289652"/>
                  </a:lnTo>
                  <a:lnTo>
                    <a:pt x="1198617" y="1289652"/>
                  </a:lnTo>
                  <a:lnTo>
                    <a:pt x="1198778" y="1289653"/>
                  </a:lnTo>
                  <a:lnTo>
                    <a:pt x="1198939" y="1289656"/>
                  </a:lnTo>
                  <a:lnTo>
                    <a:pt x="1199099" y="1289658"/>
                  </a:lnTo>
                  <a:lnTo>
                    <a:pt x="1199260" y="1289662"/>
                  </a:lnTo>
                  <a:lnTo>
                    <a:pt x="1199581" y="1289671"/>
                  </a:lnTo>
                  <a:lnTo>
                    <a:pt x="1199741" y="1289677"/>
                  </a:lnTo>
                  <a:lnTo>
                    <a:pt x="1199902" y="1289683"/>
                  </a:lnTo>
                  <a:lnTo>
                    <a:pt x="1200062" y="1289691"/>
                  </a:lnTo>
                  <a:lnTo>
                    <a:pt x="1200222" y="1289699"/>
                  </a:lnTo>
                  <a:lnTo>
                    <a:pt x="1200383" y="1289708"/>
                  </a:lnTo>
                  <a:lnTo>
                    <a:pt x="1200703" y="1289728"/>
                  </a:lnTo>
                  <a:lnTo>
                    <a:pt x="1200863" y="1289740"/>
                  </a:lnTo>
                  <a:lnTo>
                    <a:pt x="1201024" y="1289752"/>
                  </a:lnTo>
                  <a:lnTo>
                    <a:pt x="1201184" y="1289765"/>
                  </a:lnTo>
                  <a:lnTo>
                    <a:pt x="1201344" y="1289778"/>
                  </a:lnTo>
                  <a:lnTo>
                    <a:pt x="1201503" y="1289793"/>
                  </a:lnTo>
                  <a:lnTo>
                    <a:pt x="1201823" y="1289824"/>
                  </a:lnTo>
                  <a:lnTo>
                    <a:pt x="1201983" y="1289840"/>
                  </a:lnTo>
                  <a:lnTo>
                    <a:pt x="1202143" y="1289858"/>
                  </a:lnTo>
                  <a:lnTo>
                    <a:pt x="1202302" y="1289876"/>
                  </a:lnTo>
                  <a:lnTo>
                    <a:pt x="1212595" y="1291155"/>
                  </a:lnTo>
                  <a:lnTo>
                    <a:pt x="1212961" y="1291200"/>
                  </a:lnTo>
                  <a:lnTo>
                    <a:pt x="1213755" y="1291320"/>
                  </a:lnTo>
                  <a:lnTo>
                    <a:pt x="1215252" y="1291544"/>
                  </a:lnTo>
                  <a:lnTo>
                    <a:pt x="1215718" y="1291609"/>
                  </a:lnTo>
                  <a:lnTo>
                    <a:pt x="1216184" y="1291674"/>
                  </a:lnTo>
                  <a:lnTo>
                    <a:pt x="1216650" y="1291738"/>
                  </a:lnTo>
                  <a:lnTo>
                    <a:pt x="1217115" y="1291802"/>
                  </a:lnTo>
                  <a:lnTo>
                    <a:pt x="1217581" y="1291864"/>
                  </a:lnTo>
                  <a:lnTo>
                    <a:pt x="1218183" y="1291945"/>
                  </a:lnTo>
                  <a:lnTo>
                    <a:pt x="1218784" y="1292025"/>
                  </a:lnTo>
                  <a:lnTo>
                    <a:pt x="1219386" y="1292103"/>
                  </a:lnTo>
                  <a:lnTo>
                    <a:pt x="1219988" y="1292182"/>
                  </a:lnTo>
                  <a:lnTo>
                    <a:pt x="1220590" y="1292259"/>
                  </a:lnTo>
                  <a:lnTo>
                    <a:pt x="1223453" y="1292622"/>
                  </a:lnTo>
                  <a:lnTo>
                    <a:pt x="1235812" y="1294194"/>
                  </a:lnTo>
                  <a:lnTo>
                    <a:pt x="1238511" y="1294496"/>
                  </a:lnTo>
                  <a:lnTo>
                    <a:pt x="1240911" y="1294694"/>
                  </a:lnTo>
                  <a:lnTo>
                    <a:pt x="1241620" y="1294743"/>
                  </a:lnTo>
                  <a:lnTo>
                    <a:pt x="1243400" y="1294864"/>
                  </a:lnTo>
                  <a:lnTo>
                    <a:pt x="1247851" y="1295167"/>
                  </a:lnTo>
                  <a:lnTo>
                    <a:pt x="1249203" y="1295260"/>
                  </a:lnTo>
                  <a:lnTo>
                    <a:pt x="1252254" y="1295467"/>
                  </a:lnTo>
                  <a:lnTo>
                    <a:pt x="1254844" y="1295645"/>
                  </a:lnTo>
                  <a:lnTo>
                    <a:pt x="1257023" y="1295617"/>
                  </a:lnTo>
                  <a:lnTo>
                    <a:pt x="1259015" y="1295592"/>
                  </a:lnTo>
                  <a:lnTo>
                    <a:pt x="1260650" y="1295571"/>
                  </a:lnTo>
                  <a:lnTo>
                    <a:pt x="1282650" y="1296137"/>
                  </a:lnTo>
                  <a:lnTo>
                    <a:pt x="1285921" y="1296221"/>
                  </a:lnTo>
                  <a:lnTo>
                    <a:pt x="1286547" y="1294504"/>
                  </a:lnTo>
                  <a:lnTo>
                    <a:pt x="1287949" y="1290662"/>
                  </a:lnTo>
                  <a:lnTo>
                    <a:pt x="1290666" y="1289046"/>
                  </a:lnTo>
                  <a:lnTo>
                    <a:pt x="1290853" y="1289361"/>
                  </a:lnTo>
                  <a:lnTo>
                    <a:pt x="1291040" y="1289675"/>
                  </a:lnTo>
                  <a:lnTo>
                    <a:pt x="1291228" y="1289988"/>
                  </a:lnTo>
                  <a:lnTo>
                    <a:pt x="1291417" y="1290301"/>
                  </a:lnTo>
                  <a:lnTo>
                    <a:pt x="1291606" y="1290614"/>
                  </a:lnTo>
                  <a:lnTo>
                    <a:pt x="1291796" y="1290926"/>
                  </a:lnTo>
                  <a:lnTo>
                    <a:pt x="1291986" y="1291239"/>
                  </a:lnTo>
                  <a:lnTo>
                    <a:pt x="1292177" y="1291550"/>
                  </a:lnTo>
                  <a:lnTo>
                    <a:pt x="1292369" y="1291861"/>
                  </a:lnTo>
                  <a:lnTo>
                    <a:pt x="1292561" y="1292172"/>
                  </a:lnTo>
                  <a:lnTo>
                    <a:pt x="1292754" y="1292482"/>
                  </a:lnTo>
                  <a:lnTo>
                    <a:pt x="1292948" y="1292792"/>
                  </a:lnTo>
                  <a:lnTo>
                    <a:pt x="1293143" y="1293102"/>
                  </a:lnTo>
                  <a:lnTo>
                    <a:pt x="1293338" y="1293411"/>
                  </a:lnTo>
                  <a:lnTo>
                    <a:pt x="1293533" y="1293720"/>
                  </a:lnTo>
                  <a:lnTo>
                    <a:pt x="1293730" y="1294028"/>
                  </a:lnTo>
                  <a:lnTo>
                    <a:pt x="1293927" y="1294336"/>
                  </a:lnTo>
                  <a:lnTo>
                    <a:pt x="1294021" y="1294482"/>
                  </a:lnTo>
                  <a:lnTo>
                    <a:pt x="1294124" y="1294644"/>
                  </a:lnTo>
                  <a:lnTo>
                    <a:pt x="1294322" y="1294951"/>
                  </a:lnTo>
                  <a:lnTo>
                    <a:pt x="1294521" y="1295257"/>
                  </a:lnTo>
                  <a:lnTo>
                    <a:pt x="1294721" y="1295564"/>
                  </a:lnTo>
                  <a:lnTo>
                    <a:pt x="1294921" y="1295869"/>
                  </a:lnTo>
                  <a:lnTo>
                    <a:pt x="1295122" y="1296175"/>
                  </a:lnTo>
                  <a:lnTo>
                    <a:pt x="1295323" y="1296480"/>
                  </a:lnTo>
                  <a:lnTo>
                    <a:pt x="1295526" y="1296784"/>
                  </a:lnTo>
                  <a:lnTo>
                    <a:pt x="1295728" y="1297088"/>
                  </a:lnTo>
                  <a:lnTo>
                    <a:pt x="1295932" y="1297392"/>
                  </a:lnTo>
                  <a:lnTo>
                    <a:pt x="1296136" y="1297695"/>
                  </a:lnTo>
                  <a:lnTo>
                    <a:pt x="1296340" y="1297998"/>
                  </a:lnTo>
                  <a:lnTo>
                    <a:pt x="1296546" y="1298300"/>
                  </a:lnTo>
                  <a:lnTo>
                    <a:pt x="1296752" y="1298602"/>
                  </a:lnTo>
                  <a:lnTo>
                    <a:pt x="1297029" y="1299007"/>
                  </a:lnTo>
                  <a:lnTo>
                    <a:pt x="1297165" y="1299205"/>
                  </a:lnTo>
                  <a:lnTo>
                    <a:pt x="1297373" y="1299506"/>
                  </a:lnTo>
                  <a:lnTo>
                    <a:pt x="1297582" y="1299806"/>
                  </a:lnTo>
                  <a:lnTo>
                    <a:pt x="1297791" y="1300106"/>
                  </a:lnTo>
                  <a:lnTo>
                    <a:pt x="1298001" y="1300405"/>
                  </a:lnTo>
                  <a:lnTo>
                    <a:pt x="1298211" y="1300704"/>
                  </a:lnTo>
                  <a:lnTo>
                    <a:pt x="1298422" y="1301002"/>
                  </a:lnTo>
                  <a:lnTo>
                    <a:pt x="1298633" y="1301300"/>
                  </a:lnTo>
                  <a:lnTo>
                    <a:pt x="1298909" y="1301686"/>
                  </a:lnTo>
                  <a:lnTo>
                    <a:pt x="1299058" y="1301895"/>
                  </a:lnTo>
                  <a:lnTo>
                    <a:pt x="1299272" y="1302192"/>
                  </a:lnTo>
                  <a:lnTo>
                    <a:pt x="1299486" y="1302488"/>
                  </a:lnTo>
                  <a:lnTo>
                    <a:pt x="1299701" y="1302784"/>
                  </a:lnTo>
                  <a:lnTo>
                    <a:pt x="1299916" y="1303079"/>
                  </a:lnTo>
                  <a:lnTo>
                    <a:pt x="1300132" y="1303374"/>
                  </a:lnTo>
                  <a:lnTo>
                    <a:pt x="1300349" y="1303668"/>
                  </a:lnTo>
                  <a:lnTo>
                    <a:pt x="1300566" y="1303962"/>
                  </a:lnTo>
                  <a:lnTo>
                    <a:pt x="1300783" y="1304256"/>
                  </a:lnTo>
                  <a:lnTo>
                    <a:pt x="1301002" y="1304549"/>
                  </a:lnTo>
                  <a:lnTo>
                    <a:pt x="1301225" y="1304846"/>
                  </a:lnTo>
                  <a:lnTo>
                    <a:pt x="1301448" y="1305143"/>
                  </a:lnTo>
                  <a:lnTo>
                    <a:pt x="1301672" y="1305440"/>
                  </a:lnTo>
                  <a:lnTo>
                    <a:pt x="1301897" y="1305736"/>
                  </a:lnTo>
                  <a:lnTo>
                    <a:pt x="1302122" y="1306031"/>
                  </a:lnTo>
                  <a:lnTo>
                    <a:pt x="1302348" y="1306327"/>
                  </a:lnTo>
                  <a:lnTo>
                    <a:pt x="1302574" y="1306621"/>
                  </a:lnTo>
                  <a:lnTo>
                    <a:pt x="1302802" y="1306915"/>
                  </a:lnTo>
                  <a:lnTo>
                    <a:pt x="1303029" y="1307209"/>
                  </a:lnTo>
                  <a:lnTo>
                    <a:pt x="1303258" y="1307502"/>
                  </a:lnTo>
                  <a:lnTo>
                    <a:pt x="1303487" y="1307795"/>
                  </a:lnTo>
                  <a:lnTo>
                    <a:pt x="1314607" y="1322886"/>
                  </a:lnTo>
                  <a:lnTo>
                    <a:pt x="1330401" y="1343859"/>
                  </a:lnTo>
                  <a:lnTo>
                    <a:pt x="1331391" y="1345285"/>
                  </a:lnTo>
                  <a:lnTo>
                    <a:pt x="1331756" y="1345788"/>
                  </a:lnTo>
                  <a:lnTo>
                    <a:pt x="1334544" y="1349626"/>
                  </a:lnTo>
                  <a:lnTo>
                    <a:pt x="1336675" y="1344461"/>
                  </a:lnTo>
                  <a:lnTo>
                    <a:pt x="1349997" y="1316260"/>
                  </a:lnTo>
                  <a:lnTo>
                    <a:pt x="1352873" y="1309274"/>
                  </a:lnTo>
                  <a:lnTo>
                    <a:pt x="1355275" y="1304629"/>
                  </a:lnTo>
                  <a:lnTo>
                    <a:pt x="1359300" y="1296844"/>
                  </a:lnTo>
                  <a:lnTo>
                    <a:pt x="1359513" y="1296433"/>
                  </a:lnTo>
                  <a:lnTo>
                    <a:pt x="1359727" y="1296022"/>
                  </a:lnTo>
                  <a:lnTo>
                    <a:pt x="1359919" y="1295655"/>
                  </a:lnTo>
                  <a:lnTo>
                    <a:pt x="1360113" y="1295289"/>
                  </a:lnTo>
                  <a:lnTo>
                    <a:pt x="1360307" y="1294923"/>
                  </a:lnTo>
                  <a:lnTo>
                    <a:pt x="1360502" y="1294557"/>
                  </a:lnTo>
                  <a:lnTo>
                    <a:pt x="1360664" y="1294252"/>
                  </a:lnTo>
                  <a:lnTo>
                    <a:pt x="1360828" y="1293946"/>
                  </a:lnTo>
                  <a:lnTo>
                    <a:pt x="1360992" y="1293642"/>
                  </a:lnTo>
                  <a:lnTo>
                    <a:pt x="1361182" y="1293291"/>
                  </a:lnTo>
                  <a:lnTo>
                    <a:pt x="1361373" y="1292941"/>
                  </a:lnTo>
                  <a:lnTo>
                    <a:pt x="1361565" y="1292591"/>
                  </a:lnTo>
                  <a:lnTo>
                    <a:pt x="1361755" y="1292247"/>
                  </a:lnTo>
                  <a:lnTo>
                    <a:pt x="1361945" y="1291903"/>
                  </a:lnTo>
                  <a:lnTo>
                    <a:pt x="1362135" y="1291560"/>
                  </a:lnTo>
                  <a:lnTo>
                    <a:pt x="1362327" y="1291218"/>
                  </a:lnTo>
                  <a:lnTo>
                    <a:pt x="1362519" y="1290875"/>
                  </a:lnTo>
                  <a:lnTo>
                    <a:pt x="1362711" y="1290533"/>
                  </a:lnTo>
                  <a:lnTo>
                    <a:pt x="1362905" y="1290192"/>
                  </a:lnTo>
                  <a:lnTo>
                    <a:pt x="1369334" y="1276590"/>
                  </a:lnTo>
                  <a:lnTo>
                    <a:pt x="1369981" y="1275220"/>
                  </a:lnTo>
                  <a:lnTo>
                    <a:pt x="1370727" y="1273617"/>
                  </a:lnTo>
                  <a:lnTo>
                    <a:pt x="1372990" y="1268863"/>
                  </a:lnTo>
                  <a:lnTo>
                    <a:pt x="1378398" y="1263944"/>
                  </a:lnTo>
                  <a:lnTo>
                    <a:pt x="1385596" y="1257399"/>
                  </a:lnTo>
                  <a:lnTo>
                    <a:pt x="1387525" y="1255687"/>
                  </a:lnTo>
                  <a:lnTo>
                    <a:pt x="1388322" y="1254979"/>
                  </a:lnTo>
                  <a:lnTo>
                    <a:pt x="1393799" y="1250194"/>
                  </a:lnTo>
                  <a:lnTo>
                    <a:pt x="1395349" y="1248836"/>
                  </a:lnTo>
                  <a:lnTo>
                    <a:pt x="1399986" y="1244591"/>
                  </a:lnTo>
                  <a:lnTo>
                    <a:pt x="1405095" y="1240041"/>
                  </a:lnTo>
                  <a:lnTo>
                    <a:pt x="1409931" y="1235601"/>
                  </a:lnTo>
                  <a:lnTo>
                    <a:pt x="1414684" y="1231238"/>
                  </a:lnTo>
                  <a:lnTo>
                    <a:pt x="1418418" y="1227829"/>
                  </a:lnTo>
                  <a:lnTo>
                    <a:pt x="1420890" y="1225569"/>
                  </a:lnTo>
                  <a:lnTo>
                    <a:pt x="1424255" y="1222461"/>
                  </a:lnTo>
                  <a:lnTo>
                    <a:pt x="1425675" y="1221167"/>
                  </a:lnTo>
                  <a:lnTo>
                    <a:pt x="1426420" y="1220459"/>
                  </a:lnTo>
                  <a:lnTo>
                    <a:pt x="1427110" y="1219795"/>
                  </a:lnTo>
                  <a:lnTo>
                    <a:pt x="1427723" y="1219159"/>
                  </a:lnTo>
                  <a:lnTo>
                    <a:pt x="1429944" y="1217122"/>
                  </a:lnTo>
                  <a:lnTo>
                    <a:pt x="1430175" y="1216909"/>
                  </a:lnTo>
                  <a:lnTo>
                    <a:pt x="1430405" y="1216698"/>
                  </a:lnTo>
                  <a:lnTo>
                    <a:pt x="1432798" y="1214502"/>
                  </a:lnTo>
                  <a:lnTo>
                    <a:pt x="1435903" y="1211777"/>
                  </a:lnTo>
                  <a:lnTo>
                    <a:pt x="1437248" y="1210596"/>
                  </a:lnTo>
                  <a:lnTo>
                    <a:pt x="1438887" y="1209158"/>
                  </a:lnTo>
                  <a:lnTo>
                    <a:pt x="1441352" y="1206993"/>
                  </a:lnTo>
                  <a:lnTo>
                    <a:pt x="1451006" y="1198259"/>
                  </a:lnTo>
                  <a:lnTo>
                    <a:pt x="1454216" y="1195354"/>
                  </a:lnTo>
                  <a:lnTo>
                    <a:pt x="1457678" y="1192222"/>
                  </a:lnTo>
                  <a:lnTo>
                    <a:pt x="1460944" y="1189267"/>
                  </a:lnTo>
                  <a:lnTo>
                    <a:pt x="1468320" y="1182593"/>
                  </a:lnTo>
                  <a:lnTo>
                    <a:pt x="1469795" y="1181259"/>
                  </a:lnTo>
                  <a:lnTo>
                    <a:pt x="1471562" y="1179660"/>
                  </a:lnTo>
                  <a:lnTo>
                    <a:pt x="1477449" y="1174335"/>
                  </a:lnTo>
                  <a:lnTo>
                    <a:pt x="1481078" y="1171052"/>
                  </a:lnTo>
                  <a:lnTo>
                    <a:pt x="1482800" y="1169495"/>
                  </a:lnTo>
                  <a:lnTo>
                    <a:pt x="1486042" y="1166562"/>
                  </a:lnTo>
                  <a:lnTo>
                    <a:pt x="1492175" y="1161014"/>
                  </a:lnTo>
                  <a:lnTo>
                    <a:pt x="1493060" y="1160213"/>
                  </a:lnTo>
                  <a:lnTo>
                    <a:pt x="1493362" y="1159940"/>
                  </a:lnTo>
                  <a:lnTo>
                    <a:pt x="1498041" y="1155654"/>
                  </a:lnTo>
                  <a:lnTo>
                    <a:pt x="1503700" y="1150497"/>
                  </a:lnTo>
                  <a:lnTo>
                    <a:pt x="1508580" y="1146067"/>
                  </a:lnTo>
                  <a:lnTo>
                    <a:pt x="1510868" y="1144103"/>
                  </a:lnTo>
                  <a:lnTo>
                    <a:pt x="1511726" y="1143327"/>
                  </a:lnTo>
                  <a:lnTo>
                    <a:pt x="1514049" y="1141225"/>
                  </a:lnTo>
                  <a:lnTo>
                    <a:pt x="1519630" y="1136177"/>
                  </a:lnTo>
                  <a:lnTo>
                    <a:pt x="1524512" y="1131762"/>
                  </a:lnTo>
                  <a:lnTo>
                    <a:pt x="1525032" y="1131291"/>
                  </a:lnTo>
                  <a:lnTo>
                    <a:pt x="1525657" y="1130726"/>
                  </a:lnTo>
                  <a:lnTo>
                    <a:pt x="1528075" y="1128539"/>
                  </a:lnTo>
                  <a:lnTo>
                    <a:pt x="1530919" y="1125966"/>
                  </a:lnTo>
                  <a:lnTo>
                    <a:pt x="1534297" y="1122910"/>
                  </a:lnTo>
                  <a:lnTo>
                    <a:pt x="1537777" y="1119762"/>
                  </a:lnTo>
                  <a:lnTo>
                    <a:pt x="1539195" y="1118480"/>
                  </a:lnTo>
                  <a:lnTo>
                    <a:pt x="1540255" y="1117521"/>
                  </a:lnTo>
                  <a:lnTo>
                    <a:pt x="1543288" y="1114777"/>
                  </a:lnTo>
                  <a:lnTo>
                    <a:pt x="1544446" y="1113729"/>
                  </a:lnTo>
                  <a:lnTo>
                    <a:pt x="1547342" y="1111111"/>
                  </a:lnTo>
                  <a:lnTo>
                    <a:pt x="1550120" y="1108624"/>
                  </a:lnTo>
                  <a:lnTo>
                    <a:pt x="1555328" y="1103962"/>
                  </a:lnTo>
                  <a:lnTo>
                    <a:pt x="1558021" y="1101552"/>
                  </a:lnTo>
                  <a:lnTo>
                    <a:pt x="1559516" y="1100213"/>
                  </a:lnTo>
                  <a:lnTo>
                    <a:pt x="1562343" y="1097683"/>
                  </a:lnTo>
                  <a:lnTo>
                    <a:pt x="1564951" y="1095348"/>
                  </a:lnTo>
                  <a:lnTo>
                    <a:pt x="1567354" y="1093197"/>
                  </a:lnTo>
                  <a:lnTo>
                    <a:pt x="1571701" y="1089306"/>
                  </a:lnTo>
                  <a:lnTo>
                    <a:pt x="1573243" y="1087970"/>
                  </a:lnTo>
                  <a:lnTo>
                    <a:pt x="1577258" y="1084680"/>
                  </a:lnTo>
                  <a:lnTo>
                    <a:pt x="1582168" y="1081165"/>
                  </a:lnTo>
                  <a:lnTo>
                    <a:pt x="1583358" y="1080316"/>
                  </a:lnTo>
                  <a:lnTo>
                    <a:pt x="1586560" y="1078085"/>
                  </a:lnTo>
                  <a:lnTo>
                    <a:pt x="1590840" y="1074641"/>
                  </a:lnTo>
                  <a:lnTo>
                    <a:pt x="1593582" y="1072590"/>
                  </a:lnTo>
                  <a:lnTo>
                    <a:pt x="1597035" y="1070212"/>
                  </a:lnTo>
                  <a:lnTo>
                    <a:pt x="1602288" y="1066735"/>
                  </a:lnTo>
                  <a:lnTo>
                    <a:pt x="1606988" y="1063625"/>
                  </a:lnTo>
                  <a:lnTo>
                    <a:pt x="1609982" y="1061470"/>
                  </a:lnTo>
                  <a:lnTo>
                    <a:pt x="1612705" y="1059626"/>
                  </a:lnTo>
                  <a:lnTo>
                    <a:pt x="1618691" y="1055200"/>
                  </a:lnTo>
                  <a:lnTo>
                    <a:pt x="1621567" y="1052989"/>
                  </a:lnTo>
                  <a:lnTo>
                    <a:pt x="1624523" y="1050492"/>
                  </a:lnTo>
                  <a:lnTo>
                    <a:pt x="1627232" y="1047951"/>
                  </a:lnTo>
                  <a:lnTo>
                    <a:pt x="1630549" y="1044389"/>
                  </a:lnTo>
                  <a:lnTo>
                    <a:pt x="1633555" y="1040827"/>
                  </a:lnTo>
                  <a:lnTo>
                    <a:pt x="1640448" y="1031851"/>
                  </a:lnTo>
                  <a:lnTo>
                    <a:pt x="1645800" y="1026168"/>
                  </a:lnTo>
                  <a:lnTo>
                    <a:pt x="1650668" y="1021810"/>
                  </a:lnTo>
                  <a:lnTo>
                    <a:pt x="1652193" y="1020443"/>
                  </a:lnTo>
                  <a:lnTo>
                    <a:pt x="1659524" y="1013782"/>
                  </a:lnTo>
                  <a:lnTo>
                    <a:pt x="1660339" y="1012728"/>
                  </a:lnTo>
                  <a:lnTo>
                    <a:pt x="1661245" y="1011552"/>
                  </a:lnTo>
                  <a:lnTo>
                    <a:pt x="1664406" y="1012324"/>
                  </a:lnTo>
                  <a:lnTo>
                    <a:pt x="1665181" y="1012513"/>
                  </a:lnTo>
                  <a:lnTo>
                    <a:pt x="1665366" y="1012417"/>
                  </a:lnTo>
                  <a:lnTo>
                    <a:pt x="1665552" y="1012322"/>
                  </a:lnTo>
                  <a:lnTo>
                    <a:pt x="1665738" y="1012228"/>
                  </a:lnTo>
                  <a:lnTo>
                    <a:pt x="1665924" y="1012135"/>
                  </a:lnTo>
                  <a:lnTo>
                    <a:pt x="1666111" y="1012042"/>
                  </a:lnTo>
                  <a:lnTo>
                    <a:pt x="1666298" y="1011950"/>
                  </a:lnTo>
                  <a:lnTo>
                    <a:pt x="1666485" y="1011858"/>
                  </a:lnTo>
                  <a:lnTo>
                    <a:pt x="1666673" y="1011767"/>
                  </a:lnTo>
                  <a:lnTo>
                    <a:pt x="1666936" y="1011642"/>
                  </a:lnTo>
                  <a:lnTo>
                    <a:pt x="1667239" y="1011500"/>
                  </a:lnTo>
                  <a:lnTo>
                    <a:pt x="1667428" y="1011412"/>
                  </a:lnTo>
                  <a:lnTo>
                    <a:pt x="1667617" y="1011325"/>
                  </a:lnTo>
                  <a:lnTo>
                    <a:pt x="1667807" y="1011238"/>
                  </a:lnTo>
                  <a:lnTo>
                    <a:pt x="1667997" y="1011152"/>
                  </a:lnTo>
                  <a:lnTo>
                    <a:pt x="1668188" y="1011067"/>
                  </a:lnTo>
                  <a:lnTo>
                    <a:pt x="1668378" y="1010983"/>
                  </a:lnTo>
                  <a:lnTo>
                    <a:pt x="1668569" y="1010899"/>
                  </a:lnTo>
                  <a:lnTo>
                    <a:pt x="1668761" y="1010816"/>
                  </a:lnTo>
                  <a:lnTo>
                    <a:pt x="1668952" y="1010734"/>
                  </a:lnTo>
                  <a:lnTo>
                    <a:pt x="1669144" y="1010653"/>
                  </a:lnTo>
                  <a:lnTo>
                    <a:pt x="1669337" y="1010572"/>
                  </a:lnTo>
                  <a:lnTo>
                    <a:pt x="1669529" y="1010492"/>
                  </a:lnTo>
                  <a:lnTo>
                    <a:pt x="1669722" y="1010412"/>
                  </a:lnTo>
                  <a:lnTo>
                    <a:pt x="1669915" y="1010334"/>
                  </a:lnTo>
                  <a:lnTo>
                    <a:pt x="1671219" y="1009875"/>
                  </a:lnTo>
                  <a:lnTo>
                    <a:pt x="1672974" y="1009286"/>
                  </a:lnTo>
                  <a:lnTo>
                    <a:pt x="1673017" y="1008833"/>
                  </a:lnTo>
                  <a:lnTo>
                    <a:pt x="1673083" y="1008118"/>
                  </a:lnTo>
                  <a:lnTo>
                    <a:pt x="1675001" y="1007045"/>
                  </a:lnTo>
                  <a:lnTo>
                    <a:pt x="1675601" y="1006960"/>
                  </a:lnTo>
                  <a:lnTo>
                    <a:pt x="1676553" y="1006822"/>
                  </a:lnTo>
                  <a:lnTo>
                    <a:pt x="1677068" y="1006781"/>
                  </a:lnTo>
                  <a:lnTo>
                    <a:pt x="1678214" y="1006754"/>
                  </a:lnTo>
                  <a:lnTo>
                    <a:pt x="1682156" y="1006727"/>
                  </a:lnTo>
                  <a:lnTo>
                    <a:pt x="1681609" y="1006389"/>
                  </a:lnTo>
                  <a:lnTo>
                    <a:pt x="1679343" y="1005030"/>
                  </a:lnTo>
                  <a:lnTo>
                    <a:pt x="1676392" y="1003267"/>
                  </a:lnTo>
                  <a:lnTo>
                    <a:pt x="1677462" y="996807"/>
                  </a:lnTo>
                  <a:lnTo>
                    <a:pt x="1677612" y="996470"/>
                  </a:lnTo>
                  <a:lnTo>
                    <a:pt x="1653970" y="986977"/>
                  </a:lnTo>
                  <a:lnTo>
                    <a:pt x="1647768" y="983924"/>
                  </a:lnTo>
                  <a:lnTo>
                    <a:pt x="1644826" y="981232"/>
                  </a:lnTo>
                  <a:lnTo>
                    <a:pt x="1628654" y="965734"/>
                  </a:lnTo>
                  <a:lnTo>
                    <a:pt x="1598186" y="945958"/>
                  </a:lnTo>
                  <a:lnTo>
                    <a:pt x="1577510" y="932145"/>
                  </a:lnTo>
                  <a:lnTo>
                    <a:pt x="1569052" y="925308"/>
                  </a:lnTo>
                  <a:lnTo>
                    <a:pt x="1565795" y="922564"/>
                  </a:lnTo>
                  <a:lnTo>
                    <a:pt x="1556157" y="914445"/>
                  </a:lnTo>
                  <a:lnTo>
                    <a:pt x="1552048" y="911121"/>
                  </a:lnTo>
                  <a:lnTo>
                    <a:pt x="1532366" y="895093"/>
                  </a:lnTo>
                  <a:lnTo>
                    <a:pt x="1531119" y="894076"/>
                  </a:lnTo>
                  <a:lnTo>
                    <a:pt x="1529815" y="893015"/>
                  </a:lnTo>
                  <a:lnTo>
                    <a:pt x="1527376" y="891029"/>
                  </a:lnTo>
                  <a:lnTo>
                    <a:pt x="1526620" y="890413"/>
                  </a:lnTo>
                  <a:lnTo>
                    <a:pt x="1522298" y="887865"/>
                  </a:lnTo>
                  <a:lnTo>
                    <a:pt x="1514187" y="882626"/>
                  </a:lnTo>
                  <a:lnTo>
                    <a:pt x="1500230" y="869947"/>
                  </a:lnTo>
                  <a:lnTo>
                    <a:pt x="1492329" y="864929"/>
                  </a:lnTo>
                  <a:lnTo>
                    <a:pt x="1491055" y="864120"/>
                  </a:lnTo>
                  <a:lnTo>
                    <a:pt x="1490796" y="864590"/>
                  </a:lnTo>
                  <a:lnTo>
                    <a:pt x="1487413" y="862793"/>
                  </a:lnTo>
                  <a:lnTo>
                    <a:pt x="1486298" y="862200"/>
                  </a:lnTo>
                  <a:lnTo>
                    <a:pt x="1483900" y="857751"/>
                  </a:lnTo>
                  <a:lnTo>
                    <a:pt x="1482513" y="855177"/>
                  </a:lnTo>
                  <a:lnTo>
                    <a:pt x="1482722" y="854745"/>
                  </a:lnTo>
                  <a:lnTo>
                    <a:pt x="1472705" y="848719"/>
                  </a:lnTo>
                  <a:lnTo>
                    <a:pt x="1468118" y="845938"/>
                  </a:lnTo>
                  <a:lnTo>
                    <a:pt x="1453235" y="836561"/>
                  </a:lnTo>
                  <a:lnTo>
                    <a:pt x="1451804" y="835598"/>
                  </a:lnTo>
                  <a:lnTo>
                    <a:pt x="1438661" y="826755"/>
                  </a:lnTo>
                  <a:lnTo>
                    <a:pt x="1435246" y="824488"/>
                  </a:lnTo>
                  <a:lnTo>
                    <a:pt x="1432939" y="822957"/>
                  </a:lnTo>
                  <a:lnTo>
                    <a:pt x="1422359" y="814594"/>
                  </a:lnTo>
                  <a:lnTo>
                    <a:pt x="1417582" y="811556"/>
                  </a:lnTo>
                  <a:lnTo>
                    <a:pt x="1416299" y="810751"/>
                  </a:lnTo>
                  <a:lnTo>
                    <a:pt x="1415075" y="809972"/>
                  </a:lnTo>
                  <a:lnTo>
                    <a:pt x="1414823" y="809811"/>
                  </a:lnTo>
                  <a:lnTo>
                    <a:pt x="1398546" y="799665"/>
                  </a:lnTo>
                  <a:lnTo>
                    <a:pt x="1391636" y="795139"/>
                  </a:lnTo>
                  <a:lnTo>
                    <a:pt x="1369506" y="776911"/>
                  </a:lnTo>
                  <a:lnTo>
                    <a:pt x="1363390" y="771968"/>
                  </a:lnTo>
                  <a:lnTo>
                    <a:pt x="1356944" y="767377"/>
                  </a:lnTo>
                  <a:lnTo>
                    <a:pt x="1349286" y="762244"/>
                  </a:lnTo>
                  <a:lnTo>
                    <a:pt x="1334040" y="751733"/>
                  </a:lnTo>
                  <a:lnTo>
                    <a:pt x="1332637" y="750768"/>
                  </a:lnTo>
                  <a:lnTo>
                    <a:pt x="1328998" y="748261"/>
                  </a:lnTo>
                  <a:lnTo>
                    <a:pt x="1321045" y="742784"/>
                  </a:lnTo>
                  <a:lnTo>
                    <a:pt x="1311368" y="736293"/>
                  </a:lnTo>
                  <a:lnTo>
                    <a:pt x="1309161" y="734770"/>
                  </a:lnTo>
                  <a:lnTo>
                    <a:pt x="1308542" y="734205"/>
                  </a:lnTo>
                  <a:lnTo>
                    <a:pt x="1305160" y="731118"/>
                  </a:lnTo>
                  <a:lnTo>
                    <a:pt x="1304913" y="730951"/>
                  </a:lnTo>
                  <a:lnTo>
                    <a:pt x="1287013" y="718859"/>
                  </a:lnTo>
                  <a:lnTo>
                    <a:pt x="1261805" y="700681"/>
                  </a:lnTo>
                  <a:lnTo>
                    <a:pt x="1250313" y="691388"/>
                  </a:lnTo>
                  <a:lnTo>
                    <a:pt x="1234628" y="679991"/>
                  </a:lnTo>
                  <a:lnTo>
                    <a:pt x="1220849" y="670556"/>
                  </a:lnTo>
                  <a:lnTo>
                    <a:pt x="1213453" y="665497"/>
                  </a:lnTo>
                  <a:lnTo>
                    <a:pt x="1196436" y="653859"/>
                  </a:lnTo>
                  <a:lnTo>
                    <a:pt x="1196206" y="653679"/>
                  </a:lnTo>
                  <a:lnTo>
                    <a:pt x="1195807" y="643420"/>
                  </a:lnTo>
                  <a:lnTo>
                    <a:pt x="1195453" y="635197"/>
                  </a:lnTo>
                  <a:lnTo>
                    <a:pt x="1195338" y="632518"/>
                  </a:lnTo>
                  <a:lnTo>
                    <a:pt x="1195474" y="616878"/>
                  </a:lnTo>
                  <a:lnTo>
                    <a:pt x="1195556" y="608308"/>
                  </a:lnTo>
                  <a:lnTo>
                    <a:pt x="1195441" y="589836"/>
                  </a:lnTo>
                  <a:lnTo>
                    <a:pt x="1195291" y="573922"/>
                  </a:lnTo>
                  <a:lnTo>
                    <a:pt x="1195241" y="563135"/>
                  </a:lnTo>
                  <a:lnTo>
                    <a:pt x="1195239" y="562919"/>
                  </a:lnTo>
                  <a:lnTo>
                    <a:pt x="1195185" y="562118"/>
                  </a:lnTo>
                  <a:lnTo>
                    <a:pt x="1195069" y="560425"/>
                  </a:lnTo>
                  <a:lnTo>
                    <a:pt x="1195124" y="555244"/>
                  </a:lnTo>
                  <a:lnTo>
                    <a:pt x="1194567" y="543601"/>
                  </a:lnTo>
                  <a:lnTo>
                    <a:pt x="1194360" y="539595"/>
                  </a:lnTo>
                  <a:lnTo>
                    <a:pt x="1194096" y="534495"/>
                  </a:lnTo>
                  <a:lnTo>
                    <a:pt x="1194130" y="527950"/>
                  </a:lnTo>
                  <a:lnTo>
                    <a:pt x="1194530" y="510464"/>
                  </a:lnTo>
                  <a:lnTo>
                    <a:pt x="1193671" y="483546"/>
                  </a:lnTo>
                  <a:lnTo>
                    <a:pt x="1194200" y="458094"/>
                  </a:lnTo>
                  <a:lnTo>
                    <a:pt x="1194851" y="450724"/>
                  </a:lnTo>
                  <a:lnTo>
                    <a:pt x="1194875" y="443995"/>
                  </a:lnTo>
                  <a:lnTo>
                    <a:pt x="1194919" y="431797"/>
                  </a:lnTo>
                  <a:lnTo>
                    <a:pt x="1194366" y="408416"/>
                  </a:lnTo>
                  <a:lnTo>
                    <a:pt x="1193686" y="402003"/>
                  </a:lnTo>
                  <a:lnTo>
                    <a:pt x="1191541" y="389172"/>
                  </a:lnTo>
                  <a:lnTo>
                    <a:pt x="1191214" y="387214"/>
                  </a:lnTo>
                  <a:lnTo>
                    <a:pt x="1191148" y="386814"/>
                  </a:lnTo>
                  <a:lnTo>
                    <a:pt x="1189570" y="377368"/>
                  </a:lnTo>
                  <a:lnTo>
                    <a:pt x="1189253" y="375483"/>
                  </a:lnTo>
                  <a:lnTo>
                    <a:pt x="1189153" y="374878"/>
                  </a:lnTo>
                  <a:lnTo>
                    <a:pt x="1184024" y="343945"/>
                  </a:lnTo>
                  <a:lnTo>
                    <a:pt x="1179878" y="329242"/>
                  </a:lnTo>
                  <a:lnTo>
                    <a:pt x="1179829" y="329070"/>
                  </a:lnTo>
                  <a:lnTo>
                    <a:pt x="1175458" y="313762"/>
                  </a:lnTo>
                  <a:lnTo>
                    <a:pt x="1170733" y="297217"/>
                  </a:lnTo>
                  <a:lnTo>
                    <a:pt x="1163489" y="281907"/>
                  </a:lnTo>
                  <a:lnTo>
                    <a:pt x="1162525" y="264123"/>
                  </a:lnTo>
                  <a:lnTo>
                    <a:pt x="1161776" y="252751"/>
                  </a:lnTo>
                  <a:lnTo>
                    <a:pt x="1160155" y="228155"/>
                  </a:lnTo>
                  <a:lnTo>
                    <a:pt x="1160809" y="220693"/>
                  </a:lnTo>
                  <a:lnTo>
                    <a:pt x="1163068" y="194922"/>
                  </a:lnTo>
                  <a:lnTo>
                    <a:pt x="1166375" y="173903"/>
                  </a:lnTo>
                  <a:lnTo>
                    <a:pt x="1165946" y="157686"/>
                  </a:lnTo>
                  <a:lnTo>
                    <a:pt x="1162733" y="136065"/>
                  </a:lnTo>
                  <a:lnTo>
                    <a:pt x="1158763" y="124494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g35"/>
            <p:cNvSpPr/>
            <p:nvPr/>
          </p:nvSpPr>
          <p:spPr>
            <a:xfrm>
              <a:off x="4833531" y="1447189"/>
              <a:ext cx="2540980" cy="3365862"/>
            </a:xfrm>
            <a:custGeom>
              <a:avLst/>
              <a:gdLst/>
              <a:ahLst/>
              <a:cxnLst/>
              <a:rect l="0" t="0" r="0" b="0"/>
              <a:pathLst>
                <a:path w="2540980" h="3365862">
                  <a:moveTo>
                    <a:pt x="1540935" y="424419"/>
                  </a:moveTo>
                  <a:lnTo>
                    <a:pt x="1537705" y="423770"/>
                  </a:lnTo>
                  <a:lnTo>
                    <a:pt x="1537572" y="423744"/>
                  </a:lnTo>
                  <a:lnTo>
                    <a:pt x="1545873" y="403157"/>
                  </a:lnTo>
                  <a:lnTo>
                    <a:pt x="1547192" y="399884"/>
                  </a:lnTo>
                  <a:lnTo>
                    <a:pt x="1547794" y="398390"/>
                  </a:lnTo>
                  <a:lnTo>
                    <a:pt x="1553690" y="381463"/>
                  </a:lnTo>
                  <a:lnTo>
                    <a:pt x="1560485" y="363100"/>
                  </a:lnTo>
                  <a:lnTo>
                    <a:pt x="1567912" y="345329"/>
                  </a:lnTo>
                  <a:lnTo>
                    <a:pt x="1568503" y="344076"/>
                  </a:lnTo>
                  <a:lnTo>
                    <a:pt x="1568982" y="343171"/>
                  </a:lnTo>
                  <a:lnTo>
                    <a:pt x="1569839" y="341548"/>
                  </a:lnTo>
                  <a:lnTo>
                    <a:pt x="1575098" y="331585"/>
                  </a:lnTo>
                  <a:lnTo>
                    <a:pt x="1583489" y="315698"/>
                  </a:lnTo>
                  <a:lnTo>
                    <a:pt x="1589275" y="305084"/>
                  </a:lnTo>
                  <a:lnTo>
                    <a:pt x="1589624" y="304379"/>
                  </a:lnTo>
                  <a:lnTo>
                    <a:pt x="1592970" y="297632"/>
                  </a:lnTo>
                  <a:lnTo>
                    <a:pt x="1606661" y="272824"/>
                  </a:lnTo>
                  <a:lnTo>
                    <a:pt x="1608715" y="271091"/>
                  </a:lnTo>
                  <a:lnTo>
                    <a:pt x="1617240" y="265416"/>
                  </a:lnTo>
                  <a:lnTo>
                    <a:pt x="1624198" y="260783"/>
                  </a:lnTo>
                  <a:lnTo>
                    <a:pt x="1624592" y="260521"/>
                  </a:lnTo>
                  <a:lnTo>
                    <a:pt x="1624678" y="260281"/>
                  </a:lnTo>
                  <a:lnTo>
                    <a:pt x="1626347" y="255583"/>
                  </a:lnTo>
                  <a:lnTo>
                    <a:pt x="1629817" y="245830"/>
                  </a:lnTo>
                  <a:lnTo>
                    <a:pt x="1639248" y="218983"/>
                  </a:lnTo>
                  <a:lnTo>
                    <a:pt x="1642574" y="208901"/>
                  </a:lnTo>
                  <a:lnTo>
                    <a:pt x="1644942" y="201723"/>
                  </a:lnTo>
                  <a:lnTo>
                    <a:pt x="1654011" y="170062"/>
                  </a:lnTo>
                  <a:lnTo>
                    <a:pt x="1649956" y="167601"/>
                  </a:lnTo>
                  <a:lnTo>
                    <a:pt x="1645030" y="164613"/>
                  </a:lnTo>
                  <a:lnTo>
                    <a:pt x="1643697" y="163804"/>
                  </a:lnTo>
                  <a:lnTo>
                    <a:pt x="1639824" y="161454"/>
                  </a:lnTo>
                  <a:lnTo>
                    <a:pt x="1637979" y="160335"/>
                  </a:lnTo>
                  <a:lnTo>
                    <a:pt x="1637623" y="160118"/>
                  </a:lnTo>
                  <a:lnTo>
                    <a:pt x="1634847" y="158434"/>
                  </a:lnTo>
                  <a:lnTo>
                    <a:pt x="1628955" y="154859"/>
                  </a:lnTo>
                  <a:lnTo>
                    <a:pt x="1625341" y="152667"/>
                  </a:lnTo>
                  <a:lnTo>
                    <a:pt x="1625552" y="151904"/>
                  </a:lnTo>
                  <a:lnTo>
                    <a:pt x="1629892" y="136194"/>
                  </a:lnTo>
                  <a:lnTo>
                    <a:pt x="1630096" y="135453"/>
                  </a:lnTo>
                  <a:lnTo>
                    <a:pt x="1630186" y="135128"/>
                  </a:lnTo>
                  <a:lnTo>
                    <a:pt x="1607510" y="127506"/>
                  </a:lnTo>
                  <a:lnTo>
                    <a:pt x="1590847" y="121975"/>
                  </a:lnTo>
                  <a:lnTo>
                    <a:pt x="1576025" y="116626"/>
                  </a:lnTo>
                  <a:lnTo>
                    <a:pt x="1570349" y="114477"/>
                  </a:lnTo>
                  <a:lnTo>
                    <a:pt x="1552938" y="107887"/>
                  </a:lnTo>
                  <a:lnTo>
                    <a:pt x="1542601" y="102107"/>
                  </a:lnTo>
                  <a:lnTo>
                    <a:pt x="1525117" y="91061"/>
                  </a:lnTo>
                  <a:lnTo>
                    <a:pt x="1514271" y="85052"/>
                  </a:lnTo>
                  <a:lnTo>
                    <a:pt x="1509882" y="82425"/>
                  </a:lnTo>
                  <a:lnTo>
                    <a:pt x="1508129" y="81376"/>
                  </a:lnTo>
                  <a:lnTo>
                    <a:pt x="1506849" y="80609"/>
                  </a:lnTo>
                  <a:lnTo>
                    <a:pt x="1504662" y="79298"/>
                  </a:lnTo>
                  <a:lnTo>
                    <a:pt x="1503210" y="78428"/>
                  </a:lnTo>
                  <a:lnTo>
                    <a:pt x="1486512" y="72380"/>
                  </a:lnTo>
                  <a:lnTo>
                    <a:pt x="1477261" y="68400"/>
                  </a:lnTo>
                  <a:lnTo>
                    <a:pt x="1475862" y="68120"/>
                  </a:lnTo>
                  <a:lnTo>
                    <a:pt x="1475486" y="68045"/>
                  </a:lnTo>
                  <a:lnTo>
                    <a:pt x="1473949" y="67460"/>
                  </a:lnTo>
                  <a:lnTo>
                    <a:pt x="1471309" y="66458"/>
                  </a:lnTo>
                  <a:lnTo>
                    <a:pt x="1464673" y="63941"/>
                  </a:lnTo>
                  <a:lnTo>
                    <a:pt x="1461374" y="62689"/>
                  </a:lnTo>
                  <a:lnTo>
                    <a:pt x="1458421" y="61570"/>
                  </a:lnTo>
                  <a:lnTo>
                    <a:pt x="1456285" y="60760"/>
                  </a:lnTo>
                  <a:lnTo>
                    <a:pt x="1453143" y="59568"/>
                  </a:lnTo>
                  <a:lnTo>
                    <a:pt x="1451165" y="58792"/>
                  </a:lnTo>
                  <a:lnTo>
                    <a:pt x="1450349" y="58472"/>
                  </a:lnTo>
                  <a:lnTo>
                    <a:pt x="1436776" y="53147"/>
                  </a:lnTo>
                  <a:lnTo>
                    <a:pt x="1431415" y="51044"/>
                  </a:lnTo>
                  <a:lnTo>
                    <a:pt x="1428298" y="49821"/>
                  </a:lnTo>
                  <a:lnTo>
                    <a:pt x="1422942" y="47720"/>
                  </a:lnTo>
                  <a:lnTo>
                    <a:pt x="1422397" y="47507"/>
                  </a:lnTo>
                  <a:lnTo>
                    <a:pt x="1421510" y="47172"/>
                  </a:lnTo>
                  <a:lnTo>
                    <a:pt x="1411969" y="43567"/>
                  </a:lnTo>
                  <a:lnTo>
                    <a:pt x="1407309" y="41808"/>
                  </a:lnTo>
                  <a:lnTo>
                    <a:pt x="1392115" y="36248"/>
                  </a:lnTo>
                  <a:lnTo>
                    <a:pt x="1389153" y="35165"/>
                  </a:lnTo>
                  <a:lnTo>
                    <a:pt x="1388464" y="34914"/>
                  </a:lnTo>
                  <a:lnTo>
                    <a:pt x="1392790" y="22185"/>
                  </a:lnTo>
                  <a:lnTo>
                    <a:pt x="1385441" y="20682"/>
                  </a:lnTo>
                  <a:lnTo>
                    <a:pt x="1380696" y="19710"/>
                  </a:lnTo>
                  <a:lnTo>
                    <a:pt x="1375089" y="18664"/>
                  </a:lnTo>
                  <a:lnTo>
                    <a:pt x="1350398" y="17061"/>
                  </a:lnTo>
                  <a:lnTo>
                    <a:pt x="1348897" y="16964"/>
                  </a:lnTo>
                  <a:lnTo>
                    <a:pt x="1333336" y="16523"/>
                  </a:lnTo>
                  <a:lnTo>
                    <a:pt x="1331942" y="16483"/>
                  </a:lnTo>
                  <a:lnTo>
                    <a:pt x="1312727" y="15938"/>
                  </a:lnTo>
                  <a:lnTo>
                    <a:pt x="1307069" y="15382"/>
                  </a:lnTo>
                  <a:lnTo>
                    <a:pt x="1295854" y="14279"/>
                  </a:lnTo>
                  <a:lnTo>
                    <a:pt x="1293186" y="14017"/>
                  </a:lnTo>
                  <a:lnTo>
                    <a:pt x="1290587" y="13761"/>
                  </a:lnTo>
                  <a:lnTo>
                    <a:pt x="1290079" y="13711"/>
                  </a:lnTo>
                  <a:lnTo>
                    <a:pt x="1284343" y="13147"/>
                  </a:lnTo>
                  <a:lnTo>
                    <a:pt x="1278615" y="12610"/>
                  </a:lnTo>
                  <a:lnTo>
                    <a:pt x="1273720" y="12138"/>
                  </a:lnTo>
                  <a:lnTo>
                    <a:pt x="1272947" y="12063"/>
                  </a:lnTo>
                  <a:lnTo>
                    <a:pt x="1267215" y="11637"/>
                  </a:lnTo>
                  <a:lnTo>
                    <a:pt x="1261821" y="11167"/>
                  </a:lnTo>
                  <a:lnTo>
                    <a:pt x="1256436" y="10692"/>
                  </a:lnTo>
                  <a:lnTo>
                    <a:pt x="1252081" y="10278"/>
                  </a:lnTo>
                  <a:lnTo>
                    <a:pt x="1247828" y="9872"/>
                  </a:lnTo>
                  <a:lnTo>
                    <a:pt x="1247082" y="9805"/>
                  </a:lnTo>
                  <a:lnTo>
                    <a:pt x="1242134" y="9358"/>
                  </a:lnTo>
                  <a:lnTo>
                    <a:pt x="1237801" y="8967"/>
                  </a:lnTo>
                  <a:lnTo>
                    <a:pt x="1236746" y="8872"/>
                  </a:lnTo>
                  <a:lnTo>
                    <a:pt x="1234441" y="8663"/>
                  </a:lnTo>
                  <a:lnTo>
                    <a:pt x="1229974" y="8260"/>
                  </a:lnTo>
                  <a:lnTo>
                    <a:pt x="1224206" y="7773"/>
                  </a:lnTo>
                  <a:lnTo>
                    <a:pt x="1220025" y="7698"/>
                  </a:lnTo>
                  <a:lnTo>
                    <a:pt x="1218244" y="7664"/>
                  </a:lnTo>
                  <a:lnTo>
                    <a:pt x="1214894" y="7616"/>
                  </a:lnTo>
                  <a:lnTo>
                    <a:pt x="1214684" y="7613"/>
                  </a:lnTo>
                  <a:lnTo>
                    <a:pt x="1214528" y="7611"/>
                  </a:lnTo>
                  <a:lnTo>
                    <a:pt x="1213820" y="7601"/>
                  </a:lnTo>
                  <a:lnTo>
                    <a:pt x="1213233" y="7593"/>
                  </a:lnTo>
                  <a:lnTo>
                    <a:pt x="1212645" y="7494"/>
                  </a:lnTo>
                  <a:lnTo>
                    <a:pt x="1209325" y="6935"/>
                  </a:lnTo>
                  <a:lnTo>
                    <a:pt x="1209194" y="6914"/>
                  </a:lnTo>
                  <a:lnTo>
                    <a:pt x="1208288" y="6767"/>
                  </a:lnTo>
                  <a:lnTo>
                    <a:pt x="1208010" y="6722"/>
                  </a:lnTo>
                  <a:lnTo>
                    <a:pt x="1204720" y="6190"/>
                  </a:lnTo>
                  <a:lnTo>
                    <a:pt x="1204342" y="6128"/>
                  </a:lnTo>
                  <a:lnTo>
                    <a:pt x="1186574" y="2173"/>
                  </a:lnTo>
                  <a:lnTo>
                    <a:pt x="1185805" y="2003"/>
                  </a:lnTo>
                  <a:lnTo>
                    <a:pt x="1185124" y="1851"/>
                  </a:lnTo>
                  <a:lnTo>
                    <a:pt x="1184560" y="1746"/>
                  </a:lnTo>
                  <a:lnTo>
                    <a:pt x="1184002" y="1608"/>
                  </a:lnTo>
                  <a:lnTo>
                    <a:pt x="1183787" y="1555"/>
                  </a:lnTo>
                  <a:lnTo>
                    <a:pt x="1180716" y="875"/>
                  </a:lnTo>
                  <a:lnTo>
                    <a:pt x="1177794" y="229"/>
                  </a:lnTo>
                  <a:lnTo>
                    <a:pt x="1176758" y="0"/>
                  </a:lnTo>
                  <a:lnTo>
                    <a:pt x="1177363" y="1981"/>
                  </a:lnTo>
                  <a:lnTo>
                    <a:pt x="1177990" y="3837"/>
                  </a:lnTo>
                  <a:lnTo>
                    <a:pt x="1178100" y="4163"/>
                  </a:lnTo>
                  <a:lnTo>
                    <a:pt x="1178734" y="6286"/>
                  </a:lnTo>
                  <a:lnTo>
                    <a:pt x="1178890" y="6615"/>
                  </a:lnTo>
                  <a:lnTo>
                    <a:pt x="1179239" y="7696"/>
                  </a:lnTo>
                  <a:lnTo>
                    <a:pt x="1177620" y="16720"/>
                  </a:lnTo>
                  <a:lnTo>
                    <a:pt x="1174695" y="33022"/>
                  </a:lnTo>
                  <a:lnTo>
                    <a:pt x="1173229" y="48110"/>
                  </a:lnTo>
                  <a:lnTo>
                    <a:pt x="1173114" y="49299"/>
                  </a:lnTo>
                  <a:lnTo>
                    <a:pt x="1172729" y="62216"/>
                  </a:lnTo>
                  <a:lnTo>
                    <a:pt x="1173657" y="75267"/>
                  </a:lnTo>
                  <a:lnTo>
                    <a:pt x="1173786" y="77080"/>
                  </a:lnTo>
                  <a:lnTo>
                    <a:pt x="1174104" y="81528"/>
                  </a:lnTo>
                  <a:lnTo>
                    <a:pt x="1174334" y="84773"/>
                  </a:lnTo>
                  <a:lnTo>
                    <a:pt x="1174769" y="88063"/>
                  </a:lnTo>
                  <a:lnTo>
                    <a:pt x="1176429" y="100630"/>
                  </a:lnTo>
                  <a:lnTo>
                    <a:pt x="1176617" y="102060"/>
                  </a:lnTo>
                  <a:lnTo>
                    <a:pt x="1177029" y="104155"/>
                  </a:lnTo>
                  <a:lnTo>
                    <a:pt x="1177148" y="104757"/>
                  </a:lnTo>
                  <a:lnTo>
                    <a:pt x="1177517" y="107551"/>
                  </a:lnTo>
                  <a:lnTo>
                    <a:pt x="1178145" y="112321"/>
                  </a:lnTo>
                  <a:lnTo>
                    <a:pt x="1178319" y="113642"/>
                  </a:lnTo>
                  <a:lnTo>
                    <a:pt x="1178660" y="116222"/>
                  </a:lnTo>
                  <a:lnTo>
                    <a:pt x="1179497" y="122666"/>
                  </a:lnTo>
                  <a:lnTo>
                    <a:pt x="1179548" y="123048"/>
                  </a:lnTo>
                  <a:lnTo>
                    <a:pt x="1179755" y="124643"/>
                  </a:lnTo>
                  <a:lnTo>
                    <a:pt x="1180050" y="126913"/>
                  </a:lnTo>
                  <a:lnTo>
                    <a:pt x="1180073" y="127854"/>
                  </a:lnTo>
                  <a:lnTo>
                    <a:pt x="1180107" y="129164"/>
                  </a:lnTo>
                  <a:lnTo>
                    <a:pt x="1180121" y="129734"/>
                  </a:lnTo>
                  <a:lnTo>
                    <a:pt x="1180158" y="131221"/>
                  </a:lnTo>
                  <a:lnTo>
                    <a:pt x="1180311" y="137275"/>
                  </a:lnTo>
                  <a:lnTo>
                    <a:pt x="1180361" y="139265"/>
                  </a:lnTo>
                  <a:lnTo>
                    <a:pt x="1181761" y="144725"/>
                  </a:lnTo>
                  <a:lnTo>
                    <a:pt x="1182044" y="145666"/>
                  </a:lnTo>
                  <a:lnTo>
                    <a:pt x="1183611" y="151321"/>
                  </a:lnTo>
                  <a:lnTo>
                    <a:pt x="1183793" y="152100"/>
                  </a:lnTo>
                  <a:lnTo>
                    <a:pt x="1184735" y="157002"/>
                  </a:lnTo>
                  <a:lnTo>
                    <a:pt x="1185076" y="158085"/>
                  </a:lnTo>
                  <a:lnTo>
                    <a:pt x="1185514" y="159412"/>
                  </a:lnTo>
                  <a:lnTo>
                    <a:pt x="1186222" y="161884"/>
                  </a:lnTo>
                  <a:lnTo>
                    <a:pt x="1186279" y="162085"/>
                  </a:lnTo>
                  <a:lnTo>
                    <a:pt x="1186658" y="163409"/>
                  </a:lnTo>
                  <a:lnTo>
                    <a:pt x="1186761" y="164004"/>
                  </a:lnTo>
                  <a:lnTo>
                    <a:pt x="1186820" y="164343"/>
                  </a:lnTo>
                  <a:lnTo>
                    <a:pt x="1187153" y="166264"/>
                  </a:lnTo>
                  <a:lnTo>
                    <a:pt x="1187257" y="167112"/>
                  </a:lnTo>
                  <a:lnTo>
                    <a:pt x="1189044" y="181623"/>
                  </a:lnTo>
                  <a:lnTo>
                    <a:pt x="1189544" y="183983"/>
                  </a:lnTo>
                  <a:lnTo>
                    <a:pt x="1190232" y="187230"/>
                  </a:lnTo>
                  <a:lnTo>
                    <a:pt x="1190717" y="189515"/>
                  </a:lnTo>
                  <a:lnTo>
                    <a:pt x="1190907" y="190410"/>
                  </a:lnTo>
                  <a:lnTo>
                    <a:pt x="1191019" y="190939"/>
                  </a:lnTo>
                  <a:lnTo>
                    <a:pt x="1191435" y="192901"/>
                  </a:lnTo>
                  <a:lnTo>
                    <a:pt x="1192137" y="193281"/>
                  </a:lnTo>
                  <a:lnTo>
                    <a:pt x="1192659" y="193563"/>
                  </a:lnTo>
                  <a:lnTo>
                    <a:pt x="1193908" y="194038"/>
                  </a:lnTo>
                  <a:lnTo>
                    <a:pt x="1195703" y="194720"/>
                  </a:lnTo>
                  <a:lnTo>
                    <a:pt x="1199356" y="196025"/>
                  </a:lnTo>
                  <a:lnTo>
                    <a:pt x="1198877" y="197997"/>
                  </a:lnTo>
                  <a:lnTo>
                    <a:pt x="1198365" y="200354"/>
                  </a:lnTo>
                  <a:lnTo>
                    <a:pt x="1198082" y="202200"/>
                  </a:lnTo>
                  <a:lnTo>
                    <a:pt x="1197442" y="206449"/>
                  </a:lnTo>
                  <a:lnTo>
                    <a:pt x="1197134" y="207957"/>
                  </a:lnTo>
                  <a:lnTo>
                    <a:pt x="1196406" y="211514"/>
                  </a:lnTo>
                  <a:lnTo>
                    <a:pt x="1198880" y="212378"/>
                  </a:lnTo>
                  <a:lnTo>
                    <a:pt x="1200574" y="212970"/>
                  </a:lnTo>
                  <a:lnTo>
                    <a:pt x="1200595" y="216975"/>
                  </a:lnTo>
                  <a:lnTo>
                    <a:pt x="1200611" y="220342"/>
                  </a:lnTo>
                  <a:lnTo>
                    <a:pt x="1200617" y="221342"/>
                  </a:lnTo>
                  <a:lnTo>
                    <a:pt x="1200624" y="222596"/>
                  </a:lnTo>
                  <a:lnTo>
                    <a:pt x="1200625" y="222954"/>
                  </a:lnTo>
                  <a:lnTo>
                    <a:pt x="1200628" y="223494"/>
                  </a:lnTo>
                  <a:lnTo>
                    <a:pt x="1200634" y="224488"/>
                  </a:lnTo>
                  <a:lnTo>
                    <a:pt x="1201046" y="228389"/>
                  </a:lnTo>
                  <a:lnTo>
                    <a:pt x="1201202" y="229854"/>
                  </a:lnTo>
                  <a:lnTo>
                    <a:pt x="1201262" y="230420"/>
                  </a:lnTo>
                  <a:lnTo>
                    <a:pt x="1200990" y="231779"/>
                  </a:lnTo>
                  <a:lnTo>
                    <a:pt x="1200013" y="236653"/>
                  </a:lnTo>
                  <a:lnTo>
                    <a:pt x="1199921" y="237115"/>
                  </a:lnTo>
                  <a:lnTo>
                    <a:pt x="1199531" y="240189"/>
                  </a:lnTo>
                  <a:lnTo>
                    <a:pt x="1199366" y="241466"/>
                  </a:lnTo>
                  <a:lnTo>
                    <a:pt x="1199331" y="241888"/>
                  </a:lnTo>
                  <a:lnTo>
                    <a:pt x="1198785" y="246302"/>
                  </a:lnTo>
                  <a:lnTo>
                    <a:pt x="1197445" y="249278"/>
                  </a:lnTo>
                  <a:lnTo>
                    <a:pt x="1197293" y="250618"/>
                  </a:lnTo>
                  <a:lnTo>
                    <a:pt x="1197522" y="251084"/>
                  </a:lnTo>
                  <a:lnTo>
                    <a:pt x="1197839" y="251732"/>
                  </a:lnTo>
                  <a:lnTo>
                    <a:pt x="1199058" y="254197"/>
                  </a:lnTo>
                  <a:lnTo>
                    <a:pt x="1200470" y="257053"/>
                  </a:lnTo>
                  <a:lnTo>
                    <a:pt x="1202322" y="264043"/>
                  </a:lnTo>
                  <a:lnTo>
                    <a:pt x="1202581" y="265020"/>
                  </a:lnTo>
                  <a:lnTo>
                    <a:pt x="1203499" y="269997"/>
                  </a:lnTo>
                  <a:lnTo>
                    <a:pt x="1203690" y="271038"/>
                  </a:lnTo>
                  <a:lnTo>
                    <a:pt x="1208715" y="289175"/>
                  </a:lnTo>
                  <a:lnTo>
                    <a:pt x="1209270" y="294145"/>
                  </a:lnTo>
                  <a:lnTo>
                    <a:pt x="1209005" y="300162"/>
                  </a:lnTo>
                  <a:lnTo>
                    <a:pt x="1207674" y="307377"/>
                  </a:lnTo>
                  <a:lnTo>
                    <a:pt x="1204716" y="318434"/>
                  </a:lnTo>
                  <a:lnTo>
                    <a:pt x="1202563" y="324660"/>
                  </a:lnTo>
                  <a:lnTo>
                    <a:pt x="1195656" y="344636"/>
                  </a:lnTo>
                  <a:lnTo>
                    <a:pt x="1195128" y="346165"/>
                  </a:lnTo>
                  <a:lnTo>
                    <a:pt x="1190395" y="355517"/>
                  </a:lnTo>
                  <a:lnTo>
                    <a:pt x="1186162" y="364763"/>
                  </a:lnTo>
                  <a:lnTo>
                    <a:pt x="1185309" y="366628"/>
                  </a:lnTo>
                  <a:lnTo>
                    <a:pt x="1184121" y="369222"/>
                  </a:lnTo>
                  <a:lnTo>
                    <a:pt x="1183169" y="371740"/>
                  </a:lnTo>
                  <a:lnTo>
                    <a:pt x="1182552" y="373345"/>
                  </a:lnTo>
                  <a:lnTo>
                    <a:pt x="1182018" y="376008"/>
                  </a:lnTo>
                  <a:lnTo>
                    <a:pt x="1181959" y="376235"/>
                  </a:lnTo>
                  <a:lnTo>
                    <a:pt x="1181642" y="377420"/>
                  </a:lnTo>
                  <a:lnTo>
                    <a:pt x="1181223" y="378960"/>
                  </a:lnTo>
                  <a:lnTo>
                    <a:pt x="1181123" y="379331"/>
                  </a:lnTo>
                  <a:lnTo>
                    <a:pt x="1180877" y="380248"/>
                  </a:lnTo>
                  <a:lnTo>
                    <a:pt x="1180364" y="382167"/>
                  </a:lnTo>
                  <a:lnTo>
                    <a:pt x="1179747" y="384481"/>
                  </a:lnTo>
                  <a:lnTo>
                    <a:pt x="1178478" y="389251"/>
                  </a:lnTo>
                  <a:lnTo>
                    <a:pt x="1178195" y="391009"/>
                  </a:lnTo>
                  <a:lnTo>
                    <a:pt x="1177280" y="396866"/>
                  </a:lnTo>
                  <a:lnTo>
                    <a:pt x="1177134" y="397749"/>
                  </a:lnTo>
                  <a:lnTo>
                    <a:pt x="1176946" y="398948"/>
                  </a:lnTo>
                  <a:lnTo>
                    <a:pt x="1176427" y="402226"/>
                  </a:lnTo>
                  <a:lnTo>
                    <a:pt x="1175864" y="405389"/>
                  </a:lnTo>
                  <a:lnTo>
                    <a:pt x="1175185" y="409277"/>
                  </a:lnTo>
                  <a:lnTo>
                    <a:pt x="1175062" y="413470"/>
                  </a:lnTo>
                  <a:lnTo>
                    <a:pt x="1175033" y="414022"/>
                  </a:lnTo>
                  <a:lnTo>
                    <a:pt x="1175431" y="416478"/>
                  </a:lnTo>
                  <a:lnTo>
                    <a:pt x="1177106" y="426810"/>
                  </a:lnTo>
                  <a:lnTo>
                    <a:pt x="1177187" y="427340"/>
                  </a:lnTo>
                  <a:lnTo>
                    <a:pt x="1160399" y="422520"/>
                  </a:lnTo>
                  <a:lnTo>
                    <a:pt x="1141049" y="418280"/>
                  </a:lnTo>
                  <a:lnTo>
                    <a:pt x="1133008" y="415596"/>
                  </a:lnTo>
                  <a:lnTo>
                    <a:pt x="1125325" y="411438"/>
                  </a:lnTo>
                  <a:lnTo>
                    <a:pt x="1120203" y="408404"/>
                  </a:lnTo>
                  <a:lnTo>
                    <a:pt x="1115601" y="406028"/>
                  </a:lnTo>
                  <a:lnTo>
                    <a:pt x="1110001" y="402423"/>
                  </a:lnTo>
                  <a:lnTo>
                    <a:pt x="1104765" y="398986"/>
                  </a:lnTo>
                  <a:lnTo>
                    <a:pt x="1103129" y="397912"/>
                  </a:lnTo>
                  <a:lnTo>
                    <a:pt x="1097695" y="394531"/>
                  </a:lnTo>
                  <a:lnTo>
                    <a:pt x="1095813" y="393361"/>
                  </a:lnTo>
                  <a:lnTo>
                    <a:pt x="1095614" y="393791"/>
                  </a:lnTo>
                  <a:lnTo>
                    <a:pt x="1094066" y="392869"/>
                  </a:lnTo>
                  <a:lnTo>
                    <a:pt x="1092075" y="391687"/>
                  </a:lnTo>
                  <a:lnTo>
                    <a:pt x="1091504" y="391348"/>
                  </a:lnTo>
                  <a:lnTo>
                    <a:pt x="1090986" y="391055"/>
                  </a:lnTo>
                  <a:lnTo>
                    <a:pt x="1086237" y="388228"/>
                  </a:lnTo>
                  <a:lnTo>
                    <a:pt x="1084721" y="387307"/>
                  </a:lnTo>
                  <a:lnTo>
                    <a:pt x="1080779" y="387334"/>
                  </a:lnTo>
                  <a:lnTo>
                    <a:pt x="1079634" y="387361"/>
                  </a:lnTo>
                  <a:lnTo>
                    <a:pt x="1079118" y="387402"/>
                  </a:lnTo>
                  <a:lnTo>
                    <a:pt x="1078166" y="387540"/>
                  </a:lnTo>
                  <a:lnTo>
                    <a:pt x="1077566" y="387625"/>
                  </a:lnTo>
                  <a:lnTo>
                    <a:pt x="1075648" y="388698"/>
                  </a:lnTo>
                  <a:lnTo>
                    <a:pt x="1075582" y="389413"/>
                  </a:lnTo>
                  <a:lnTo>
                    <a:pt x="1075540" y="389866"/>
                  </a:lnTo>
                  <a:lnTo>
                    <a:pt x="1073785" y="390455"/>
                  </a:lnTo>
                  <a:lnTo>
                    <a:pt x="1072480" y="390914"/>
                  </a:lnTo>
                  <a:lnTo>
                    <a:pt x="1072287" y="390993"/>
                  </a:lnTo>
                  <a:lnTo>
                    <a:pt x="1072094" y="391072"/>
                  </a:lnTo>
                  <a:lnTo>
                    <a:pt x="1071902" y="391152"/>
                  </a:lnTo>
                  <a:lnTo>
                    <a:pt x="1071710" y="391233"/>
                  </a:lnTo>
                  <a:lnTo>
                    <a:pt x="1071518" y="391314"/>
                  </a:lnTo>
                  <a:lnTo>
                    <a:pt x="1071326" y="391396"/>
                  </a:lnTo>
                  <a:lnTo>
                    <a:pt x="1071135" y="391479"/>
                  </a:lnTo>
                  <a:lnTo>
                    <a:pt x="1070944" y="391563"/>
                  </a:lnTo>
                  <a:lnTo>
                    <a:pt x="1070753" y="391647"/>
                  </a:lnTo>
                  <a:lnTo>
                    <a:pt x="1070562" y="391732"/>
                  </a:lnTo>
                  <a:lnTo>
                    <a:pt x="1070372" y="391818"/>
                  </a:lnTo>
                  <a:lnTo>
                    <a:pt x="1070183" y="391905"/>
                  </a:lnTo>
                  <a:lnTo>
                    <a:pt x="1069993" y="391992"/>
                  </a:lnTo>
                  <a:lnTo>
                    <a:pt x="1069804" y="392080"/>
                  </a:lnTo>
                  <a:lnTo>
                    <a:pt x="1069501" y="392222"/>
                  </a:lnTo>
                  <a:lnTo>
                    <a:pt x="1069238" y="392347"/>
                  </a:lnTo>
                  <a:lnTo>
                    <a:pt x="1069051" y="392438"/>
                  </a:lnTo>
                  <a:lnTo>
                    <a:pt x="1068863" y="392530"/>
                  </a:lnTo>
                  <a:lnTo>
                    <a:pt x="1068676" y="392622"/>
                  </a:lnTo>
                  <a:lnTo>
                    <a:pt x="1068489" y="392715"/>
                  </a:lnTo>
                  <a:lnTo>
                    <a:pt x="1068303" y="392808"/>
                  </a:lnTo>
                  <a:lnTo>
                    <a:pt x="1068117" y="392902"/>
                  </a:lnTo>
                  <a:lnTo>
                    <a:pt x="1067931" y="392997"/>
                  </a:lnTo>
                  <a:lnTo>
                    <a:pt x="1067746" y="393093"/>
                  </a:lnTo>
                  <a:lnTo>
                    <a:pt x="1066971" y="392904"/>
                  </a:lnTo>
                  <a:lnTo>
                    <a:pt x="1063810" y="392132"/>
                  </a:lnTo>
                  <a:lnTo>
                    <a:pt x="1062904" y="393308"/>
                  </a:lnTo>
                  <a:lnTo>
                    <a:pt x="1062089" y="394362"/>
                  </a:lnTo>
                  <a:lnTo>
                    <a:pt x="1054759" y="401024"/>
                  </a:lnTo>
                  <a:lnTo>
                    <a:pt x="1053233" y="402390"/>
                  </a:lnTo>
                  <a:lnTo>
                    <a:pt x="1048365" y="406748"/>
                  </a:lnTo>
                  <a:lnTo>
                    <a:pt x="1043014" y="412431"/>
                  </a:lnTo>
                  <a:lnTo>
                    <a:pt x="1036120" y="421407"/>
                  </a:lnTo>
                  <a:lnTo>
                    <a:pt x="1033114" y="424969"/>
                  </a:lnTo>
                  <a:lnTo>
                    <a:pt x="1029797" y="428531"/>
                  </a:lnTo>
                  <a:lnTo>
                    <a:pt x="1027088" y="431072"/>
                  </a:lnTo>
                  <a:lnTo>
                    <a:pt x="1024132" y="433569"/>
                  </a:lnTo>
                  <a:lnTo>
                    <a:pt x="1021256" y="435780"/>
                  </a:lnTo>
                  <a:lnTo>
                    <a:pt x="1015270" y="440206"/>
                  </a:lnTo>
                  <a:lnTo>
                    <a:pt x="1012547" y="442050"/>
                  </a:lnTo>
                  <a:lnTo>
                    <a:pt x="1009553" y="444205"/>
                  </a:lnTo>
                  <a:lnTo>
                    <a:pt x="1004854" y="447315"/>
                  </a:lnTo>
                  <a:lnTo>
                    <a:pt x="999600" y="450792"/>
                  </a:lnTo>
                  <a:lnTo>
                    <a:pt x="996147" y="453170"/>
                  </a:lnTo>
                  <a:lnTo>
                    <a:pt x="993406" y="455221"/>
                  </a:lnTo>
                  <a:lnTo>
                    <a:pt x="989125" y="458665"/>
                  </a:lnTo>
                  <a:lnTo>
                    <a:pt x="985923" y="460896"/>
                  </a:lnTo>
                  <a:lnTo>
                    <a:pt x="984733" y="461745"/>
                  </a:lnTo>
                  <a:lnTo>
                    <a:pt x="979823" y="465260"/>
                  </a:lnTo>
                  <a:lnTo>
                    <a:pt x="975808" y="468550"/>
                  </a:lnTo>
                  <a:lnTo>
                    <a:pt x="974266" y="469886"/>
                  </a:lnTo>
                  <a:lnTo>
                    <a:pt x="969919" y="473777"/>
                  </a:lnTo>
                  <a:lnTo>
                    <a:pt x="967516" y="475928"/>
                  </a:lnTo>
                  <a:lnTo>
                    <a:pt x="964908" y="478263"/>
                  </a:lnTo>
                  <a:lnTo>
                    <a:pt x="962081" y="480793"/>
                  </a:lnTo>
                  <a:lnTo>
                    <a:pt x="960586" y="482132"/>
                  </a:lnTo>
                  <a:lnTo>
                    <a:pt x="957893" y="484542"/>
                  </a:lnTo>
                  <a:lnTo>
                    <a:pt x="952686" y="489204"/>
                  </a:lnTo>
                  <a:lnTo>
                    <a:pt x="949907" y="491691"/>
                  </a:lnTo>
                  <a:lnTo>
                    <a:pt x="947012" y="494309"/>
                  </a:lnTo>
                  <a:lnTo>
                    <a:pt x="945853" y="495357"/>
                  </a:lnTo>
                  <a:lnTo>
                    <a:pt x="942820" y="498101"/>
                  </a:lnTo>
                  <a:lnTo>
                    <a:pt x="941760" y="499060"/>
                  </a:lnTo>
                  <a:lnTo>
                    <a:pt x="940342" y="500342"/>
                  </a:lnTo>
                  <a:lnTo>
                    <a:pt x="936862" y="503490"/>
                  </a:lnTo>
                  <a:lnTo>
                    <a:pt x="933484" y="506546"/>
                  </a:lnTo>
                  <a:lnTo>
                    <a:pt x="930640" y="509119"/>
                  </a:lnTo>
                  <a:lnTo>
                    <a:pt x="928223" y="511306"/>
                  </a:lnTo>
                  <a:lnTo>
                    <a:pt x="927597" y="511871"/>
                  </a:lnTo>
                  <a:lnTo>
                    <a:pt x="927077" y="512342"/>
                  </a:lnTo>
                  <a:lnTo>
                    <a:pt x="922195" y="516757"/>
                  </a:lnTo>
                  <a:lnTo>
                    <a:pt x="916614" y="521806"/>
                  </a:lnTo>
                  <a:lnTo>
                    <a:pt x="914291" y="523907"/>
                  </a:lnTo>
                  <a:lnTo>
                    <a:pt x="913433" y="524683"/>
                  </a:lnTo>
                  <a:lnTo>
                    <a:pt x="911146" y="526647"/>
                  </a:lnTo>
                  <a:lnTo>
                    <a:pt x="906265" y="531077"/>
                  </a:lnTo>
                  <a:lnTo>
                    <a:pt x="900606" y="536235"/>
                  </a:lnTo>
                  <a:lnTo>
                    <a:pt x="895927" y="540520"/>
                  </a:lnTo>
                  <a:lnTo>
                    <a:pt x="895625" y="540793"/>
                  </a:lnTo>
                  <a:lnTo>
                    <a:pt x="894740" y="541594"/>
                  </a:lnTo>
                  <a:lnTo>
                    <a:pt x="888607" y="547142"/>
                  </a:lnTo>
                  <a:lnTo>
                    <a:pt x="885365" y="550075"/>
                  </a:lnTo>
                  <a:lnTo>
                    <a:pt x="883644" y="551632"/>
                  </a:lnTo>
                  <a:lnTo>
                    <a:pt x="880015" y="554915"/>
                  </a:lnTo>
                  <a:lnTo>
                    <a:pt x="874128" y="560240"/>
                  </a:lnTo>
                  <a:lnTo>
                    <a:pt x="872360" y="561839"/>
                  </a:lnTo>
                  <a:lnTo>
                    <a:pt x="870885" y="563173"/>
                  </a:lnTo>
                  <a:lnTo>
                    <a:pt x="863509" y="569847"/>
                  </a:lnTo>
                  <a:lnTo>
                    <a:pt x="860243" y="572802"/>
                  </a:lnTo>
                  <a:lnTo>
                    <a:pt x="856781" y="575934"/>
                  </a:lnTo>
                  <a:lnTo>
                    <a:pt x="853571" y="578839"/>
                  </a:lnTo>
                  <a:lnTo>
                    <a:pt x="843918" y="587573"/>
                  </a:lnTo>
                  <a:lnTo>
                    <a:pt x="841452" y="589738"/>
                  </a:lnTo>
                  <a:lnTo>
                    <a:pt x="839814" y="591176"/>
                  </a:lnTo>
                  <a:lnTo>
                    <a:pt x="838468" y="592357"/>
                  </a:lnTo>
                  <a:lnTo>
                    <a:pt x="835364" y="595082"/>
                  </a:lnTo>
                  <a:lnTo>
                    <a:pt x="832970" y="597278"/>
                  </a:lnTo>
                  <a:lnTo>
                    <a:pt x="832740" y="597489"/>
                  </a:lnTo>
                  <a:lnTo>
                    <a:pt x="832509" y="597702"/>
                  </a:lnTo>
                  <a:lnTo>
                    <a:pt x="830289" y="599739"/>
                  </a:lnTo>
                  <a:lnTo>
                    <a:pt x="829675" y="600375"/>
                  </a:lnTo>
                  <a:lnTo>
                    <a:pt x="828985" y="601039"/>
                  </a:lnTo>
                  <a:lnTo>
                    <a:pt x="828240" y="601747"/>
                  </a:lnTo>
                  <a:lnTo>
                    <a:pt x="826820" y="603041"/>
                  </a:lnTo>
                  <a:lnTo>
                    <a:pt x="823456" y="606149"/>
                  </a:lnTo>
                  <a:lnTo>
                    <a:pt x="820983" y="608409"/>
                  </a:lnTo>
                  <a:lnTo>
                    <a:pt x="817250" y="611818"/>
                  </a:lnTo>
                  <a:lnTo>
                    <a:pt x="812496" y="616181"/>
                  </a:lnTo>
                  <a:lnTo>
                    <a:pt x="807660" y="620621"/>
                  </a:lnTo>
                  <a:lnTo>
                    <a:pt x="802551" y="625171"/>
                  </a:lnTo>
                  <a:lnTo>
                    <a:pt x="797914" y="629417"/>
                  </a:lnTo>
                  <a:lnTo>
                    <a:pt x="796364" y="630774"/>
                  </a:lnTo>
                  <a:lnTo>
                    <a:pt x="790887" y="635559"/>
                  </a:lnTo>
                  <a:lnTo>
                    <a:pt x="790090" y="636267"/>
                  </a:lnTo>
                  <a:lnTo>
                    <a:pt x="788161" y="637979"/>
                  </a:lnTo>
                  <a:lnTo>
                    <a:pt x="780964" y="644524"/>
                  </a:lnTo>
                  <a:lnTo>
                    <a:pt x="775555" y="649443"/>
                  </a:lnTo>
                  <a:lnTo>
                    <a:pt x="773292" y="654197"/>
                  </a:lnTo>
                  <a:lnTo>
                    <a:pt x="772546" y="655800"/>
                  </a:lnTo>
                  <a:lnTo>
                    <a:pt x="771899" y="657170"/>
                  </a:lnTo>
                  <a:lnTo>
                    <a:pt x="765470" y="670772"/>
                  </a:lnTo>
                  <a:lnTo>
                    <a:pt x="765276" y="671113"/>
                  </a:lnTo>
                  <a:lnTo>
                    <a:pt x="765084" y="671455"/>
                  </a:lnTo>
                  <a:lnTo>
                    <a:pt x="764892" y="671798"/>
                  </a:lnTo>
                  <a:lnTo>
                    <a:pt x="764700" y="672140"/>
                  </a:lnTo>
                  <a:lnTo>
                    <a:pt x="764510" y="672483"/>
                  </a:lnTo>
                  <a:lnTo>
                    <a:pt x="764320" y="672827"/>
                  </a:lnTo>
                  <a:lnTo>
                    <a:pt x="764131" y="673171"/>
                  </a:lnTo>
                  <a:lnTo>
                    <a:pt x="763939" y="673521"/>
                  </a:lnTo>
                  <a:lnTo>
                    <a:pt x="763747" y="673871"/>
                  </a:lnTo>
                  <a:lnTo>
                    <a:pt x="763557" y="674222"/>
                  </a:lnTo>
                  <a:lnTo>
                    <a:pt x="763393" y="674526"/>
                  </a:lnTo>
                  <a:lnTo>
                    <a:pt x="763230" y="674832"/>
                  </a:lnTo>
                  <a:lnTo>
                    <a:pt x="763067" y="675137"/>
                  </a:lnTo>
                  <a:lnTo>
                    <a:pt x="762872" y="675503"/>
                  </a:lnTo>
                  <a:lnTo>
                    <a:pt x="762678" y="675869"/>
                  </a:lnTo>
                  <a:lnTo>
                    <a:pt x="762485" y="676235"/>
                  </a:lnTo>
                  <a:lnTo>
                    <a:pt x="762292" y="676602"/>
                  </a:lnTo>
                  <a:lnTo>
                    <a:pt x="762078" y="677013"/>
                  </a:lnTo>
                  <a:lnTo>
                    <a:pt x="761865" y="677424"/>
                  </a:lnTo>
                  <a:lnTo>
                    <a:pt x="757840" y="685209"/>
                  </a:lnTo>
                  <a:lnTo>
                    <a:pt x="755438" y="689854"/>
                  </a:lnTo>
                  <a:lnTo>
                    <a:pt x="752562" y="696840"/>
                  </a:lnTo>
                  <a:lnTo>
                    <a:pt x="739240" y="725041"/>
                  </a:lnTo>
                  <a:lnTo>
                    <a:pt x="737109" y="730206"/>
                  </a:lnTo>
                  <a:lnTo>
                    <a:pt x="734322" y="726368"/>
                  </a:lnTo>
                  <a:lnTo>
                    <a:pt x="733956" y="725865"/>
                  </a:lnTo>
                  <a:lnTo>
                    <a:pt x="732966" y="724439"/>
                  </a:lnTo>
                  <a:lnTo>
                    <a:pt x="717172" y="703466"/>
                  </a:lnTo>
                  <a:lnTo>
                    <a:pt x="706052" y="688375"/>
                  </a:lnTo>
                  <a:lnTo>
                    <a:pt x="705823" y="688082"/>
                  </a:lnTo>
                  <a:lnTo>
                    <a:pt x="705595" y="687789"/>
                  </a:lnTo>
                  <a:lnTo>
                    <a:pt x="705367" y="687495"/>
                  </a:lnTo>
                  <a:lnTo>
                    <a:pt x="705140" y="687201"/>
                  </a:lnTo>
                  <a:lnTo>
                    <a:pt x="704913" y="686907"/>
                  </a:lnTo>
                  <a:lnTo>
                    <a:pt x="704687" y="686612"/>
                  </a:lnTo>
                  <a:lnTo>
                    <a:pt x="704462" y="686316"/>
                  </a:lnTo>
                  <a:lnTo>
                    <a:pt x="704237" y="686020"/>
                  </a:lnTo>
                  <a:lnTo>
                    <a:pt x="704013" y="685723"/>
                  </a:lnTo>
                  <a:lnTo>
                    <a:pt x="703790" y="685426"/>
                  </a:lnTo>
                  <a:lnTo>
                    <a:pt x="703567" y="685129"/>
                  </a:lnTo>
                  <a:lnTo>
                    <a:pt x="703349" y="684836"/>
                  </a:lnTo>
                  <a:lnTo>
                    <a:pt x="703131" y="684542"/>
                  </a:lnTo>
                  <a:lnTo>
                    <a:pt x="702914" y="684248"/>
                  </a:lnTo>
                  <a:lnTo>
                    <a:pt x="702697" y="683954"/>
                  </a:lnTo>
                  <a:lnTo>
                    <a:pt x="702481" y="683659"/>
                  </a:lnTo>
                  <a:lnTo>
                    <a:pt x="702266" y="683364"/>
                  </a:lnTo>
                  <a:lnTo>
                    <a:pt x="702051" y="683068"/>
                  </a:lnTo>
                  <a:lnTo>
                    <a:pt x="701837" y="682772"/>
                  </a:lnTo>
                  <a:lnTo>
                    <a:pt x="701624" y="682475"/>
                  </a:lnTo>
                  <a:lnTo>
                    <a:pt x="701411" y="682178"/>
                  </a:lnTo>
                  <a:lnTo>
                    <a:pt x="701199" y="681880"/>
                  </a:lnTo>
                  <a:lnTo>
                    <a:pt x="700987" y="681582"/>
                  </a:lnTo>
                  <a:lnTo>
                    <a:pt x="700776" y="681284"/>
                  </a:lnTo>
                  <a:lnTo>
                    <a:pt x="700566" y="680985"/>
                  </a:lnTo>
                  <a:lnTo>
                    <a:pt x="700356" y="680686"/>
                  </a:lnTo>
                  <a:lnTo>
                    <a:pt x="700147" y="680386"/>
                  </a:lnTo>
                  <a:lnTo>
                    <a:pt x="699938" y="680086"/>
                  </a:lnTo>
                  <a:lnTo>
                    <a:pt x="699731" y="679785"/>
                  </a:lnTo>
                  <a:lnTo>
                    <a:pt x="699523" y="679484"/>
                  </a:lnTo>
                  <a:lnTo>
                    <a:pt x="699317" y="679182"/>
                  </a:lnTo>
                  <a:lnTo>
                    <a:pt x="699111" y="678880"/>
                  </a:lnTo>
                  <a:lnTo>
                    <a:pt x="698906" y="678578"/>
                  </a:lnTo>
                  <a:lnTo>
                    <a:pt x="698701" y="678275"/>
                  </a:lnTo>
                  <a:lnTo>
                    <a:pt x="698497" y="677972"/>
                  </a:lnTo>
                  <a:lnTo>
                    <a:pt x="698293" y="677668"/>
                  </a:lnTo>
                  <a:lnTo>
                    <a:pt x="698091" y="677364"/>
                  </a:lnTo>
                  <a:lnTo>
                    <a:pt x="697889" y="677060"/>
                  </a:lnTo>
                  <a:lnTo>
                    <a:pt x="697687" y="676755"/>
                  </a:lnTo>
                  <a:lnTo>
                    <a:pt x="697486" y="676449"/>
                  </a:lnTo>
                  <a:lnTo>
                    <a:pt x="697286" y="676144"/>
                  </a:lnTo>
                  <a:lnTo>
                    <a:pt x="697087" y="675837"/>
                  </a:lnTo>
                  <a:lnTo>
                    <a:pt x="696888" y="675531"/>
                  </a:lnTo>
                  <a:lnTo>
                    <a:pt x="696689" y="675224"/>
                  </a:lnTo>
                  <a:lnTo>
                    <a:pt x="696586" y="675063"/>
                  </a:lnTo>
                  <a:lnTo>
                    <a:pt x="696492" y="674916"/>
                  </a:lnTo>
                  <a:lnTo>
                    <a:pt x="696295" y="674608"/>
                  </a:lnTo>
                  <a:lnTo>
                    <a:pt x="696099" y="674300"/>
                  </a:lnTo>
                  <a:lnTo>
                    <a:pt x="695903" y="673991"/>
                  </a:lnTo>
                  <a:lnTo>
                    <a:pt x="695708" y="673682"/>
                  </a:lnTo>
                  <a:lnTo>
                    <a:pt x="695513" y="673372"/>
                  </a:lnTo>
                  <a:lnTo>
                    <a:pt x="695320" y="673062"/>
                  </a:lnTo>
                  <a:lnTo>
                    <a:pt x="695127" y="672752"/>
                  </a:lnTo>
                  <a:lnTo>
                    <a:pt x="694934" y="672441"/>
                  </a:lnTo>
                  <a:lnTo>
                    <a:pt x="694742" y="672130"/>
                  </a:lnTo>
                  <a:lnTo>
                    <a:pt x="694551" y="671819"/>
                  </a:lnTo>
                  <a:lnTo>
                    <a:pt x="694361" y="671507"/>
                  </a:lnTo>
                  <a:lnTo>
                    <a:pt x="694171" y="671194"/>
                  </a:lnTo>
                  <a:lnTo>
                    <a:pt x="693982" y="670882"/>
                  </a:lnTo>
                  <a:lnTo>
                    <a:pt x="693793" y="670568"/>
                  </a:lnTo>
                  <a:lnTo>
                    <a:pt x="693605" y="670255"/>
                  </a:lnTo>
                  <a:lnTo>
                    <a:pt x="693418" y="669941"/>
                  </a:lnTo>
                  <a:lnTo>
                    <a:pt x="693232" y="669626"/>
                  </a:lnTo>
                  <a:lnTo>
                    <a:pt x="690514" y="671242"/>
                  </a:lnTo>
                  <a:lnTo>
                    <a:pt x="689112" y="675084"/>
                  </a:lnTo>
                  <a:lnTo>
                    <a:pt x="688486" y="676801"/>
                  </a:lnTo>
                  <a:lnTo>
                    <a:pt x="685215" y="676717"/>
                  </a:lnTo>
                  <a:lnTo>
                    <a:pt x="663215" y="676151"/>
                  </a:lnTo>
                  <a:lnTo>
                    <a:pt x="661580" y="676172"/>
                  </a:lnTo>
                  <a:lnTo>
                    <a:pt x="659588" y="676198"/>
                  </a:lnTo>
                  <a:lnTo>
                    <a:pt x="657410" y="676225"/>
                  </a:lnTo>
                  <a:lnTo>
                    <a:pt x="654819" y="676047"/>
                  </a:lnTo>
                  <a:lnTo>
                    <a:pt x="651769" y="675840"/>
                  </a:lnTo>
                  <a:lnTo>
                    <a:pt x="650416" y="675747"/>
                  </a:lnTo>
                  <a:lnTo>
                    <a:pt x="645965" y="675444"/>
                  </a:lnTo>
                  <a:lnTo>
                    <a:pt x="644186" y="675323"/>
                  </a:lnTo>
                  <a:lnTo>
                    <a:pt x="643476" y="675274"/>
                  </a:lnTo>
                  <a:lnTo>
                    <a:pt x="641076" y="675076"/>
                  </a:lnTo>
                  <a:lnTo>
                    <a:pt x="638377" y="674774"/>
                  </a:lnTo>
                  <a:lnTo>
                    <a:pt x="625926" y="673191"/>
                  </a:lnTo>
                  <a:lnTo>
                    <a:pt x="623155" y="672839"/>
                  </a:lnTo>
                  <a:lnTo>
                    <a:pt x="622553" y="672762"/>
                  </a:lnTo>
                  <a:lnTo>
                    <a:pt x="621951" y="672684"/>
                  </a:lnTo>
                  <a:lnTo>
                    <a:pt x="621349" y="672605"/>
                  </a:lnTo>
                  <a:lnTo>
                    <a:pt x="620748" y="672525"/>
                  </a:lnTo>
                  <a:lnTo>
                    <a:pt x="620147" y="672445"/>
                  </a:lnTo>
                  <a:lnTo>
                    <a:pt x="619681" y="672382"/>
                  </a:lnTo>
                  <a:lnTo>
                    <a:pt x="619215" y="672318"/>
                  </a:lnTo>
                  <a:lnTo>
                    <a:pt x="618749" y="672254"/>
                  </a:lnTo>
                  <a:lnTo>
                    <a:pt x="618283" y="672189"/>
                  </a:lnTo>
                  <a:lnTo>
                    <a:pt x="617817" y="672124"/>
                  </a:lnTo>
                  <a:lnTo>
                    <a:pt x="616320" y="671900"/>
                  </a:lnTo>
                  <a:lnTo>
                    <a:pt x="615527" y="671780"/>
                  </a:lnTo>
                  <a:lnTo>
                    <a:pt x="615160" y="671735"/>
                  </a:lnTo>
                  <a:lnTo>
                    <a:pt x="604867" y="670456"/>
                  </a:lnTo>
                  <a:lnTo>
                    <a:pt x="604708" y="670438"/>
                  </a:lnTo>
                  <a:lnTo>
                    <a:pt x="604548" y="670420"/>
                  </a:lnTo>
                  <a:lnTo>
                    <a:pt x="604229" y="670388"/>
                  </a:lnTo>
                  <a:lnTo>
                    <a:pt x="604069" y="670373"/>
                  </a:lnTo>
                  <a:lnTo>
                    <a:pt x="603909" y="670358"/>
                  </a:lnTo>
                  <a:lnTo>
                    <a:pt x="603738" y="670344"/>
                  </a:lnTo>
                  <a:lnTo>
                    <a:pt x="603589" y="670332"/>
                  </a:lnTo>
                  <a:lnTo>
                    <a:pt x="603428" y="670320"/>
                  </a:lnTo>
                  <a:lnTo>
                    <a:pt x="603108" y="670298"/>
                  </a:lnTo>
                  <a:lnTo>
                    <a:pt x="602948" y="670288"/>
                  </a:lnTo>
                  <a:lnTo>
                    <a:pt x="602787" y="670279"/>
                  </a:lnTo>
                  <a:lnTo>
                    <a:pt x="602627" y="670271"/>
                  </a:lnTo>
                  <a:lnTo>
                    <a:pt x="602467" y="670264"/>
                  </a:lnTo>
                  <a:lnTo>
                    <a:pt x="602306" y="670257"/>
                  </a:lnTo>
                  <a:lnTo>
                    <a:pt x="601985" y="670246"/>
                  </a:lnTo>
                  <a:lnTo>
                    <a:pt x="601825" y="670242"/>
                  </a:lnTo>
                  <a:lnTo>
                    <a:pt x="601664" y="670238"/>
                  </a:lnTo>
                  <a:lnTo>
                    <a:pt x="601504" y="670236"/>
                  </a:lnTo>
                  <a:lnTo>
                    <a:pt x="601311" y="670233"/>
                  </a:lnTo>
                  <a:lnTo>
                    <a:pt x="601182" y="670232"/>
                  </a:lnTo>
                  <a:lnTo>
                    <a:pt x="601022" y="670232"/>
                  </a:lnTo>
                  <a:lnTo>
                    <a:pt x="600846" y="670233"/>
                  </a:lnTo>
                  <a:lnTo>
                    <a:pt x="600701" y="670234"/>
                  </a:lnTo>
                  <a:lnTo>
                    <a:pt x="600540" y="670235"/>
                  </a:lnTo>
                  <a:lnTo>
                    <a:pt x="600380" y="670238"/>
                  </a:lnTo>
                  <a:lnTo>
                    <a:pt x="600219" y="670242"/>
                  </a:lnTo>
                  <a:lnTo>
                    <a:pt x="600059" y="670246"/>
                  </a:lnTo>
                  <a:lnTo>
                    <a:pt x="599898" y="670251"/>
                  </a:lnTo>
                  <a:lnTo>
                    <a:pt x="599738" y="670257"/>
                  </a:lnTo>
                  <a:lnTo>
                    <a:pt x="599577" y="670263"/>
                  </a:lnTo>
                  <a:lnTo>
                    <a:pt x="599417" y="670271"/>
                  </a:lnTo>
                  <a:lnTo>
                    <a:pt x="599256" y="670279"/>
                  </a:lnTo>
                  <a:lnTo>
                    <a:pt x="599096" y="670288"/>
                  </a:lnTo>
                  <a:lnTo>
                    <a:pt x="598936" y="670298"/>
                  </a:lnTo>
                  <a:lnTo>
                    <a:pt x="598776" y="670308"/>
                  </a:lnTo>
                  <a:lnTo>
                    <a:pt x="598575" y="670331"/>
                  </a:lnTo>
                  <a:lnTo>
                    <a:pt x="598374" y="670355"/>
                  </a:lnTo>
                  <a:lnTo>
                    <a:pt x="598173" y="670379"/>
                  </a:lnTo>
                  <a:lnTo>
                    <a:pt x="597973" y="670404"/>
                  </a:lnTo>
                  <a:lnTo>
                    <a:pt x="597772" y="670430"/>
                  </a:lnTo>
                  <a:lnTo>
                    <a:pt x="597571" y="670456"/>
                  </a:lnTo>
                  <a:lnTo>
                    <a:pt x="597353" y="670485"/>
                  </a:lnTo>
                  <a:lnTo>
                    <a:pt x="597134" y="670515"/>
                  </a:lnTo>
                  <a:lnTo>
                    <a:pt x="596916" y="670546"/>
                  </a:lnTo>
                  <a:lnTo>
                    <a:pt x="596698" y="670578"/>
                  </a:lnTo>
                  <a:lnTo>
                    <a:pt x="596480" y="670611"/>
                  </a:lnTo>
                  <a:lnTo>
                    <a:pt x="596261" y="670644"/>
                  </a:lnTo>
                  <a:lnTo>
                    <a:pt x="596044" y="670678"/>
                  </a:lnTo>
                  <a:lnTo>
                    <a:pt x="595826" y="670713"/>
                  </a:lnTo>
                  <a:lnTo>
                    <a:pt x="595608" y="670748"/>
                  </a:lnTo>
                  <a:lnTo>
                    <a:pt x="595391" y="670785"/>
                  </a:lnTo>
                  <a:lnTo>
                    <a:pt x="595173" y="670822"/>
                  </a:lnTo>
                  <a:lnTo>
                    <a:pt x="594956" y="670860"/>
                  </a:lnTo>
                  <a:lnTo>
                    <a:pt x="594739" y="670898"/>
                  </a:lnTo>
                  <a:lnTo>
                    <a:pt x="594521" y="670938"/>
                  </a:lnTo>
                  <a:lnTo>
                    <a:pt x="594305" y="670978"/>
                  </a:lnTo>
                  <a:lnTo>
                    <a:pt x="594088" y="671019"/>
                  </a:lnTo>
                  <a:lnTo>
                    <a:pt x="593871" y="671061"/>
                  </a:lnTo>
                  <a:lnTo>
                    <a:pt x="585416" y="672439"/>
                  </a:lnTo>
                  <a:lnTo>
                    <a:pt x="549805" y="678271"/>
                  </a:lnTo>
                  <a:lnTo>
                    <a:pt x="550268" y="679107"/>
                  </a:lnTo>
                  <a:lnTo>
                    <a:pt x="550926" y="680297"/>
                  </a:lnTo>
                  <a:lnTo>
                    <a:pt x="552488" y="683657"/>
                  </a:lnTo>
                  <a:lnTo>
                    <a:pt x="553075" y="684920"/>
                  </a:lnTo>
                  <a:lnTo>
                    <a:pt x="567526" y="716011"/>
                  </a:lnTo>
                  <a:lnTo>
                    <a:pt x="568733" y="718609"/>
                  </a:lnTo>
                  <a:lnTo>
                    <a:pt x="570942" y="723360"/>
                  </a:lnTo>
                  <a:lnTo>
                    <a:pt x="569894" y="723850"/>
                  </a:lnTo>
                  <a:lnTo>
                    <a:pt x="568412" y="724541"/>
                  </a:lnTo>
                  <a:lnTo>
                    <a:pt x="567307" y="725057"/>
                  </a:lnTo>
                  <a:lnTo>
                    <a:pt x="565234" y="726025"/>
                  </a:lnTo>
                  <a:lnTo>
                    <a:pt x="565023" y="726118"/>
                  </a:lnTo>
                  <a:lnTo>
                    <a:pt x="564812" y="726209"/>
                  </a:lnTo>
                  <a:lnTo>
                    <a:pt x="564600" y="726301"/>
                  </a:lnTo>
                  <a:lnTo>
                    <a:pt x="564388" y="726391"/>
                  </a:lnTo>
                  <a:lnTo>
                    <a:pt x="562514" y="727172"/>
                  </a:lnTo>
                  <a:lnTo>
                    <a:pt x="561794" y="727429"/>
                  </a:lnTo>
                  <a:lnTo>
                    <a:pt x="560361" y="727950"/>
                  </a:lnTo>
                  <a:lnTo>
                    <a:pt x="558273" y="728643"/>
                  </a:lnTo>
                  <a:lnTo>
                    <a:pt x="557341" y="728944"/>
                  </a:lnTo>
                  <a:lnTo>
                    <a:pt x="554626" y="729709"/>
                  </a:lnTo>
                  <a:lnTo>
                    <a:pt x="553979" y="729872"/>
                  </a:lnTo>
                  <a:lnTo>
                    <a:pt x="551349" y="730507"/>
                  </a:lnTo>
                  <a:lnTo>
                    <a:pt x="551122" y="730555"/>
                  </a:lnTo>
                  <a:lnTo>
                    <a:pt x="550895" y="730602"/>
                  </a:lnTo>
                  <a:lnTo>
                    <a:pt x="550668" y="730649"/>
                  </a:lnTo>
                  <a:lnTo>
                    <a:pt x="550440" y="730694"/>
                  </a:lnTo>
                  <a:lnTo>
                    <a:pt x="550213" y="730739"/>
                  </a:lnTo>
                  <a:lnTo>
                    <a:pt x="549985" y="730783"/>
                  </a:lnTo>
                  <a:lnTo>
                    <a:pt x="549663" y="730844"/>
                  </a:lnTo>
                  <a:lnTo>
                    <a:pt x="549530" y="730869"/>
                  </a:lnTo>
                  <a:lnTo>
                    <a:pt x="549301" y="730911"/>
                  </a:lnTo>
                  <a:lnTo>
                    <a:pt x="549073" y="730952"/>
                  </a:lnTo>
                  <a:lnTo>
                    <a:pt x="548845" y="730993"/>
                  </a:lnTo>
                  <a:lnTo>
                    <a:pt x="548388" y="731071"/>
                  </a:lnTo>
                  <a:lnTo>
                    <a:pt x="548159" y="731110"/>
                  </a:lnTo>
                  <a:lnTo>
                    <a:pt x="547931" y="731147"/>
                  </a:lnTo>
                  <a:lnTo>
                    <a:pt x="547702" y="731184"/>
                  </a:lnTo>
                  <a:lnTo>
                    <a:pt x="547473" y="731220"/>
                  </a:lnTo>
                  <a:lnTo>
                    <a:pt x="547244" y="731255"/>
                  </a:lnTo>
                  <a:lnTo>
                    <a:pt x="547014" y="731289"/>
                  </a:lnTo>
                  <a:lnTo>
                    <a:pt x="546785" y="731323"/>
                  </a:lnTo>
                  <a:lnTo>
                    <a:pt x="546555" y="731356"/>
                  </a:lnTo>
                  <a:lnTo>
                    <a:pt x="546326" y="731389"/>
                  </a:lnTo>
                  <a:lnTo>
                    <a:pt x="546096" y="731420"/>
                  </a:lnTo>
                  <a:lnTo>
                    <a:pt x="545866" y="731451"/>
                  </a:lnTo>
                  <a:lnTo>
                    <a:pt x="545636" y="731481"/>
                  </a:lnTo>
                  <a:lnTo>
                    <a:pt x="545407" y="731510"/>
                  </a:lnTo>
                  <a:lnTo>
                    <a:pt x="545176" y="731538"/>
                  </a:lnTo>
                  <a:lnTo>
                    <a:pt x="544946" y="731566"/>
                  </a:lnTo>
                  <a:lnTo>
                    <a:pt x="544716" y="731593"/>
                  </a:lnTo>
                  <a:lnTo>
                    <a:pt x="544486" y="731620"/>
                  </a:lnTo>
                  <a:lnTo>
                    <a:pt x="544255" y="731645"/>
                  </a:lnTo>
                  <a:lnTo>
                    <a:pt x="544025" y="731670"/>
                  </a:lnTo>
                  <a:lnTo>
                    <a:pt x="543794" y="731694"/>
                  </a:lnTo>
                  <a:lnTo>
                    <a:pt x="543564" y="731717"/>
                  </a:lnTo>
                  <a:lnTo>
                    <a:pt x="543348" y="731738"/>
                  </a:lnTo>
                  <a:lnTo>
                    <a:pt x="543132" y="731759"/>
                  </a:lnTo>
                  <a:lnTo>
                    <a:pt x="542916" y="731779"/>
                  </a:lnTo>
                  <a:lnTo>
                    <a:pt x="542700" y="731798"/>
                  </a:lnTo>
                  <a:lnTo>
                    <a:pt x="542249" y="731836"/>
                  </a:lnTo>
                  <a:lnTo>
                    <a:pt x="541919" y="731862"/>
                  </a:lnTo>
                  <a:lnTo>
                    <a:pt x="541779" y="731873"/>
                  </a:lnTo>
                  <a:lnTo>
                    <a:pt x="541544" y="731890"/>
                  </a:lnTo>
                  <a:lnTo>
                    <a:pt x="541309" y="731906"/>
                  </a:lnTo>
                  <a:lnTo>
                    <a:pt x="541073" y="731922"/>
                  </a:lnTo>
                  <a:lnTo>
                    <a:pt x="540838" y="731937"/>
                  </a:lnTo>
                  <a:lnTo>
                    <a:pt x="540603" y="731951"/>
                  </a:lnTo>
                  <a:lnTo>
                    <a:pt x="540367" y="731964"/>
                  </a:lnTo>
                  <a:lnTo>
                    <a:pt x="540132" y="731976"/>
                  </a:lnTo>
                  <a:lnTo>
                    <a:pt x="539896" y="731988"/>
                  </a:lnTo>
                  <a:lnTo>
                    <a:pt x="539661" y="731999"/>
                  </a:lnTo>
                  <a:lnTo>
                    <a:pt x="539425" y="732009"/>
                  </a:lnTo>
                  <a:lnTo>
                    <a:pt x="539190" y="732019"/>
                  </a:lnTo>
                  <a:lnTo>
                    <a:pt x="538954" y="732027"/>
                  </a:lnTo>
                  <a:lnTo>
                    <a:pt x="538718" y="732035"/>
                  </a:lnTo>
                  <a:lnTo>
                    <a:pt x="538483" y="732042"/>
                  </a:lnTo>
                  <a:lnTo>
                    <a:pt x="538247" y="732048"/>
                  </a:lnTo>
                  <a:lnTo>
                    <a:pt x="538012" y="732054"/>
                  </a:lnTo>
                  <a:lnTo>
                    <a:pt x="537776" y="732058"/>
                  </a:lnTo>
                  <a:lnTo>
                    <a:pt x="537540" y="732062"/>
                  </a:lnTo>
                  <a:lnTo>
                    <a:pt x="537304" y="732065"/>
                  </a:lnTo>
                  <a:lnTo>
                    <a:pt x="537042" y="732068"/>
                  </a:lnTo>
                  <a:lnTo>
                    <a:pt x="536833" y="732069"/>
                  </a:lnTo>
                  <a:lnTo>
                    <a:pt x="536597" y="732070"/>
                  </a:lnTo>
                  <a:lnTo>
                    <a:pt x="536361" y="732070"/>
                  </a:lnTo>
                  <a:lnTo>
                    <a:pt x="536125" y="732069"/>
                  </a:lnTo>
                  <a:lnTo>
                    <a:pt x="535890" y="732068"/>
                  </a:lnTo>
                  <a:lnTo>
                    <a:pt x="535654" y="732066"/>
                  </a:lnTo>
                  <a:lnTo>
                    <a:pt x="535418" y="732063"/>
                  </a:lnTo>
                  <a:lnTo>
                    <a:pt x="535182" y="732059"/>
                  </a:lnTo>
                  <a:lnTo>
                    <a:pt x="534947" y="732054"/>
                  </a:lnTo>
                  <a:lnTo>
                    <a:pt x="534711" y="732049"/>
                  </a:lnTo>
                  <a:lnTo>
                    <a:pt x="534475" y="732042"/>
                  </a:lnTo>
                  <a:lnTo>
                    <a:pt x="534240" y="732035"/>
                  </a:lnTo>
                  <a:lnTo>
                    <a:pt x="534004" y="732028"/>
                  </a:lnTo>
                  <a:lnTo>
                    <a:pt x="533769" y="732019"/>
                  </a:lnTo>
                  <a:lnTo>
                    <a:pt x="533533" y="732010"/>
                  </a:lnTo>
                  <a:lnTo>
                    <a:pt x="533297" y="732000"/>
                  </a:lnTo>
                  <a:lnTo>
                    <a:pt x="533057" y="731989"/>
                  </a:lnTo>
                  <a:lnTo>
                    <a:pt x="532762" y="731974"/>
                  </a:lnTo>
                  <a:lnTo>
                    <a:pt x="532575" y="731964"/>
                  </a:lnTo>
                  <a:lnTo>
                    <a:pt x="532334" y="731950"/>
                  </a:lnTo>
                  <a:lnTo>
                    <a:pt x="532093" y="731936"/>
                  </a:lnTo>
                  <a:lnTo>
                    <a:pt x="531852" y="731921"/>
                  </a:lnTo>
                  <a:lnTo>
                    <a:pt x="531612" y="731905"/>
                  </a:lnTo>
                  <a:lnTo>
                    <a:pt x="531371" y="731888"/>
                  </a:lnTo>
                  <a:lnTo>
                    <a:pt x="531131" y="731870"/>
                  </a:lnTo>
                  <a:lnTo>
                    <a:pt x="530890" y="731852"/>
                  </a:lnTo>
                  <a:lnTo>
                    <a:pt x="530650" y="731832"/>
                  </a:lnTo>
                  <a:lnTo>
                    <a:pt x="530409" y="731812"/>
                  </a:lnTo>
                  <a:lnTo>
                    <a:pt x="529222" y="732339"/>
                  </a:lnTo>
                  <a:lnTo>
                    <a:pt x="529050" y="732708"/>
                  </a:lnTo>
                  <a:lnTo>
                    <a:pt x="528885" y="733063"/>
                  </a:lnTo>
                  <a:lnTo>
                    <a:pt x="527562" y="735909"/>
                  </a:lnTo>
                  <a:lnTo>
                    <a:pt x="526326" y="738532"/>
                  </a:lnTo>
                  <a:lnTo>
                    <a:pt x="526056" y="739138"/>
                  </a:lnTo>
                  <a:lnTo>
                    <a:pt x="525784" y="739728"/>
                  </a:lnTo>
                  <a:lnTo>
                    <a:pt x="524554" y="742339"/>
                  </a:lnTo>
                  <a:lnTo>
                    <a:pt x="523343" y="744937"/>
                  </a:lnTo>
                  <a:lnTo>
                    <a:pt x="523051" y="745559"/>
                  </a:lnTo>
                  <a:lnTo>
                    <a:pt x="522922" y="745835"/>
                  </a:lnTo>
                  <a:lnTo>
                    <a:pt x="522778" y="746141"/>
                  </a:lnTo>
                  <a:lnTo>
                    <a:pt x="521977" y="747846"/>
                  </a:lnTo>
                  <a:lnTo>
                    <a:pt x="521533" y="748746"/>
                  </a:lnTo>
                  <a:lnTo>
                    <a:pt x="520278" y="751293"/>
                  </a:lnTo>
                  <a:lnTo>
                    <a:pt x="519977" y="751904"/>
                  </a:lnTo>
                  <a:lnTo>
                    <a:pt x="519676" y="752514"/>
                  </a:lnTo>
                  <a:lnTo>
                    <a:pt x="518384" y="755086"/>
                  </a:lnTo>
                  <a:lnTo>
                    <a:pt x="515958" y="760040"/>
                  </a:lnTo>
                  <a:lnTo>
                    <a:pt x="514851" y="762282"/>
                  </a:lnTo>
                  <a:lnTo>
                    <a:pt x="514581" y="762796"/>
                  </a:lnTo>
                  <a:lnTo>
                    <a:pt x="512216" y="767569"/>
                  </a:lnTo>
                  <a:lnTo>
                    <a:pt x="510941" y="770149"/>
                  </a:lnTo>
                  <a:lnTo>
                    <a:pt x="510643" y="770749"/>
                  </a:lnTo>
                  <a:lnTo>
                    <a:pt x="510343" y="771352"/>
                  </a:lnTo>
                  <a:lnTo>
                    <a:pt x="509069" y="773923"/>
                  </a:lnTo>
                  <a:lnTo>
                    <a:pt x="507793" y="776500"/>
                  </a:lnTo>
                  <a:lnTo>
                    <a:pt x="507500" y="777090"/>
                  </a:lnTo>
                  <a:lnTo>
                    <a:pt x="507202" y="777692"/>
                  </a:lnTo>
                  <a:lnTo>
                    <a:pt x="505939" y="780244"/>
                  </a:lnTo>
                  <a:lnTo>
                    <a:pt x="505832" y="780459"/>
                  </a:lnTo>
                  <a:lnTo>
                    <a:pt x="504787" y="782569"/>
                  </a:lnTo>
                  <a:lnTo>
                    <a:pt x="503535" y="785096"/>
                  </a:lnTo>
                  <a:lnTo>
                    <a:pt x="502608" y="786967"/>
                  </a:lnTo>
                  <a:lnTo>
                    <a:pt x="502339" y="787511"/>
                  </a:lnTo>
                  <a:lnTo>
                    <a:pt x="499813" y="792612"/>
                  </a:lnTo>
                  <a:lnTo>
                    <a:pt x="498527" y="795207"/>
                  </a:lnTo>
                  <a:lnTo>
                    <a:pt x="498239" y="795790"/>
                  </a:lnTo>
                  <a:lnTo>
                    <a:pt x="497951" y="796371"/>
                  </a:lnTo>
                  <a:lnTo>
                    <a:pt x="497418" y="797448"/>
                  </a:lnTo>
                  <a:lnTo>
                    <a:pt x="496691" y="798955"/>
                  </a:lnTo>
                  <a:lnTo>
                    <a:pt x="495755" y="800897"/>
                  </a:lnTo>
                  <a:lnTo>
                    <a:pt x="495153" y="802147"/>
                  </a:lnTo>
                  <a:lnTo>
                    <a:pt x="494858" y="802759"/>
                  </a:lnTo>
                  <a:lnTo>
                    <a:pt x="493616" y="805336"/>
                  </a:lnTo>
                  <a:lnTo>
                    <a:pt x="491592" y="809536"/>
                  </a:lnTo>
                  <a:lnTo>
                    <a:pt x="491368" y="810001"/>
                  </a:lnTo>
                  <a:lnTo>
                    <a:pt x="489840" y="813113"/>
                  </a:lnTo>
                  <a:lnTo>
                    <a:pt x="489595" y="813649"/>
                  </a:lnTo>
                  <a:lnTo>
                    <a:pt x="487896" y="817369"/>
                  </a:lnTo>
                  <a:lnTo>
                    <a:pt x="486574" y="820264"/>
                  </a:lnTo>
                  <a:lnTo>
                    <a:pt x="485409" y="822943"/>
                  </a:lnTo>
                  <a:lnTo>
                    <a:pt x="484254" y="825628"/>
                  </a:lnTo>
                  <a:lnTo>
                    <a:pt x="483025" y="828609"/>
                  </a:lnTo>
                  <a:lnTo>
                    <a:pt x="481699" y="831841"/>
                  </a:lnTo>
                  <a:lnTo>
                    <a:pt x="481645" y="831979"/>
                  </a:lnTo>
                  <a:lnTo>
                    <a:pt x="480689" y="834404"/>
                  </a:lnTo>
                  <a:lnTo>
                    <a:pt x="479604" y="837286"/>
                  </a:lnTo>
                  <a:lnTo>
                    <a:pt x="478599" y="839963"/>
                  </a:lnTo>
                  <a:lnTo>
                    <a:pt x="478364" y="840590"/>
                  </a:lnTo>
                  <a:lnTo>
                    <a:pt x="478143" y="841221"/>
                  </a:lnTo>
                  <a:lnTo>
                    <a:pt x="477192" y="843936"/>
                  </a:lnTo>
                  <a:lnTo>
                    <a:pt x="476310" y="846438"/>
                  </a:lnTo>
                  <a:lnTo>
                    <a:pt x="475110" y="847966"/>
                  </a:lnTo>
                  <a:lnTo>
                    <a:pt x="472987" y="850675"/>
                  </a:lnTo>
                  <a:lnTo>
                    <a:pt x="467782" y="865158"/>
                  </a:lnTo>
                  <a:lnTo>
                    <a:pt x="464777" y="874068"/>
                  </a:lnTo>
                  <a:lnTo>
                    <a:pt x="464053" y="876465"/>
                  </a:lnTo>
                  <a:lnTo>
                    <a:pt x="462965" y="880023"/>
                  </a:lnTo>
                  <a:lnTo>
                    <a:pt x="462607" y="881194"/>
                  </a:lnTo>
                  <a:lnTo>
                    <a:pt x="461772" y="883930"/>
                  </a:lnTo>
                  <a:lnTo>
                    <a:pt x="461647" y="884339"/>
                  </a:lnTo>
                  <a:lnTo>
                    <a:pt x="461330" y="885375"/>
                  </a:lnTo>
                  <a:lnTo>
                    <a:pt x="460980" y="886522"/>
                  </a:lnTo>
                  <a:lnTo>
                    <a:pt x="460613" y="887722"/>
                  </a:lnTo>
                  <a:lnTo>
                    <a:pt x="459945" y="889908"/>
                  </a:lnTo>
                  <a:lnTo>
                    <a:pt x="459521" y="891296"/>
                  </a:lnTo>
                  <a:lnTo>
                    <a:pt x="458984" y="893054"/>
                  </a:lnTo>
                  <a:lnTo>
                    <a:pt x="458839" y="893528"/>
                  </a:lnTo>
                  <a:lnTo>
                    <a:pt x="457857" y="896743"/>
                  </a:lnTo>
                  <a:lnTo>
                    <a:pt x="457126" y="898909"/>
                  </a:lnTo>
                  <a:lnTo>
                    <a:pt x="452784" y="897789"/>
                  </a:lnTo>
                  <a:lnTo>
                    <a:pt x="452353" y="897674"/>
                  </a:lnTo>
                  <a:lnTo>
                    <a:pt x="451924" y="897562"/>
                  </a:lnTo>
                  <a:lnTo>
                    <a:pt x="451495" y="897439"/>
                  </a:lnTo>
                  <a:lnTo>
                    <a:pt x="451068" y="897320"/>
                  </a:lnTo>
                  <a:lnTo>
                    <a:pt x="450640" y="897192"/>
                  </a:lnTo>
                  <a:lnTo>
                    <a:pt x="450215" y="897061"/>
                  </a:lnTo>
                  <a:lnTo>
                    <a:pt x="449790" y="896930"/>
                  </a:lnTo>
                  <a:lnTo>
                    <a:pt x="449369" y="896790"/>
                  </a:lnTo>
                  <a:lnTo>
                    <a:pt x="448945" y="896654"/>
                  </a:lnTo>
                  <a:lnTo>
                    <a:pt x="448526" y="896508"/>
                  </a:lnTo>
                  <a:lnTo>
                    <a:pt x="448105" y="896359"/>
                  </a:lnTo>
                  <a:lnTo>
                    <a:pt x="447687" y="896211"/>
                  </a:lnTo>
                  <a:lnTo>
                    <a:pt x="447271" y="896054"/>
                  </a:lnTo>
                  <a:lnTo>
                    <a:pt x="446856" y="895900"/>
                  </a:lnTo>
                  <a:lnTo>
                    <a:pt x="446440" y="895735"/>
                  </a:lnTo>
                  <a:lnTo>
                    <a:pt x="446028" y="895568"/>
                  </a:lnTo>
                  <a:lnTo>
                    <a:pt x="445616" y="895402"/>
                  </a:lnTo>
                  <a:lnTo>
                    <a:pt x="445205" y="895227"/>
                  </a:lnTo>
                  <a:lnTo>
                    <a:pt x="444797" y="895054"/>
                  </a:lnTo>
                  <a:lnTo>
                    <a:pt x="444391" y="894872"/>
                  </a:lnTo>
                  <a:lnTo>
                    <a:pt x="443985" y="894692"/>
                  </a:lnTo>
                  <a:lnTo>
                    <a:pt x="427870" y="886573"/>
                  </a:lnTo>
                  <a:lnTo>
                    <a:pt x="425295" y="885325"/>
                  </a:lnTo>
                  <a:lnTo>
                    <a:pt x="425091" y="888186"/>
                  </a:lnTo>
                  <a:lnTo>
                    <a:pt x="423439" y="913761"/>
                  </a:lnTo>
                  <a:lnTo>
                    <a:pt x="423373" y="914915"/>
                  </a:lnTo>
                  <a:lnTo>
                    <a:pt x="423245" y="918028"/>
                  </a:lnTo>
                  <a:lnTo>
                    <a:pt x="422165" y="943969"/>
                  </a:lnTo>
                  <a:lnTo>
                    <a:pt x="421985" y="948267"/>
                  </a:lnTo>
                  <a:lnTo>
                    <a:pt x="421390" y="968882"/>
                  </a:lnTo>
                  <a:lnTo>
                    <a:pt x="421461" y="971557"/>
                  </a:lnTo>
                  <a:lnTo>
                    <a:pt x="421479" y="973660"/>
                  </a:lnTo>
                  <a:lnTo>
                    <a:pt x="421467" y="995442"/>
                  </a:lnTo>
                  <a:lnTo>
                    <a:pt x="421459" y="995616"/>
                  </a:lnTo>
                  <a:lnTo>
                    <a:pt x="421449" y="995792"/>
                  </a:lnTo>
                  <a:lnTo>
                    <a:pt x="421436" y="995966"/>
                  </a:lnTo>
                  <a:lnTo>
                    <a:pt x="421418" y="996138"/>
                  </a:lnTo>
                  <a:lnTo>
                    <a:pt x="421395" y="996312"/>
                  </a:lnTo>
                  <a:lnTo>
                    <a:pt x="421370" y="996484"/>
                  </a:lnTo>
                  <a:lnTo>
                    <a:pt x="421341" y="996658"/>
                  </a:lnTo>
                  <a:lnTo>
                    <a:pt x="421309" y="996828"/>
                  </a:lnTo>
                  <a:lnTo>
                    <a:pt x="421272" y="997000"/>
                  </a:lnTo>
                  <a:lnTo>
                    <a:pt x="421232" y="997170"/>
                  </a:lnTo>
                  <a:lnTo>
                    <a:pt x="421188" y="997338"/>
                  </a:lnTo>
                  <a:lnTo>
                    <a:pt x="421142" y="997506"/>
                  </a:lnTo>
                  <a:lnTo>
                    <a:pt x="421090" y="997673"/>
                  </a:lnTo>
                  <a:lnTo>
                    <a:pt x="421037" y="997839"/>
                  </a:lnTo>
                  <a:lnTo>
                    <a:pt x="420979" y="998003"/>
                  </a:lnTo>
                  <a:lnTo>
                    <a:pt x="420918" y="998168"/>
                  </a:lnTo>
                  <a:lnTo>
                    <a:pt x="420853" y="998330"/>
                  </a:lnTo>
                  <a:lnTo>
                    <a:pt x="420784" y="998491"/>
                  </a:lnTo>
                  <a:lnTo>
                    <a:pt x="420713" y="998649"/>
                  </a:lnTo>
                  <a:lnTo>
                    <a:pt x="420637" y="998808"/>
                  </a:lnTo>
                  <a:lnTo>
                    <a:pt x="420558" y="998964"/>
                  </a:lnTo>
                  <a:lnTo>
                    <a:pt x="420478" y="999119"/>
                  </a:lnTo>
                  <a:lnTo>
                    <a:pt x="420394" y="999270"/>
                  </a:lnTo>
                  <a:lnTo>
                    <a:pt x="420321" y="999421"/>
                  </a:lnTo>
                  <a:lnTo>
                    <a:pt x="420235" y="999578"/>
                  </a:lnTo>
                  <a:lnTo>
                    <a:pt x="420155" y="999727"/>
                  </a:lnTo>
                  <a:lnTo>
                    <a:pt x="420000" y="999983"/>
                  </a:lnTo>
                  <a:lnTo>
                    <a:pt x="419859" y="1000199"/>
                  </a:lnTo>
                  <a:lnTo>
                    <a:pt x="413635" y="1003587"/>
                  </a:lnTo>
                  <a:lnTo>
                    <a:pt x="412801" y="1003737"/>
                  </a:lnTo>
                  <a:lnTo>
                    <a:pt x="404680" y="1005200"/>
                  </a:lnTo>
                  <a:lnTo>
                    <a:pt x="396748" y="1007261"/>
                  </a:lnTo>
                  <a:lnTo>
                    <a:pt x="388815" y="1009323"/>
                  </a:lnTo>
                  <a:lnTo>
                    <a:pt x="385451" y="1010016"/>
                  </a:lnTo>
                  <a:lnTo>
                    <a:pt x="376285" y="1011906"/>
                  </a:lnTo>
                  <a:lnTo>
                    <a:pt x="372244" y="1012739"/>
                  </a:lnTo>
                  <a:lnTo>
                    <a:pt x="367179" y="1010475"/>
                  </a:lnTo>
                  <a:lnTo>
                    <a:pt x="366428" y="1010140"/>
                  </a:lnTo>
                  <a:lnTo>
                    <a:pt x="360623" y="1009269"/>
                  </a:lnTo>
                  <a:lnTo>
                    <a:pt x="360426" y="1009248"/>
                  </a:lnTo>
                  <a:lnTo>
                    <a:pt x="360228" y="1009228"/>
                  </a:lnTo>
                  <a:lnTo>
                    <a:pt x="360030" y="1009208"/>
                  </a:lnTo>
                  <a:lnTo>
                    <a:pt x="359833" y="1009190"/>
                  </a:lnTo>
                  <a:lnTo>
                    <a:pt x="359635" y="1009172"/>
                  </a:lnTo>
                  <a:lnTo>
                    <a:pt x="359437" y="1009155"/>
                  </a:lnTo>
                  <a:lnTo>
                    <a:pt x="359239" y="1009138"/>
                  </a:lnTo>
                  <a:lnTo>
                    <a:pt x="359041" y="1009123"/>
                  </a:lnTo>
                  <a:lnTo>
                    <a:pt x="358843" y="1009108"/>
                  </a:lnTo>
                  <a:lnTo>
                    <a:pt x="358645" y="1009094"/>
                  </a:lnTo>
                  <a:lnTo>
                    <a:pt x="358447" y="1009080"/>
                  </a:lnTo>
                  <a:lnTo>
                    <a:pt x="358249" y="1009068"/>
                  </a:lnTo>
                  <a:lnTo>
                    <a:pt x="358051" y="1009056"/>
                  </a:lnTo>
                  <a:lnTo>
                    <a:pt x="357853" y="1009045"/>
                  </a:lnTo>
                  <a:lnTo>
                    <a:pt x="357654" y="1009035"/>
                  </a:lnTo>
                  <a:lnTo>
                    <a:pt x="357456" y="1009025"/>
                  </a:lnTo>
                  <a:lnTo>
                    <a:pt x="357258" y="1009017"/>
                  </a:lnTo>
                  <a:lnTo>
                    <a:pt x="357059" y="1009008"/>
                  </a:lnTo>
                  <a:lnTo>
                    <a:pt x="356861" y="1009001"/>
                  </a:lnTo>
                  <a:lnTo>
                    <a:pt x="356662" y="1008995"/>
                  </a:lnTo>
                  <a:lnTo>
                    <a:pt x="356464" y="1008989"/>
                  </a:lnTo>
                  <a:lnTo>
                    <a:pt x="356265" y="1008984"/>
                  </a:lnTo>
                  <a:lnTo>
                    <a:pt x="356066" y="1008980"/>
                  </a:lnTo>
                  <a:lnTo>
                    <a:pt x="355868" y="1008977"/>
                  </a:lnTo>
                  <a:lnTo>
                    <a:pt x="355669" y="1008975"/>
                  </a:lnTo>
                  <a:lnTo>
                    <a:pt x="355471" y="1008973"/>
                  </a:lnTo>
                  <a:lnTo>
                    <a:pt x="355272" y="1008972"/>
                  </a:lnTo>
                  <a:lnTo>
                    <a:pt x="355074" y="1008972"/>
                  </a:lnTo>
                  <a:lnTo>
                    <a:pt x="354875" y="1008972"/>
                  </a:lnTo>
                  <a:lnTo>
                    <a:pt x="354677" y="1008973"/>
                  </a:lnTo>
                  <a:lnTo>
                    <a:pt x="354478" y="1008976"/>
                  </a:lnTo>
                  <a:lnTo>
                    <a:pt x="354280" y="1008978"/>
                  </a:lnTo>
                  <a:lnTo>
                    <a:pt x="354081" y="1008982"/>
                  </a:lnTo>
                  <a:lnTo>
                    <a:pt x="353882" y="1008986"/>
                  </a:lnTo>
                  <a:lnTo>
                    <a:pt x="353684" y="1008991"/>
                  </a:lnTo>
                  <a:lnTo>
                    <a:pt x="353485" y="1008997"/>
                  </a:lnTo>
                  <a:lnTo>
                    <a:pt x="353287" y="1009004"/>
                  </a:lnTo>
                  <a:lnTo>
                    <a:pt x="353089" y="1009012"/>
                  </a:lnTo>
                  <a:lnTo>
                    <a:pt x="352890" y="1009020"/>
                  </a:lnTo>
                  <a:lnTo>
                    <a:pt x="352692" y="1009029"/>
                  </a:lnTo>
                  <a:lnTo>
                    <a:pt x="352493" y="1009039"/>
                  </a:lnTo>
                  <a:lnTo>
                    <a:pt x="352295" y="1009049"/>
                  </a:lnTo>
                  <a:lnTo>
                    <a:pt x="352097" y="1009060"/>
                  </a:lnTo>
                  <a:lnTo>
                    <a:pt x="351899" y="1009073"/>
                  </a:lnTo>
                  <a:lnTo>
                    <a:pt x="351700" y="1009085"/>
                  </a:lnTo>
                  <a:lnTo>
                    <a:pt x="351502" y="1009099"/>
                  </a:lnTo>
                  <a:lnTo>
                    <a:pt x="351304" y="1009113"/>
                  </a:lnTo>
                  <a:lnTo>
                    <a:pt x="351106" y="1009128"/>
                  </a:lnTo>
                  <a:lnTo>
                    <a:pt x="350908" y="1009145"/>
                  </a:lnTo>
                  <a:lnTo>
                    <a:pt x="350710" y="1009161"/>
                  </a:lnTo>
                  <a:lnTo>
                    <a:pt x="350513" y="1009179"/>
                  </a:lnTo>
                  <a:lnTo>
                    <a:pt x="350315" y="1009197"/>
                  </a:lnTo>
                  <a:lnTo>
                    <a:pt x="350117" y="1009216"/>
                  </a:lnTo>
                  <a:lnTo>
                    <a:pt x="349920" y="1009236"/>
                  </a:lnTo>
                  <a:lnTo>
                    <a:pt x="349722" y="1009256"/>
                  </a:lnTo>
                  <a:lnTo>
                    <a:pt x="349525" y="1009277"/>
                  </a:lnTo>
                  <a:lnTo>
                    <a:pt x="345473" y="1009841"/>
                  </a:lnTo>
                  <a:lnTo>
                    <a:pt x="330903" y="1012167"/>
                  </a:lnTo>
                  <a:lnTo>
                    <a:pt x="321915" y="1013931"/>
                  </a:lnTo>
                  <a:lnTo>
                    <a:pt x="321710" y="1013955"/>
                  </a:lnTo>
                  <a:lnTo>
                    <a:pt x="321505" y="1013979"/>
                  </a:lnTo>
                  <a:lnTo>
                    <a:pt x="321299" y="1014001"/>
                  </a:lnTo>
                  <a:lnTo>
                    <a:pt x="321094" y="1014023"/>
                  </a:lnTo>
                  <a:lnTo>
                    <a:pt x="320888" y="1014045"/>
                  </a:lnTo>
                  <a:lnTo>
                    <a:pt x="320682" y="1014065"/>
                  </a:lnTo>
                  <a:lnTo>
                    <a:pt x="320271" y="1014104"/>
                  </a:lnTo>
                  <a:lnTo>
                    <a:pt x="320065" y="1014122"/>
                  </a:lnTo>
                  <a:lnTo>
                    <a:pt x="319859" y="1014139"/>
                  </a:lnTo>
                  <a:lnTo>
                    <a:pt x="319653" y="1014156"/>
                  </a:lnTo>
                  <a:lnTo>
                    <a:pt x="319407" y="1014175"/>
                  </a:lnTo>
                  <a:lnTo>
                    <a:pt x="319240" y="1014187"/>
                  </a:lnTo>
                  <a:lnTo>
                    <a:pt x="319034" y="1014201"/>
                  </a:lnTo>
                  <a:lnTo>
                    <a:pt x="318828" y="1014215"/>
                  </a:lnTo>
                  <a:lnTo>
                    <a:pt x="318621" y="1014228"/>
                  </a:lnTo>
                  <a:lnTo>
                    <a:pt x="318415" y="1014240"/>
                  </a:lnTo>
                  <a:lnTo>
                    <a:pt x="318209" y="1014251"/>
                  </a:lnTo>
                  <a:lnTo>
                    <a:pt x="318002" y="1014262"/>
                  </a:lnTo>
                  <a:lnTo>
                    <a:pt x="317796" y="1014272"/>
                  </a:lnTo>
                  <a:lnTo>
                    <a:pt x="317589" y="1014281"/>
                  </a:lnTo>
                  <a:lnTo>
                    <a:pt x="317176" y="1014296"/>
                  </a:lnTo>
                  <a:lnTo>
                    <a:pt x="316969" y="1014303"/>
                  </a:lnTo>
                  <a:lnTo>
                    <a:pt x="316763" y="1014309"/>
                  </a:lnTo>
                  <a:lnTo>
                    <a:pt x="316556" y="1014314"/>
                  </a:lnTo>
                  <a:lnTo>
                    <a:pt x="316349" y="1014319"/>
                  </a:lnTo>
                  <a:lnTo>
                    <a:pt x="316142" y="1014322"/>
                  </a:lnTo>
                  <a:lnTo>
                    <a:pt x="315936" y="1014325"/>
                  </a:lnTo>
                  <a:lnTo>
                    <a:pt x="315729" y="1014328"/>
                  </a:lnTo>
                  <a:lnTo>
                    <a:pt x="315458" y="1014329"/>
                  </a:lnTo>
                  <a:lnTo>
                    <a:pt x="315315" y="1014330"/>
                  </a:lnTo>
                  <a:lnTo>
                    <a:pt x="315109" y="1014329"/>
                  </a:lnTo>
                  <a:lnTo>
                    <a:pt x="314902" y="1014329"/>
                  </a:lnTo>
                  <a:lnTo>
                    <a:pt x="314695" y="1014327"/>
                  </a:lnTo>
                  <a:lnTo>
                    <a:pt x="314489" y="1014324"/>
                  </a:lnTo>
                  <a:lnTo>
                    <a:pt x="314282" y="1014321"/>
                  </a:lnTo>
                  <a:lnTo>
                    <a:pt x="314075" y="1014317"/>
                  </a:lnTo>
                  <a:lnTo>
                    <a:pt x="313868" y="1014312"/>
                  </a:lnTo>
                  <a:lnTo>
                    <a:pt x="313610" y="1014306"/>
                  </a:lnTo>
                  <a:lnTo>
                    <a:pt x="313455" y="1014301"/>
                  </a:lnTo>
                  <a:lnTo>
                    <a:pt x="313249" y="1014294"/>
                  </a:lnTo>
                  <a:lnTo>
                    <a:pt x="313042" y="1014286"/>
                  </a:lnTo>
                  <a:lnTo>
                    <a:pt x="312629" y="1014268"/>
                  </a:lnTo>
                  <a:lnTo>
                    <a:pt x="312422" y="1014258"/>
                  </a:lnTo>
                  <a:lnTo>
                    <a:pt x="312216" y="1014247"/>
                  </a:lnTo>
                  <a:lnTo>
                    <a:pt x="312010" y="1014236"/>
                  </a:lnTo>
                  <a:lnTo>
                    <a:pt x="311803" y="1014223"/>
                  </a:lnTo>
                  <a:lnTo>
                    <a:pt x="311597" y="1014210"/>
                  </a:lnTo>
                  <a:lnTo>
                    <a:pt x="306844" y="1013765"/>
                  </a:lnTo>
                  <a:lnTo>
                    <a:pt x="292196" y="1012390"/>
                  </a:lnTo>
                  <a:lnTo>
                    <a:pt x="284778" y="1011065"/>
                  </a:lnTo>
                  <a:lnTo>
                    <a:pt x="281634" y="1010501"/>
                  </a:lnTo>
                  <a:lnTo>
                    <a:pt x="281118" y="1011359"/>
                  </a:lnTo>
                  <a:lnTo>
                    <a:pt x="280547" y="1012307"/>
                  </a:lnTo>
                  <a:lnTo>
                    <a:pt x="279297" y="1014380"/>
                  </a:lnTo>
                  <a:lnTo>
                    <a:pt x="235800" y="1021655"/>
                  </a:lnTo>
                  <a:lnTo>
                    <a:pt x="213580" y="1025373"/>
                  </a:lnTo>
                  <a:lnTo>
                    <a:pt x="212373" y="1027364"/>
                  </a:lnTo>
                  <a:lnTo>
                    <a:pt x="206249" y="1037524"/>
                  </a:lnTo>
                  <a:lnTo>
                    <a:pt x="199349" y="1048550"/>
                  </a:lnTo>
                  <a:lnTo>
                    <a:pt x="197389" y="1051687"/>
                  </a:lnTo>
                  <a:lnTo>
                    <a:pt x="196802" y="1052625"/>
                  </a:lnTo>
                  <a:lnTo>
                    <a:pt x="193140" y="1058300"/>
                  </a:lnTo>
                  <a:lnTo>
                    <a:pt x="193008" y="1058505"/>
                  </a:lnTo>
                  <a:lnTo>
                    <a:pt x="192874" y="1058710"/>
                  </a:lnTo>
                  <a:lnTo>
                    <a:pt x="192740" y="1058914"/>
                  </a:lnTo>
                  <a:lnTo>
                    <a:pt x="192605" y="1059118"/>
                  </a:lnTo>
                  <a:lnTo>
                    <a:pt x="192470" y="1059321"/>
                  </a:lnTo>
                  <a:lnTo>
                    <a:pt x="192334" y="1059524"/>
                  </a:lnTo>
                  <a:lnTo>
                    <a:pt x="192197" y="1059726"/>
                  </a:lnTo>
                  <a:lnTo>
                    <a:pt x="192060" y="1059928"/>
                  </a:lnTo>
                  <a:lnTo>
                    <a:pt x="191922" y="1060130"/>
                  </a:lnTo>
                  <a:lnTo>
                    <a:pt x="191784" y="1060331"/>
                  </a:lnTo>
                  <a:lnTo>
                    <a:pt x="191645" y="1060531"/>
                  </a:lnTo>
                  <a:lnTo>
                    <a:pt x="191505" y="1060732"/>
                  </a:lnTo>
                  <a:lnTo>
                    <a:pt x="191365" y="1060932"/>
                  </a:lnTo>
                  <a:lnTo>
                    <a:pt x="191224" y="1061131"/>
                  </a:lnTo>
                  <a:lnTo>
                    <a:pt x="191082" y="1061330"/>
                  </a:lnTo>
                  <a:lnTo>
                    <a:pt x="190940" y="1061529"/>
                  </a:lnTo>
                  <a:lnTo>
                    <a:pt x="190798" y="1061726"/>
                  </a:lnTo>
                  <a:lnTo>
                    <a:pt x="190654" y="1061924"/>
                  </a:lnTo>
                  <a:lnTo>
                    <a:pt x="190510" y="1062121"/>
                  </a:lnTo>
                  <a:lnTo>
                    <a:pt x="190366" y="1062318"/>
                  </a:lnTo>
                  <a:lnTo>
                    <a:pt x="190221" y="1062514"/>
                  </a:lnTo>
                  <a:lnTo>
                    <a:pt x="190075" y="1062710"/>
                  </a:lnTo>
                  <a:lnTo>
                    <a:pt x="189928" y="1062906"/>
                  </a:lnTo>
                  <a:lnTo>
                    <a:pt x="189634" y="1063295"/>
                  </a:lnTo>
                  <a:lnTo>
                    <a:pt x="189486" y="1063489"/>
                  </a:lnTo>
                  <a:lnTo>
                    <a:pt x="189337" y="1063683"/>
                  </a:lnTo>
                  <a:lnTo>
                    <a:pt x="189188" y="1063876"/>
                  </a:lnTo>
                  <a:lnTo>
                    <a:pt x="189038" y="1064069"/>
                  </a:lnTo>
                  <a:lnTo>
                    <a:pt x="188887" y="1064261"/>
                  </a:lnTo>
                  <a:lnTo>
                    <a:pt x="188736" y="1064453"/>
                  </a:lnTo>
                  <a:lnTo>
                    <a:pt x="188584" y="1064644"/>
                  </a:lnTo>
                  <a:lnTo>
                    <a:pt x="188432" y="1064835"/>
                  </a:lnTo>
                  <a:lnTo>
                    <a:pt x="188279" y="1065025"/>
                  </a:lnTo>
                  <a:lnTo>
                    <a:pt x="188126" y="1065215"/>
                  </a:lnTo>
                  <a:lnTo>
                    <a:pt x="187971" y="1065404"/>
                  </a:lnTo>
                  <a:lnTo>
                    <a:pt x="187817" y="1065593"/>
                  </a:lnTo>
                  <a:lnTo>
                    <a:pt x="187662" y="1065782"/>
                  </a:lnTo>
                  <a:lnTo>
                    <a:pt x="187506" y="1065969"/>
                  </a:lnTo>
                  <a:lnTo>
                    <a:pt x="187349" y="1066157"/>
                  </a:lnTo>
                  <a:lnTo>
                    <a:pt x="187192" y="1066344"/>
                  </a:lnTo>
                  <a:lnTo>
                    <a:pt x="187035" y="1066530"/>
                  </a:lnTo>
                  <a:lnTo>
                    <a:pt x="186877" y="1066716"/>
                  </a:lnTo>
                  <a:lnTo>
                    <a:pt x="186718" y="1066902"/>
                  </a:lnTo>
                  <a:lnTo>
                    <a:pt x="186560" y="1067087"/>
                  </a:lnTo>
                  <a:lnTo>
                    <a:pt x="186400" y="1067271"/>
                  </a:lnTo>
                  <a:lnTo>
                    <a:pt x="186241" y="1067455"/>
                  </a:lnTo>
                  <a:lnTo>
                    <a:pt x="186081" y="1067638"/>
                  </a:lnTo>
                  <a:lnTo>
                    <a:pt x="185920" y="1067821"/>
                  </a:lnTo>
                  <a:lnTo>
                    <a:pt x="185758" y="1068003"/>
                  </a:lnTo>
                  <a:lnTo>
                    <a:pt x="185596" y="1068185"/>
                  </a:lnTo>
                  <a:lnTo>
                    <a:pt x="185434" y="1068366"/>
                  </a:lnTo>
                  <a:lnTo>
                    <a:pt x="185271" y="1068547"/>
                  </a:lnTo>
                  <a:lnTo>
                    <a:pt x="185107" y="1068727"/>
                  </a:lnTo>
                  <a:lnTo>
                    <a:pt x="184943" y="1068907"/>
                  </a:lnTo>
                  <a:lnTo>
                    <a:pt x="184778" y="1069086"/>
                  </a:lnTo>
                  <a:lnTo>
                    <a:pt x="184613" y="1069265"/>
                  </a:lnTo>
                  <a:lnTo>
                    <a:pt x="184447" y="1069443"/>
                  </a:lnTo>
                  <a:lnTo>
                    <a:pt x="184281" y="1069621"/>
                  </a:lnTo>
                  <a:lnTo>
                    <a:pt x="184114" y="1069798"/>
                  </a:lnTo>
                  <a:lnTo>
                    <a:pt x="183947" y="1069975"/>
                  </a:lnTo>
                  <a:lnTo>
                    <a:pt x="183779" y="1070151"/>
                  </a:lnTo>
                  <a:lnTo>
                    <a:pt x="183610" y="1070327"/>
                  </a:lnTo>
                  <a:lnTo>
                    <a:pt x="183441" y="1070502"/>
                  </a:lnTo>
                  <a:lnTo>
                    <a:pt x="183272" y="1070677"/>
                  </a:lnTo>
                  <a:lnTo>
                    <a:pt x="183101" y="1070851"/>
                  </a:lnTo>
                  <a:lnTo>
                    <a:pt x="182931" y="1071024"/>
                  </a:lnTo>
                  <a:lnTo>
                    <a:pt x="182760" y="1071197"/>
                  </a:lnTo>
                  <a:lnTo>
                    <a:pt x="182588" y="1071370"/>
                  </a:lnTo>
                  <a:lnTo>
                    <a:pt x="182416" y="1071542"/>
                  </a:lnTo>
                  <a:lnTo>
                    <a:pt x="182243" y="1071714"/>
                  </a:lnTo>
                  <a:lnTo>
                    <a:pt x="182070" y="1071885"/>
                  </a:lnTo>
                  <a:lnTo>
                    <a:pt x="181896" y="1072055"/>
                  </a:lnTo>
                  <a:lnTo>
                    <a:pt x="181722" y="1072225"/>
                  </a:lnTo>
                  <a:lnTo>
                    <a:pt x="181547" y="1072394"/>
                  </a:lnTo>
                  <a:lnTo>
                    <a:pt x="181371" y="1072563"/>
                  </a:lnTo>
                  <a:lnTo>
                    <a:pt x="181196" y="1072731"/>
                  </a:lnTo>
                  <a:lnTo>
                    <a:pt x="181019" y="1072899"/>
                  </a:lnTo>
                  <a:lnTo>
                    <a:pt x="180842" y="1073066"/>
                  </a:lnTo>
                  <a:lnTo>
                    <a:pt x="180665" y="1073233"/>
                  </a:lnTo>
                  <a:lnTo>
                    <a:pt x="180487" y="1073399"/>
                  </a:lnTo>
                  <a:lnTo>
                    <a:pt x="177711" y="1075975"/>
                  </a:lnTo>
                  <a:lnTo>
                    <a:pt x="177454" y="1076214"/>
                  </a:lnTo>
                  <a:lnTo>
                    <a:pt x="177197" y="1076451"/>
                  </a:lnTo>
                  <a:lnTo>
                    <a:pt x="176939" y="1076689"/>
                  </a:lnTo>
                  <a:lnTo>
                    <a:pt x="176681" y="1076925"/>
                  </a:lnTo>
                  <a:lnTo>
                    <a:pt x="176422" y="1077161"/>
                  </a:lnTo>
                  <a:lnTo>
                    <a:pt x="176163" y="1077397"/>
                  </a:lnTo>
                  <a:lnTo>
                    <a:pt x="175903" y="1077632"/>
                  </a:lnTo>
                  <a:lnTo>
                    <a:pt x="175643" y="1077866"/>
                  </a:lnTo>
                  <a:lnTo>
                    <a:pt x="175382" y="1078100"/>
                  </a:lnTo>
                  <a:lnTo>
                    <a:pt x="175121" y="1078333"/>
                  </a:lnTo>
                  <a:lnTo>
                    <a:pt x="174859" y="1078566"/>
                  </a:lnTo>
                  <a:lnTo>
                    <a:pt x="174597" y="1078798"/>
                  </a:lnTo>
                  <a:lnTo>
                    <a:pt x="174334" y="1079030"/>
                  </a:lnTo>
                  <a:lnTo>
                    <a:pt x="174070" y="1079261"/>
                  </a:lnTo>
                  <a:lnTo>
                    <a:pt x="173807" y="1079491"/>
                  </a:lnTo>
                  <a:lnTo>
                    <a:pt x="173542" y="1079721"/>
                  </a:lnTo>
                  <a:lnTo>
                    <a:pt x="173277" y="1079950"/>
                  </a:lnTo>
                  <a:lnTo>
                    <a:pt x="173012" y="1080179"/>
                  </a:lnTo>
                  <a:lnTo>
                    <a:pt x="172746" y="1080407"/>
                  </a:lnTo>
                  <a:lnTo>
                    <a:pt x="172480" y="1080635"/>
                  </a:lnTo>
                  <a:lnTo>
                    <a:pt x="172213" y="1080862"/>
                  </a:lnTo>
                  <a:lnTo>
                    <a:pt x="171946" y="1081088"/>
                  </a:lnTo>
                  <a:lnTo>
                    <a:pt x="171678" y="1081314"/>
                  </a:lnTo>
                  <a:lnTo>
                    <a:pt x="171410" y="1081539"/>
                  </a:lnTo>
                  <a:lnTo>
                    <a:pt x="171141" y="1081764"/>
                  </a:lnTo>
                  <a:lnTo>
                    <a:pt x="170872" y="1081988"/>
                  </a:lnTo>
                  <a:lnTo>
                    <a:pt x="170602" y="1082211"/>
                  </a:lnTo>
                  <a:lnTo>
                    <a:pt x="170332" y="1082434"/>
                  </a:lnTo>
                  <a:lnTo>
                    <a:pt x="170061" y="1082656"/>
                  </a:lnTo>
                  <a:lnTo>
                    <a:pt x="169790" y="1082878"/>
                  </a:lnTo>
                  <a:lnTo>
                    <a:pt x="169518" y="1083099"/>
                  </a:lnTo>
                  <a:lnTo>
                    <a:pt x="169246" y="1083320"/>
                  </a:lnTo>
                  <a:lnTo>
                    <a:pt x="168973" y="1083539"/>
                  </a:lnTo>
                  <a:lnTo>
                    <a:pt x="168700" y="1083759"/>
                  </a:lnTo>
                  <a:lnTo>
                    <a:pt x="168427" y="1083977"/>
                  </a:lnTo>
                  <a:lnTo>
                    <a:pt x="168153" y="1084195"/>
                  </a:lnTo>
                  <a:lnTo>
                    <a:pt x="167878" y="1084413"/>
                  </a:lnTo>
                  <a:lnTo>
                    <a:pt x="167603" y="1084630"/>
                  </a:lnTo>
                  <a:lnTo>
                    <a:pt x="167328" y="1084846"/>
                  </a:lnTo>
                  <a:lnTo>
                    <a:pt x="167052" y="1085062"/>
                  </a:lnTo>
                  <a:lnTo>
                    <a:pt x="166775" y="1085277"/>
                  </a:lnTo>
                  <a:lnTo>
                    <a:pt x="166498" y="1085492"/>
                  </a:lnTo>
                  <a:lnTo>
                    <a:pt x="166221" y="1085705"/>
                  </a:lnTo>
                  <a:lnTo>
                    <a:pt x="165943" y="1085919"/>
                  </a:lnTo>
                  <a:lnTo>
                    <a:pt x="165665" y="1086132"/>
                  </a:lnTo>
                  <a:lnTo>
                    <a:pt x="165386" y="1086343"/>
                  </a:lnTo>
                  <a:lnTo>
                    <a:pt x="165107" y="1086555"/>
                  </a:lnTo>
                  <a:lnTo>
                    <a:pt x="164828" y="1086766"/>
                  </a:lnTo>
                  <a:lnTo>
                    <a:pt x="164548" y="1086976"/>
                  </a:lnTo>
                  <a:lnTo>
                    <a:pt x="164267" y="1087186"/>
                  </a:lnTo>
                  <a:lnTo>
                    <a:pt x="163986" y="1087395"/>
                  </a:lnTo>
                  <a:lnTo>
                    <a:pt x="163705" y="1087603"/>
                  </a:lnTo>
                  <a:lnTo>
                    <a:pt x="163423" y="1087811"/>
                  </a:lnTo>
                  <a:lnTo>
                    <a:pt x="163140" y="1088018"/>
                  </a:lnTo>
                  <a:lnTo>
                    <a:pt x="161549" y="1089183"/>
                  </a:lnTo>
                  <a:lnTo>
                    <a:pt x="161322" y="1089349"/>
                  </a:lnTo>
                  <a:lnTo>
                    <a:pt x="161095" y="1089513"/>
                  </a:lnTo>
                  <a:lnTo>
                    <a:pt x="160867" y="1089678"/>
                  </a:lnTo>
                  <a:lnTo>
                    <a:pt x="160639" y="1089841"/>
                  </a:lnTo>
                  <a:lnTo>
                    <a:pt x="160329" y="1090062"/>
                  </a:lnTo>
                  <a:lnTo>
                    <a:pt x="160181" y="1090166"/>
                  </a:lnTo>
                  <a:lnTo>
                    <a:pt x="159952" y="1090328"/>
                  </a:lnTo>
                  <a:lnTo>
                    <a:pt x="159722" y="1090489"/>
                  </a:lnTo>
                  <a:lnTo>
                    <a:pt x="159491" y="1090650"/>
                  </a:lnTo>
                  <a:lnTo>
                    <a:pt x="159261" y="1090809"/>
                  </a:lnTo>
                  <a:lnTo>
                    <a:pt x="159030" y="1090969"/>
                  </a:lnTo>
                  <a:lnTo>
                    <a:pt x="158751" y="1091159"/>
                  </a:lnTo>
                  <a:lnTo>
                    <a:pt x="158566" y="1091285"/>
                  </a:lnTo>
                  <a:lnTo>
                    <a:pt x="158333" y="1091443"/>
                  </a:lnTo>
                  <a:lnTo>
                    <a:pt x="158101" y="1091600"/>
                  </a:lnTo>
                  <a:lnTo>
                    <a:pt x="157867" y="1091756"/>
                  </a:lnTo>
                  <a:lnTo>
                    <a:pt x="157634" y="1091911"/>
                  </a:lnTo>
                  <a:lnTo>
                    <a:pt x="157343" y="1092103"/>
                  </a:lnTo>
                  <a:lnTo>
                    <a:pt x="157097" y="1092265"/>
                  </a:lnTo>
                  <a:lnTo>
                    <a:pt x="156930" y="1092374"/>
                  </a:lnTo>
                  <a:lnTo>
                    <a:pt x="156695" y="1092527"/>
                  </a:lnTo>
                  <a:lnTo>
                    <a:pt x="156459" y="1092679"/>
                  </a:lnTo>
                  <a:lnTo>
                    <a:pt x="156223" y="1092831"/>
                  </a:lnTo>
                  <a:lnTo>
                    <a:pt x="155986" y="1092982"/>
                  </a:lnTo>
                  <a:lnTo>
                    <a:pt x="155749" y="1093133"/>
                  </a:lnTo>
                  <a:lnTo>
                    <a:pt x="155512" y="1093282"/>
                  </a:lnTo>
                  <a:lnTo>
                    <a:pt x="155274" y="1093432"/>
                  </a:lnTo>
                  <a:lnTo>
                    <a:pt x="155036" y="1093580"/>
                  </a:lnTo>
                  <a:lnTo>
                    <a:pt x="154798" y="1093728"/>
                  </a:lnTo>
                  <a:lnTo>
                    <a:pt x="154558" y="1093875"/>
                  </a:lnTo>
                  <a:lnTo>
                    <a:pt x="154222" y="1094081"/>
                  </a:lnTo>
                  <a:lnTo>
                    <a:pt x="154079" y="1094168"/>
                  </a:lnTo>
                  <a:lnTo>
                    <a:pt x="153839" y="1094313"/>
                  </a:lnTo>
                  <a:lnTo>
                    <a:pt x="153599" y="1094458"/>
                  </a:lnTo>
                  <a:lnTo>
                    <a:pt x="153358" y="1094602"/>
                  </a:lnTo>
                  <a:lnTo>
                    <a:pt x="153117" y="1094745"/>
                  </a:lnTo>
                  <a:lnTo>
                    <a:pt x="152875" y="1094888"/>
                  </a:lnTo>
                  <a:lnTo>
                    <a:pt x="152633" y="1095030"/>
                  </a:lnTo>
                  <a:lnTo>
                    <a:pt x="152391" y="1095172"/>
                  </a:lnTo>
                  <a:lnTo>
                    <a:pt x="152148" y="1095312"/>
                  </a:lnTo>
                  <a:lnTo>
                    <a:pt x="151904" y="1095452"/>
                  </a:lnTo>
                  <a:lnTo>
                    <a:pt x="151661" y="1095592"/>
                  </a:lnTo>
                  <a:lnTo>
                    <a:pt x="151417" y="1095731"/>
                  </a:lnTo>
                  <a:lnTo>
                    <a:pt x="151173" y="1095869"/>
                  </a:lnTo>
                  <a:lnTo>
                    <a:pt x="150928" y="1096007"/>
                  </a:lnTo>
                  <a:lnTo>
                    <a:pt x="150683" y="1096143"/>
                  </a:lnTo>
                  <a:lnTo>
                    <a:pt x="150438" y="1096280"/>
                  </a:lnTo>
                  <a:lnTo>
                    <a:pt x="150192" y="1096415"/>
                  </a:lnTo>
                  <a:lnTo>
                    <a:pt x="149946" y="1096550"/>
                  </a:lnTo>
                  <a:lnTo>
                    <a:pt x="149611" y="1096732"/>
                  </a:lnTo>
                  <a:lnTo>
                    <a:pt x="149453" y="1096818"/>
                  </a:lnTo>
                  <a:lnTo>
                    <a:pt x="149121" y="1096996"/>
                  </a:lnTo>
                  <a:lnTo>
                    <a:pt x="148958" y="1097083"/>
                  </a:lnTo>
                  <a:lnTo>
                    <a:pt x="148718" y="1097211"/>
                  </a:lnTo>
                  <a:lnTo>
                    <a:pt x="148477" y="1097338"/>
                  </a:lnTo>
                  <a:lnTo>
                    <a:pt x="148237" y="1097464"/>
                  </a:lnTo>
                  <a:lnTo>
                    <a:pt x="147958" y="1097609"/>
                  </a:lnTo>
                  <a:lnTo>
                    <a:pt x="147681" y="1097753"/>
                  </a:lnTo>
                  <a:lnTo>
                    <a:pt x="147517" y="1097837"/>
                  </a:lnTo>
                  <a:lnTo>
                    <a:pt x="147280" y="1097958"/>
                  </a:lnTo>
                  <a:lnTo>
                    <a:pt x="147043" y="1098078"/>
                  </a:lnTo>
                  <a:lnTo>
                    <a:pt x="146805" y="1098198"/>
                  </a:lnTo>
                  <a:lnTo>
                    <a:pt x="146567" y="1098317"/>
                  </a:lnTo>
                  <a:lnTo>
                    <a:pt x="146329" y="1098435"/>
                  </a:lnTo>
                  <a:lnTo>
                    <a:pt x="146090" y="1098553"/>
                  </a:lnTo>
                  <a:lnTo>
                    <a:pt x="145851" y="1098670"/>
                  </a:lnTo>
                  <a:lnTo>
                    <a:pt x="145612" y="1098786"/>
                  </a:lnTo>
                  <a:lnTo>
                    <a:pt x="145372" y="1098902"/>
                  </a:lnTo>
                  <a:lnTo>
                    <a:pt x="145132" y="1099017"/>
                  </a:lnTo>
                  <a:lnTo>
                    <a:pt x="144892" y="1099131"/>
                  </a:lnTo>
                  <a:lnTo>
                    <a:pt x="144651" y="1099245"/>
                  </a:lnTo>
                  <a:lnTo>
                    <a:pt x="144410" y="1099358"/>
                  </a:lnTo>
                  <a:lnTo>
                    <a:pt x="143927" y="1099582"/>
                  </a:lnTo>
                  <a:lnTo>
                    <a:pt x="143685" y="1099693"/>
                  </a:lnTo>
                  <a:lnTo>
                    <a:pt x="143443" y="1099803"/>
                  </a:lnTo>
                  <a:lnTo>
                    <a:pt x="143201" y="1099913"/>
                  </a:lnTo>
                  <a:lnTo>
                    <a:pt x="142958" y="1100022"/>
                  </a:lnTo>
                  <a:lnTo>
                    <a:pt x="142715" y="1100130"/>
                  </a:lnTo>
                  <a:lnTo>
                    <a:pt x="142471" y="1100237"/>
                  </a:lnTo>
                  <a:lnTo>
                    <a:pt x="142228" y="1100344"/>
                  </a:lnTo>
                  <a:lnTo>
                    <a:pt x="141983" y="1100450"/>
                  </a:lnTo>
                  <a:lnTo>
                    <a:pt x="141739" y="1100556"/>
                  </a:lnTo>
                  <a:lnTo>
                    <a:pt x="141495" y="1100660"/>
                  </a:lnTo>
                  <a:lnTo>
                    <a:pt x="141250" y="1100764"/>
                  </a:lnTo>
                  <a:lnTo>
                    <a:pt x="141004" y="1100868"/>
                  </a:lnTo>
                  <a:lnTo>
                    <a:pt x="140759" y="1100970"/>
                  </a:lnTo>
                  <a:lnTo>
                    <a:pt x="140513" y="1101072"/>
                  </a:lnTo>
                  <a:lnTo>
                    <a:pt x="140267" y="1101174"/>
                  </a:lnTo>
                  <a:lnTo>
                    <a:pt x="140021" y="1101274"/>
                  </a:lnTo>
                  <a:lnTo>
                    <a:pt x="139774" y="1101374"/>
                  </a:lnTo>
                  <a:lnTo>
                    <a:pt x="139527" y="1101473"/>
                  </a:lnTo>
                  <a:lnTo>
                    <a:pt x="139280" y="1101572"/>
                  </a:lnTo>
                  <a:lnTo>
                    <a:pt x="139032" y="1101669"/>
                  </a:lnTo>
                  <a:lnTo>
                    <a:pt x="138785" y="1101767"/>
                  </a:lnTo>
                  <a:lnTo>
                    <a:pt x="138537" y="1101863"/>
                  </a:lnTo>
                  <a:lnTo>
                    <a:pt x="138288" y="1101959"/>
                  </a:lnTo>
                  <a:lnTo>
                    <a:pt x="138040" y="1102054"/>
                  </a:lnTo>
                  <a:lnTo>
                    <a:pt x="137791" y="1102148"/>
                  </a:lnTo>
                  <a:lnTo>
                    <a:pt x="137538" y="1102243"/>
                  </a:lnTo>
                  <a:lnTo>
                    <a:pt x="137286" y="1102337"/>
                  </a:lnTo>
                  <a:lnTo>
                    <a:pt x="137033" y="1102430"/>
                  </a:lnTo>
                  <a:lnTo>
                    <a:pt x="136780" y="1102523"/>
                  </a:lnTo>
                  <a:lnTo>
                    <a:pt x="136526" y="1102615"/>
                  </a:lnTo>
                  <a:lnTo>
                    <a:pt x="136272" y="1102706"/>
                  </a:lnTo>
                  <a:lnTo>
                    <a:pt x="136018" y="1102796"/>
                  </a:lnTo>
                  <a:lnTo>
                    <a:pt x="135764" y="1102886"/>
                  </a:lnTo>
                  <a:lnTo>
                    <a:pt x="135509" y="1102975"/>
                  </a:lnTo>
                  <a:lnTo>
                    <a:pt x="135254" y="1103063"/>
                  </a:lnTo>
                  <a:lnTo>
                    <a:pt x="134999" y="1103151"/>
                  </a:lnTo>
                  <a:lnTo>
                    <a:pt x="134744" y="1103238"/>
                  </a:lnTo>
                  <a:lnTo>
                    <a:pt x="134489" y="1103324"/>
                  </a:lnTo>
                  <a:lnTo>
                    <a:pt x="134233" y="1103409"/>
                  </a:lnTo>
                  <a:lnTo>
                    <a:pt x="133977" y="1103494"/>
                  </a:lnTo>
                  <a:lnTo>
                    <a:pt x="133721" y="1103578"/>
                  </a:lnTo>
                  <a:lnTo>
                    <a:pt x="133464" y="1103661"/>
                  </a:lnTo>
                  <a:lnTo>
                    <a:pt x="133207" y="1103743"/>
                  </a:lnTo>
                  <a:lnTo>
                    <a:pt x="132950" y="1103825"/>
                  </a:lnTo>
                  <a:lnTo>
                    <a:pt x="132693" y="1103906"/>
                  </a:lnTo>
                  <a:lnTo>
                    <a:pt x="132436" y="1103986"/>
                  </a:lnTo>
                  <a:lnTo>
                    <a:pt x="132178" y="1104066"/>
                  </a:lnTo>
                  <a:lnTo>
                    <a:pt x="131920" y="1104144"/>
                  </a:lnTo>
                  <a:lnTo>
                    <a:pt x="131662" y="1104222"/>
                  </a:lnTo>
                  <a:lnTo>
                    <a:pt x="131404" y="1104299"/>
                  </a:lnTo>
                  <a:lnTo>
                    <a:pt x="131145" y="1104376"/>
                  </a:lnTo>
                  <a:lnTo>
                    <a:pt x="130886" y="1104452"/>
                  </a:lnTo>
                  <a:lnTo>
                    <a:pt x="130627" y="1104527"/>
                  </a:lnTo>
                  <a:lnTo>
                    <a:pt x="130368" y="1104601"/>
                  </a:lnTo>
                  <a:lnTo>
                    <a:pt x="130109" y="1104675"/>
                  </a:lnTo>
                  <a:lnTo>
                    <a:pt x="129849" y="1104747"/>
                  </a:lnTo>
                  <a:lnTo>
                    <a:pt x="129589" y="1104820"/>
                  </a:lnTo>
                  <a:lnTo>
                    <a:pt x="129329" y="1104891"/>
                  </a:lnTo>
                  <a:lnTo>
                    <a:pt x="129069" y="1104961"/>
                  </a:lnTo>
                  <a:lnTo>
                    <a:pt x="128809" y="1105031"/>
                  </a:lnTo>
                  <a:lnTo>
                    <a:pt x="128548" y="1105100"/>
                  </a:lnTo>
                  <a:lnTo>
                    <a:pt x="116044" y="1108395"/>
                  </a:lnTo>
                  <a:lnTo>
                    <a:pt x="113946" y="1108855"/>
                  </a:lnTo>
                  <a:lnTo>
                    <a:pt x="112527" y="1109166"/>
                  </a:lnTo>
                  <a:lnTo>
                    <a:pt x="110808" y="1109569"/>
                  </a:lnTo>
                  <a:lnTo>
                    <a:pt x="109658" y="1109817"/>
                  </a:lnTo>
                  <a:lnTo>
                    <a:pt x="108830" y="1109935"/>
                  </a:lnTo>
                  <a:lnTo>
                    <a:pt x="108000" y="1110049"/>
                  </a:lnTo>
                  <a:lnTo>
                    <a:pt x="107170" y="1110161"/>
                  </a:lnTo>
                  <a:lnTo>
                    <a:pt x="106343" y="1110267"/>
                  </a:lnTo>
                  <a:lnTo>
                    <a:pt x="105513" y="1110372"/>
                  </a:lnTo>
                  <a:lnTo>
                    <a:pt x="104681" y="1110472"/>
                  </a:lnTo>
                  <a:lnTo>
                    <a:pt x="103850" y="1110569"/>
                  </a:lnTo>
                  <a:lnTo>
                    <a:pt x="103018" y="1110662"/>
                  </a:lnTo>
                  <a:lnTo>
                    <a:pt x="102187" y="1110751"/>
                  </a:lnTo>
                  <a:lnTo>
                    <a:pt x="101355" y="1110838"/>
                  </a:lnTo>
                  <a:lnTo>
                    <a:pt x="100524" y="1110920"/>
                  </a:lnTo>
                  <a:lnTo>
                    <a:pt x="99690" y="1110997"/>
                  </a:lnTo>
                  <a:lnTo>
                    <a:pt x="98857" y="1111073"/>
                  </a:lnTo>
                  <a:lnTo>
                    <a:pt x="98023" y="1111145"/>
                  </a:lnTo>
                  <a:lnTo>
                    <a:pt x="97190" y="1111213"/>
                  </a:lnTo>
                  <a:lnTo>
                    <a:pt x="96354" y="1111277"/>
                  </a:lnTo>
                  <a:lnTo>
                    <a:pt x="95521" y="1111338"/>
                  </a:lnTo>
                  <a:lnTo>
                    <a:pt x="92574" y="1111442"/>
                  </a:lnTo>
                  <a:lnTo>
                    <a:pt x="91134" y="1111412"/>
                  </a:lnTo>
                  <a:lnTo>
                    <a:pt x="90394" y="1111400"/>
                  </a:lnTo>
                  <a:lnTo>
                    <a:pt x="89655" y="1111384"/>
                  </a:lnTo>
                  <a:lnTo>
                    <a:pt x="88916" y="1111364"/>
                  </a:lnTo>
                  <a:lnTo>
                    <a:pt x="88177" y="1111341"/>
                  </a:lnTo>
                  <a:lnTo>
                    <a:pt x="87437" y="1111315"/>
                  </a:lnTo>
                  <a:lnTo>
                    <a:pt x="86699" y="1111284"/>
                  </a:lnTo>
                  <a:lnTo>
                    <a:pt x="85959" y="1111251"/>
                  </a:lnTo>
                  <a:lnTo>
                    <a:pt x="85221" y="1111214"/>
                  </a:lnTo>
                  <a:lnTo>
                    <a:pt x="84483" y="1111173"/>
                  </a:lnTo>
                  <a:lnTo>
                    <a:pt x="83743" y="1111126"/>
                  </a:lnTo>
                  <a:lnTo>
                    <a:pt x="83005" y="1111078"/>
                  </a:lnTo>
                  <a:lnTo>
                    <a:pt x="82269" y="1111028"/>
                  </a:lnTo>
                  <a:lnTo>
                    <a:pt x="81531" y="1110971"/>
                  </a:lnTo>
                  <a:lnTo>
                    <a:pt x="80793" y="1110913"/>
                  </a:lnTo>
                  <a:lnTo>
                    <a:pt x="80057" y="1110850"/>
                  </a:lnTo>
                  <a:lnTo>
                    <a:pt x="79320" y="1110784"/>
                  </a:lnTo>
                  <a:lnTo>
                    <a:pt x="78594" y="1110703"/>
                  </a:lnTo>
                  <a:lnTo>
                    <a:pt x="78340" y="1110663"/>
                  </a:lnTo>
                  <a:lnTo>
                    <a:pt x="78096" y="1110617"/>
                  </a:lnTo>
                  <a:lnTo>
                    <a:pt x="77852" y="1110574"/>
                  </a:lnTo>
                  <a:lnTo>
                    <a:pt x="77606" y="1110534"/>
                  </a:lnTo>
                  <a:lnTo>
                    <a:pt x="77360" y="1110497"/>
                  </a:lnTo>
                  <a:lnTo>
                    <a:pt x="77114" y="1110467"/>
                  </a:lnTo>
                  <a:lnTo>
                    <a:pt x="76866" y="1110438"/>
                  </a:lnTo>
                  <a:lnTo>
                    <a:pt x="76620" y="1110413"/>
                  </a:lnTo>
                  <a:lnTo>
                    <a:pt x="76372" y="1110391"/>
                  </a:lnTo>
                  <a:lnTo>
                    <a:pt x="76125" y="1110376"/>
                  </a:lnTo>
                  <a:lnTo>
                    <a:pt x="75877" y="1110362"/>
                  </a:lnTo>
                  <a:lnTo>
                    <a:pt x="75629" y="1110353"/>
                  </a:lnTo>
                  <a:lnTo>
                    <a:pt x="75381" y="1110345"/>
                  </a:lnTo>
                  <a:lnTo>
                    <a:pt x="75131" y="1110343"/>
                  </a:lnTo>
                  <a:lnTo>
                    <a:pt x="74883" y="1110344"/>
                  </a:lnTo>
                  <a:lnTo>
                    <a:pt x="74635" y="1110350"/>
                  </a:lnTo>
                  <a:lnTo>
                    <a:pt x="74385" y="1110359"/>
                  </a:lnTo>
                  <a:lnTo>
                    <a:pt x="74137" y="1110370"/>
                  </a:lnTo>
                  <a:lnTo>
                    <a:pt x="73891" y="1110387"/>
                  </a:lnTo>
                  <a:lnTo>
                    <a:pt x="73643" y="1110408"/>
                  </a:lnTo>
                  <a:lnTo>
                    <a:pt x="73395" y="1110431"/>
                  </a:lnTo>
                  <a:lnTo>
                    <a:pt x="73149" y="1110459"/>
                  </a:lnTo>
                  <a:lnTo>
                    <a:pt x="72901" y="1110490"/>
                  </a:lnTo>
                  <a:lnTo>
                    <a:pt x="72655" y="1110526"/>
                  </a:lnTo>
                  <a:lnTo>
                    <a:pt x="72411" y="1110564"/>
                  </a:lnTo>
                  <a:lnTo>
                    <a:pt x="71858" y="1110657"/>
                  </a:lnTo>
                  <a:lnTo>
                    <a:pt x="70990" y="1110851"/>
                  </a:lnTo>
                  <a:lnTo>
                    <a:pt x="70137" y="1111093"/>
                  </a:lnTo>
                  <a:lnTo>
                    <a:pt x="69292" y="1111393"/>
                  </a:lnTo>
                  <a:lnTo>
                    <a:pt x="68417" y="1111740"/>
                  </a:lnTo>
                  <a:lnTo>
                    <a:pt x="67804" y="1112065"/>
                  </a:lnTo>
                  <a:lnTo>
                    <a:pt x="67108" y="1112523"/>
                  </a:lnTo>
                  <a:lnTo>
                    <a:pt x="66426" y="1113044"/>
                  </a:lnTo>
                  <a:lnTo>
                    <a:pt x="65858" y="1113514"/>
                  </a:lnTo>
                  <a:lnTo>
                    <a:pt x="65218" y="1114097"/>
                  </a:lnTo>
                  <a:lnTo>
                    <a:pt x="65047" y="1114286"/>
                  </a:lnTo>
                  <a:lnTo>
                    <a:pt x="64877" y="1114479"/>
                  </a:lnTo>
                  <a:lnTo>
                    <a:pt x="64709" y="1114674"/>
                  </a:lnTo>
                  <a:lnTo>
                    <a:pt x="64544" y="1114872"/>
                  </a:lnTo>
                  <a:lnTo>
                    <a:pt x="64382" y="1115071"/>
                  </a:lnTo>
                  <a:lnTo>
                    <a:pt x="64226" y="1115274"/>
                  </a:lnTo>
                  <a:lnTo>
                    <a:pt x="64069" y="1115478"/>
                  </a:lnTo>
                  <a:lnTo>
                    <a:pt x="63916" y="1115684"/>
                  </a:lnTo>
                  <a:lnTo>
                    <a:pt x="63767" y="1115893"/>
                  </a:lnTo>
                  <a:lnTo>
                    <a:pt x="63622" y="1116105"/>
                  </a:lnTo>
                  <a:lnTo>
                    <a:pt x="63479" y="1116319"/>
                  </a:lnTo>
                  <a:lnTo>
                    <a:pt x="63338" y="1116535"/>
                  </a:lnTo>
                  <a:lnTo>
                    <a:pt x="63202" y="1116751"/>
                  </a:lnTo>
                  <a:lnTo>
                    <a:pt x="63068" y="1116971"/>
                  </a:lnTo>
                  <a:lnTo>
                    <a:pt x="62937" y="1117192"/>
                  </a:lnTo>
                  <a:lnTo>
                    <a:pt x="62811" y="1117416"/>
                  </a:lnTo>
                  <a:lnTo>
                    <a:pt x="62686" y="1117639"/>
                  </a:lnTo>
                  <a:lnTo>
                    <a:pt x="62566" y="1117867"/>
                  </a:lnTo>
                  <a:lnTo>
                    <a:pt x="62450" y="1118096"/>
                  </a:lnTo>
                  <a:lnTo>
                    <a:pt x="62335" y="1118326"/>
                  </a:lnTo>
                  <a:lnTo>
                    <a:pt x="62224" y="1118559"/>
                  </a:lnTo>
                  <a:lnTo>
                    <a:pt x="62119" y="1118792"/>
                  </a:lnTo>
                  <a:lnTo>
                    <a:pt x="62014" y="1119027"/>
                  </a:lnTo>
                  <a:lnTo>
                    <a:pt x="61915" y="1119264"/>
                  </a:lnTo>
                  <a:lnTo>
                    <a:pt x="61817" y="1119503"/>
                  </a:lnTo>
                  <a:lnTo>
                    <a:pt x="61725" y="1119742"/>
                  </a:lnTo>
                  <a:lnTo>
                    <a:pt x="61636" y="1119983"/>
                  </a:lnTo>
                  <a:lnTo>
                    <a:pt x="61550" y="1120225"/>
                  </a:lnTo>
                  <a:lnTo>
                    <a:pt x="61467" y="1120468"/>
                  </a:lnTo>
                  <a:lnTo>
                    <a:pt x="61389" y="1120713"/>
                  </a:lnTo>
                  <a:lnTo>
                    <a:pt x="61312" y="1120959"/>
                  </a:lnTo>
                  <a:lnTo>
                    <a:pt x="61242" y="1121206"/>
                  </a:lnTo>
                  <a:lnTo>
                    <a:pt x="61175" y="1121453"/>
                  </a:lnTo>
                  <a:lnTo>
                    <a:pt x="61110" y="1121703"/>
                  </a:lnTo>
                  <a:lnTo>
                    <a:pt x="61050" y="1121952"/>
                  </a:lnTo>
                  <a:lnTo>
                    <a:pt x="60993" y="1122204"/>
                  </a:lnTo>
                  <a:lnTo>
                    <a:pt x="60939" y="1122454"/>
                  </a:lnTo>
                  <a:lnTo>
                    <a:pt x="60889" y="1122707"/>
                  </a:lnTo>
                  <a:lnTo>
                    <a:pt x="60843" y="1122959"/>
                  </a:lnTo>
                  <a:lnTo>
                    <a:pt x="60801" y="1123213"/>
                  </a:lnTo>
                  <a:lnTo>
                    <a:pt x="60763" y="1123467"/>
                  </a:lnTo>
                  <a:lnTo>
                    <a:pt x="60728" y="1123722"/>
                  </a:lnTo>
                  <a:lnTo>
                    <a:pt x="60698" y="1123978"/>
                  </a:lnTo>
                  <a:lnTo>
                    <a:pt x="60671" y="1124232"/>
                  </a:lnTo>
                  <a:lnTo>
                    <a:pt x="60648" y="1124488"/>
                  </a:lnTo>
                  <a:lnTo>
                    <a:pt x="60628" y="1124745"/>
                  </a:lnTo>
                  <a:lnTo>
                    <a:pt x="60611" y="1125003"/>
                  </a:lnTo>
                  <a:lnTo>
                    <a:pt x="60599" y="1125259"/>
                  </a:lnTo>
                  <a:lnTo>
                    <a:pt x="60591" y="1125515"/>
                  </a:lnTo>
                  <a:lnTo>
                    <a:pt x="60587" y="1125773"/>
                  </a:lnTo>
                  <a:lnTo>
                    <a:pt x="60587" y="1126029"/>
                  </a:lnTo>
                  <a:lnTo>
                    <a:pt x="60589" y="1126288"/>
                  </a:lnTo>
                  <a:lnTo>
                    <a:pt x="60596" y="1126544"/>
                  </a:lnTo>
                  <a:lnTo>
                    <a:pt x="60606" y="1126800"/>
                  </a:lnTo>
                  <a:lnTo>
                    <a:pt x="60621" y="1127056"/>
                  </a:lnTo>
                  <a:lnTo>
                    <a:pt x="60639" y="1127314"/>
                  </a:lnTo>
                  <a:lnTo>
                    <a:pt x="60660" y="1127571"/>
                  </a:lnTo>
                  <a:lnTo>
                    <a:pt x="60687" y="1127825"/>
                  </a:lnTo>
                  <a:lnTo>
                    <a:pt x="60715" y="1128081"/>
                  </a:lnTo>
                  <a:lnTo>
                    <a:pt x="60749" y="1128335"/>
                  </a:lnTo>
                  <a:lnTo>
                    <a:pt x="60785" y="1128590"/>
                  </a:lnTo>
                  <a:lnTo>
                    <a:pt x="60827" y="1128844"/>
                  </a:lnTo>
                  <a:lnTo>
                    <a:pt x="60871" y="1129097"/>
                  </a:lnTo>
                  <a:lnTo>
                    <a:pt x="60918" y="1129349"/>
                  </a:lnTo>
                  <a:lnTo>
                    <a:pt x="60971" y="1129601"/>
                  </a:lnTo>
                  <a:lnTo>
                    <a:pt x="61026" y="1129852"/>
                  </a:lnTo>
                  <a:lnTo>
                    <a:pt x="61085" y="1130102"/>
                  </a:lnTo>
                  <a:lnTo>
                    <a:pt x="61148" y="1130351"/>
                  </a:lnTo>
                  <a:lnTo>
                    <a:pt x="61214" y="1130600"/>
                  </a:lnTo>
                  <a:lnTo>
                    <a:pt x="61285" y="1130846"/>
                  </a:lnTo>
                  <a:lnTo>
                    <a:pt x="61359" y="1131093"/>
                  </a:lnTo>
                  <a:lnTo>
                    <a:pt x="61435" y="1131338"/>
                  </a:lnTo>
                  <a:lnTo>
                    <a:pt x="61517" y="1131583"/>
                  </a:lnTo>
                  <a:lnTo>
                    <a:pt x="61601" y="1131826"/>
                  </a:lnTo>
                  <a:lnTo>
                    <a:pt x="61688" y="1132067"/>
                  </a:lnTo>
                  <a:lnTo>
                    <a:pt x="61781" y="1132308"/>
                  </a:lnTo>
                  <a:lnTo>
                    <a:pt x="61876" y="1132547"/>
                  </a:lnTo>
                  <a:lnTo>
                    <a:pt x="61974" y="1132782"/>
                  </a:lnTo>
                  <a:lnTo>
                    <a:pt x="62475" y="1134824"/>
                  </a:lnTo>
                  <a:lnTo>
                    <a:pt x="63397" y="1136716"/>
                  </a:lnTo>
                  <a:lnTo>
                    <a:pt x="67648" y="1145454"/>
                  </a:lnTo>
                  <a:lnTo>
                    <a:pt x="68567" y="1147346"/>
                  </a:lnTo>
                  <a:lnTo>
                    <a:pt x="73300" y="1154474"/>
                  </a:lnTo>
                  <a:lnTo>
                    <a:pt x="74462" y="1156225"/>
                  </a:lnTo>
                  <a:lnTo>
                    <a:pt x="72041" y="1158078"/>
                  </a:lnTo>
                  <a:lnTo>
                    <a:pt x="71213" y="1158742"/>
                  </a:lnTo>
                  <a:lnTo>
                    <a:pt x="69914" y="1159783"/>
                  </a:lnTo>
                  <a:lnTo>
                    <a:pt x="69017" y="1160501"/>
                  </a:lnTo>
                  <a:lnTo>
                    <a:pt x="67736" y="1161527"/>
                  </a:lnTo>
                  <a:lnTo>
                    <a:pt x="66656" y="1162392"/>
                  </a:lnTo>
                  <a:lnTo>
                    <a:pt x="40526" y="1183323"/>
                  </a:lnTo>
                  <a:lnTo>
                    <a:pt x="40034" y="1183717"/>
                  </a:lnTo>
                  <a:lnTo>
                    <a:pt x="39685" y="1183997"/>
                  </a:lnTo>
                  <a:lnTo>
                    <a:pt x="18515" y="1200956"/>
                  </a:lnTo>
                  <a:lnTo>
                    <a:pt x="16584" y="1202503"/>
                  </a:lnTo>
                  <a:lnTo>
                    <a:pt x="15689" y="1203220"/>
                  </a:lnTo>
                  <a:lnTo>
                    <a:pt x="4550" y="1212144"/>
                  </a:lnTo>
                  <a:lnTo>
                    <a:pt x="3881" y="1212683"/>
                  </a:lnTo>
                  <a:lnTo>
                    <a:pt x="1631" y="1214484"/>
                  </a:lnTo>
                  <a:lnTo>
                    <a:pt x="673" y="1215252"/>
                  </a:lnTo>
                  <a:lnTo>
                    <a:pt x="0" y="1215788"/>
                  </a:lnTo>
                  <a:lnTo>
                    <a:pt x="18483" y="1239464"/>
                  </a:lnTo>
                  <a:lnTo>
                    <a:pt x="32927" y="1257964"/>
                  </a:lnTo>
                  <a:lnTo>
                    <a:pt x="33939" y="1259282"/>
                  </a:lnTo>
                  <a:lnTo>
                    <a:pt x="55286" y="1285685"/>
                  </a:lnTo>
                  <a:lnTo>
                    <a:pt x="64109" y="1296338"/>
                  </a:lnTo>
                  <a:lnTo>
                    <a:pt x="75326" y="1309952"/>
                  </a:lnTo>
                  <a:lnTo>
                    <a:pt x="97713" y="1336603"/>
                  </a:lnTo>
                  <a:lnTo>
                    <a:pt x="99112" y="1338242"/>
                  </a:lnTo>
                  <a:lnTo>
                    <a:pt x="99486" y="1338680"/>
                  </a:lnTo>
                  <a:lnTo>
                    <a:pt x="108841" y="1349633"/>
                  </a:lnTo>
                  <a:lnTo>
                    <a:pt x="112258" y="1353635"/>
                  </a:lnTo>
                  <a:lnTo>
                    <a:pt x="116880" y="1359047"/>
                  </a:lnTo>
                  <a:lnTo>
                    <a:pt x="129503" y="1373562"/>
                  </a:lnTo>
                  <a:lnTo>
                    <a:pt x="137530" y="1382755"/>
                  </a:lnTo>
                  <a:lnTo>
                    <a:pt x="148793" y="1395657"/>
                  </a:lnTo>
                  <a:lnTo>
                    <a:pt x="152353" y="1399685"/>
                  </a:lnTo>
                  <a:lnTo>
                    <a:pt x="172461" y="1422544"/>
                  </a:lnTo>
                  <a:lnTo>
                    <a:pt x="187377" y="1439474"/>
                  </a:lnTo>
                  <a:lnTo>
                    <a:pt x="196047" y="1449316"/>
                  </a:lnTo>
                  <a:lnTo>
                    <a:pt x="256715" y="1518190"/>
                  </a:lnTo>
                  <a:lnTo>
                    <a:pt x="264730" y="1527012"/>
                  </a:lnTo>
                  <a:lnTo>
                    <a:pt x="281223" y="1545005"/>
                  </a:lnTo>
                  <a:lnTo>
                    <a:pt x="281641" y="1545460"/>
                  </a:lnTo>
                  <a:lnTo>
                    <a:pt x="288229" y="1552433"/>
                  </a:lnTo>
                  <a:lnTo>
                    <a:pt x="299513" y="1564655"/>
                  </a:lnTo>
                  <a:lnTo>
                    <a:pt x="312586" y="1578729"/>
                  </a:lnTo>
                  <a:lnTo>
                    <a:pt x="317645" y="1584187"/>
                  </a:lnTo>
                  <a:lnTo>
                    <a:pt x="334844" y="1602769"/>
                  </a:lnTo>
                  <a:lnTo>
                    <a:pt x="350938" y="1620067"/>
                  </a:lnTo>
                  <a:lnTo>
                    <a:pt x="361027" y="1630913"/>
                  </a:lnTo>
                  <a:lnTo>
                    <a:pt x="369898" y="1640705"/>
                  </a:lnTo>
                  <a:lnTo>
                    <a:pt x="375555" y="1646948"/>
                  </a:lnTo>
                  <a:lnTo>
                    <a:pt x="383278" y="1655455"/>
                  </a:lnTo>
                  <a:lnTo>
                    <a:pt x="393069" y="1666238"/>
                  </a:lnTo>
                  <a:lnTo>
                    <a:pt x="447825" y="1724410"/>
                  </a:lnTo>
                  <a:lnTo>
                    <a:pt x="459267" y="1736413"/>
                  </a:lnTo>
                  <a:lnTo>
                    <a:pt x="492782" y="1771569"/>
                  </a:lnTo>
                  <a:lnTo>
                    <a:pt x="494531" y="1773404"/>
                  </a:lnTo>
                  <a:lnTo>
                    <a:pt x="520503" y="1800650"/>
                  </a:lnTo>
                  <a:lnTo>
                    <a:pt x="536865" y="1817850"/>
                  </a:lnTo>
                  <a:lnTo>
                    <a:pt x="550456" y="1832131"/>
                  </a:lnTo>
                  <a:lnTo>
                    <a:pt x="551050" y="1832754"/>
                  </a:lnTo>
                  <a:lnTo>
                    <a:pt x="555371" y="1837249"/>
                  </a:lnTo>
                  <a:lnTo>
                    <a:pt x="574030" y="1856665"/>
                  </a:lnTo>
                  <a:lnTo>
                    <a:pt x="588108" y="1871267"/>
                  </a:lnTo>
                  <a:lnTo>
                    <a:pt x="602792" y="1886453"/>
                  </a:lnTo>
                  <a:lnTo>
                    <a:pt x="606242" y="1890022"/>
                  </a:lnTo>
                  <a:lnTo>
                    <a:pt x="613483" y="1897541"/>
                  </a:lnTo>
                  <a:lnTo>
                    <a:pt x="622896" y="1907316"/>
                  </a:lnTo>
                  <a:lnTo>
                    <a:pt x="636207" y="1920956"/>
                  </a:lnTo>
                  <a:lnTo>
                    <a:pt x="642979" y="1927858"/>
                  </a:lnTo>
                  <a:lnTo>
                    <a:pt x="658270" y="1943445"/>
                  </a:lnTo>
                  <a:lnTo>
                    <a:pt x="660230" y="1945437"/>
                  </a:lnTo>
                  <a:lnTo>
                    <a:pt x="682252" y="1967807"/>
                  </a:lnTo>
                  <a:lnTo>
                    <a:pt x="705545" y="1991565"/>
                  </a:lnTo>
                  <a:lnTo>
                    <a:pt x="724353" y="2010661"/>
                  </a:lnTo>
                  <a:lnTo>
                    <a:pt x="731273" y="2017844"/>
                  </a:lnTo>
                  <a:lnTo>
                    <a:pt x="732413" y="2019026"/>
                  </a:lnTo>
                  <a:lnTo>
                    <a:pt x="732882" y="2019513"/>
                  </a:lnTo>
                  <a:lnTo>
                    <a:pt x="734482" y="2021454"/>
                  </a:lnTo>
                  <a:lnTo>
                    <a:pt x="736407" y="2023595"/>
                  </a:lnTo>
                  <a:lnTo>
                    <a:pt x="736828" y="2024020"/>
                  </a:lnTo>
                  <a:lnTo>
                    <a:pt x="749616" y="2036948"/>
                  </a:lnTo>
                  <a:lnTo>
                    <a:pt x="814824" y="2102878"/>
                  </a:lnTo>
                  <a:lnTo>
                    <a:pt x="825928" y="2113872"/>
                  </a:lnTo>
                  <a:lnTo>
                    <a:pt x="1132085" y="2417119"/>
                  </a:lnTo>
                  <a:lnTo>
                    <a:pt x="1141364" y="2426061"/>
                  </a:lnTo>
                  <a:lnTo>
                    <a:pt x="1155218" y="2439414"/>
                  </a:lnTo>
                  <a:lnTo>
                    <a:pt x="1169071" y="2452771"/>
                  </a:lnTo>
                  <a:lnTo>
                    <a:pt x="1182909" y="2466136"/>
                  </a:lnTo>
                  <a:lnTo>
                    <a:pt x="1188316" y="2471335"/>
                  </a:lnTo>
                  <a:lnTo>
                    <a:pt x="1193644" y="2476460"/>
                  </a:lnTo>
                  <a:lnTo>
                    <a:pt x="1196780" y="2479476"/>
                  </a:lnTo>
                  <a:lnTo>
                    <a:pt x="1197911" y="2480577"/>
                  </a:lnTo>
                  <a:lnTo>
                    <a:pt x="1207893" y="2490296"/>
                  </a:lnTo>
                  <a:lnTo>
                    <a:pt x="1210503" y="2492838"/>
                  </a:lnTo>
                  <a:lnTo>
                    <a:pt x="1220782" y="2502434"/>
                  </a:lnTo>
                  <a:lnTo>
                    <a:pt x="1224485" y="2505890"/>
                  </a:lnTo>
                  <a:lnTo>
                    <a:pt x="1238083" y="2519173"/>
                  </a:lnTo>
                  <a:lnTo>
                    <a:pt x="1252137" y="2532376"/>
                  </a:lnTo>
                  <a:lnTo>
                    <a:pt x="1266177" y="2545566"/>
                  </a:lnTo>
                  <a:lnTo>
                    <a:pt x="1280232" y="2558426"/>
                  </a:lnTo>
                  <a:lnTo>
                    <a:pt x="1294285" y="2571429"/>
                  </a:lnTo>
                  <a:lnTo>
                    <a:pt x="1308305" y="2584496"/>
                  </a:lnTo>
                  <a:lnTo>
                    <a:pt x="1314036" y="2589982"/>
                  </a:lnTo>
                  <a:lnTo>
                    <a:pt x="1322660" y="2598238"/>
                  </a:lnTo>
                  <a:lnTo>
                    <a:pt x="1326711" y="2602003"/>
                  </a:lnTo>
                  <a:lnTo>
                    <a:pt x="1336170" y="2610795"/>
                  </a:lnTo>
                  <a:lnTo>
                    <a:pt x="1346248" y="2619589"/>
                  </a:lnTo>
                  <a:lnTo>
                    <a:pt x="1350343" y="2623162"/>
                  </a:lnTo>
                  <a:lnTo>
                    <a:pt x="1361288" y="2633011"/>
                  </a:lnTo>
                  <a:lnTo>
                    <a:pt x="1364370" y="2635784"/>
                  </a:lnTo>
                  <a:lnTo>
                    <a:pt x="1378723" y="2648007"/>
                  </a:lnTo>
                  <a:lnTo>
                    <a:pt x="1392775" y="2660327"/>
                  </a:lnTo>
                  <a:lnTo>
                    <a:pt x="1420359" y="2685486"/>
                  </a:lnTo>
                  <a:lnTo>
                    <a:pt x="1421332" y="2686374"/>
                  </a:lnTo>
                  <a:lnTo>
                    <a:pt x="1413443" y="2694028"/>
                  </a:lnTo>
                  <a:lnTo>
                    <a:pt x="1401504" y="2705613"/>
                  </a:lnTo>
                  <a:lnTo>
                    <a:pt x="1418392" y="2716750"/>
                  </a:lnTo>
                  <a:lnTo>
                    <a:pt x="1638280" y="2861796"/>
                  </a:lnTo>
                  <a:lnTo>
                    <a:pt x="1677642" y="2872045"/>
                  </a:lnTo>
                  <a:lnTo>
                    <a:pt x="1683172" y="2875476"/>
                  </a:lnTo>
                  <a:lnTo>
                    <a:pt x="1683551" y="2875711"/>
                  </a:lnTo>
                  <a:lnTo>
                    <a:pt x="1685036" y="2876657"/>
                  </a:lnTo>
                  <a:lnTo>
                    <a:pt x="1687878" y="2878413"/>
                  </a:lnTo>
                  <a:lnTo>
                    <a:pt x="1689692" y="2879557"/>
                  </a:lnTo>
                  <a:lnTo>
                    <a:pt x="1690913" y="2880308"/>
                  </a:lnTo>
                  <a:lnTo>
                    <a:pt x="1699867" y="2885950"/>
                  </a:lnTo>
                  <a:lnTo>
                    <a:pt x="1717522" y="2897025"/>
                  </a:lnTo>
                  <a:lnTo>
                    <a:pt x="1736267" y="2908737"/>
                  </a:lnTo>
                  <a:lnTo>
                    <a:pt x="1743427" y="2913206"/>
                  </a:lnTo>
                  <a:lnTo>
                    <a:pt x="1753398" y="2919473"/>
                  </a:lnTo>
                  <a:lnTo>
                    <a:pt x="1758544" y="2922805"/>
                  </a:lnTo>
                  <a:lnTo>
                    <a:pt x="1771424" y="2931479"/>
                  </a:lnTo>
                  <a:lnTo>
                    <a:pt x="1778692" y="2936646"/>
                  </a:lnTo>
                  <a:lnTo>
                    <a:pt x="1787673" y="2942910"/>
                  </a:lnTo>
                  <a:lnTo>
                    <a:pt x="1788431" y="2943450"/>
                  </a:lnTo>
                  <a:lnTo>
                    <a:pt x="1792586" y="2946452"/>
                  </a:lnTo>
                  <a:lnTo>
                    <a:pt x="1793806" y="2947310"/>
                  </a:lnTo>
                  <a:lnTo>
                    <a:pt x="1799625" y="2951483"/>
                  </a:lnTo>
                  <a:lnTo>
                    <a:pt x="1801720" y="2953052"/>
                  </a:lnTo>
                  <a:lnTo>
                    <a:pt x="1802765" y="2953829"/>
                  </a:lnTo>
                  <a:lnTo>
                    <a:pt x="1805790" y="2956179"/>
                  </a:lnTo>
                  <a:lnTo>
                    <a:pt x="1809946" y="2959552"/>
                  </a:lnTo>
                  <a:lnTo>
                    <a:pt x="1814872" y="2963834"/>
                  </a:lnTo>
                  <a:lnTo>
                    <a:pt x="1817980" y="2966702"/>
                  </a:lnTo>
                  <a:lnTo>
                    <a:pt x="1820506" y="2969108"/>
                  </a:lnTo>
                  <a:lnTo>
                    <a:pt x="1822126" y="2970701"/>
                  </a:lnTo>
                  <a:lnTo>
                    <a:pt x="1827609" y="2976269"/>
                  </a:lnTo>
                  <a:lnTo>
                    <a:pt x="1836297" y="2985085"/>
                  </a:lnTo>
                  <a:lnTo>
                    <a:pt x="1839050" y="2987919"/>
                  </a:lnTo>
                  <a:lnTo>
                    <a:pt x="1841530" y="2990476"/>
                  </a:lnTo>
                  <a:lnTo>
                    <a:pt x="1849965" y="2999222"/>
                  </a:lnTo>
                  <a:lnTo>
                    <a:pt x="1869139" y="3018902"/>
                  </a:lnTo>
                  <a:lnTo>
                    <a:pt x="1878225" y="3028231"/>
                  </a:lnTo>
                  <a:lnTo>
                    <a:pt x="1879113" y="3029176"/>
                  </a:lnTo>
                  <a:lnTo>
                    <a:pt x="1901652" y="3052300"/>
                  </a:lnTo>
                  <a:lnTo>
                    <a:pt x="1911951" y="3062910"/>
                  </a:lnTo>
                  <a:lnTo>
                    <a:pt x="1917338" y="3068413"/>
                  </a:lnTo>
                  <a:lnTo>
                    <a:pt x="1926256" y="3077643"/>
                  </a:lnTo>
                  <a:lnTo>
                    <a:pt x="1929288" y="3080781"/>
                  </a:lnTo>
                  <a:lnTo>
                    <a:pt x="1953176" y="3105344"/>
                  </a:lnTo>
                  <a:lnTo>
                    <a:pt x="1967181" y="3119570"/>
                  </a:lnTo>
                  <a:lnTo>
                    <a:pt x="1979822" y="3132788"/>
                  </a:lnTo>
                  <a:lnTo>
                    <a:pt x="1989299" y="3142494"/>
                  </a:lnTo>
                  <a:lnTo>
                    <a:pt x="1996318" y="3149482"/>
                  </a:lnTo>
                  <a:lnTo>
                    <a:pt x="2004460" y="3157513"/>
                  </a:lnTo>
                  <a:lnTo>
                    <a:pt x="2012493" y="3165411"/>
                  </a:lnTo>
                  <a:lnTo>
                    <a:pt x="2013448" y="3166314"/>
                  </a:lnTo>
                  <a:lnTo>
                    <a:pt x="2015421" y="3168065"/>
                  </a:lnTo>
                  <a:lnTo>
                    <a:pt x="2016427" y="3168953"/>
                  </a:lnTo>
                  <a:lnTo>
                    <a:pt x="2017428" y="3169791"/>
                  </a:lnTo>
                  <a:lnTo>
                    <a:pt x="2019598" y="3171433"/>
                  </a:lnTo>
                  <a:lnTo>
                    <a:pt x="2020772" y="3172306"/>
                  </a:lnTo>
                  <a:lnTo>
                    <a:pt x="2022560" y="3173575"/>
                  </a:lnTo>
                  <a:lnTo>
                    <a:pt x="2024994" y="3175224"/>
                  </a:lnTo>
                  <a:lnTo>
                    <a:pt x="2027794" y="3177220"/>
                  </a:lnTo>
                  <a:lnTo>
                    <a:pt x="2030143" y="3178873"/>
                  </a:lnTo>
                  <a:lnTo>
                    <a:pt x="2032764" y="3180761"/>
                  </a:lnTo>
                  <a:lnTo>
                    <a:pt x="2039450" y="3185402"/>
                  </a:lnTo>
                  <a:lnTo>
                    <a:pt x="2046411" y="3189916"/>
                  </a:lnTo>
                  <a:lnTo>
                    <a:pt x="2048123" y="3190980"/>
                  </a:lnTo>
                  <a:lnTo>
                    <a:pt x="2049712" y="3191937"/>
                  </a:lnTo>
                  <a:lnTo>
                    <a:pt x="2051247" y="3192842"/>
                  </a:lnTo>
                  <a:lnTo>
                    <a:pt x="2052865" y="3193781"/>
                  </a:lnTo>
                  <a:lnTo>
                    <a:pt x="2054364" y="3194640"/>
                  </a:lnTo>
                  <a:lnTo>
                    <a:pt x="2056803" y="3195971"/>
                  </a:lnTo>
                  <a:lnTo>
                    <a:pt x="2059854" y="3197540"/>
                  </a:lnTo>
                  <a:lnTo>
                    <a:pt x="2063180" y="3199216"/>
                  </a:lnTo>
                  <a:lnTo>
                    <a:pt x="2065672" y="3200435"/>
                  </a:lnTo>
                  <a:lnTo>
                    <a:pt x="2067564" y="3201322"/>
                  </a:lnTo>
                  <a:lnTo>
                    <a:pt x="2073028" y="3203730"/>
                  </a:lnTo>
                  <a:lnTo>
                    <a:pt x="2079658" y="3206469"/>
                  </a:lnTo>
                  <a:lnTo>
                    <a:pt x="2085786" y="3208890"/>
                  </a:lnTo>
                  <a:lnTo>
                    <a:pt x="2089156" y="3210207"/>
                  </a:lnTo>
                  <a:lnTo>
                    <a:pt x="2095222" y="3212405"/>
                  </a:lnTo>
                  <a:lnTo>
                    <a:pt x="2102425" y="3214950"/>
                  </a:lnTo>
                  <a:lnTo>
                    <a:pt x="2104055" y="3215513"/>
                  </a:lnTo>
                  <a:lnTo>
                    <a:pt x="2116056" y="3219571"/>
                  </a:lnTo>
                  <a:lnTo>
                    <a:pt x="2117956" y="3220190"/>
                  </a:lnTo>
                  <a:lnTo>
                    <a:pt x="2123302" y="3221924"/>
                  </a:lnTo>
                  <a:lnTo>
                    <a:pt x="2127556" y="3223335"/>
                  </a:lnTo>
                  <a:lnTo>
                    <a:pt x="2145334" y="3228834"/>
                  </a:lnTo>
                  <a:lnTo>
                    <a:pt x="2147080" y="3229386"/>
                  </a:lnTo>
                  <a:lnTo>
                    <a:pt x="2148983" y="3229986"/>
                  </a:lnTo>
                  <a:lnTo>
                    <a:pt x="2151142" y="3230671"/>
                  </a:lnTo>
                  <a:lnTo>
                    <a:pt x="2153302" y="3231311"/>
                  </a:lnTo>
                  <a:lnTo>
                    <a:pt x="2157032" y="3232469"/>
                  </a:lnTo>
                  <a:lnTo>
                    <a:pt x="2157606" y="3232639"/>
                  </a:lnTo>
                  <a:lnTo>
                    <a:pt x="2162882" y="3234262"/>
                  </a:lnTo>
                  <a:lnTo>
                    <a:pt x="2166630" y="3235347"/>
                  </a:lnTo>
                  <a:lnTo>
                    <a:pt x="2170837" y="3236569"/>
                  </a:lnTo>
                  <a:lnTo>
                    <a:pt x="2180491" y="3239394"/>
                  </a:lnTo>
                  <a:lnTo>
                    <a:pt x="2197782" y="3244509"/>
                  </a:lnTo>
                  <a:lnTo>
                    <a:pt x="2200658" y="3245374"/>
                  </a:lnTo>
                  <a:lnTo>
                    <a:pt x="2204931" y="3246713"/>
                  </a:lnTo>
                  <a:lnTo>
                    <a:pt x="2211105" y="3248685"/>
                  </a:lnTo>
                  <a:lnTo>
                    <a:pt x="2212851" y="3249216"/>
                  </a:lnTo>
                  <a:lnTo>
                    <a:pt x="2218117" y="3250898"/>
                  </a:lnTo>
                  <a:lnTo>
                    <a:pt x="2226311" y="3253497"/>
                  </a:lnTo>
                  <a:lnTo>
                    <a:pt x="2235065" y="3256262"/>
                  </a:lnTo>
                  <a:lnTo>
                    <a:pt x="2240121" y="3257952"/>
                  </a:lnTo>
                  <a:lnTo>
                    <a:pt x="2242998" y="3258880"/>
                  </a:lnTo>
                  <a:lnTo>
                    <a:pt x="2246465" y="3259985"/>
                  </a:lnTo>
                  <a:lnTo>
                    <a:pt x="2247849" y="3260402"/>
                  </a:lnTo>
                  <a:lnTo>
                    <a:pt x="2252957" y="3261950"/>
                  </a:lnTo>
                  <a:lnTo>
                    <a:pt x="2254752" y="3262514"/>
                  </a:lnTo>
                  <a:lnTo>
                    <a:pt x="2257504" y="3263386"/>
                  </a:lnTo>
                  <a:lnTo>
                    <a:pt x="2259516" y="3264029"/>
                  </a:lnTo>
                  <a:lnTo>
                    <a:pt x="2265238" y="3265909"/>
                  </a:lnTo>
                  <a:lnTo>
                    <a:pt x="2269685" y="3267393"/>
                  </a:lnTo>
                  <a:lnTo>
                    <a:pt x="2271515" y="3267973"/>
                  </a:lnTo>
                  <a:lnTo>
                    <a:pt x="2273321" y="3268539"/>
                  </a:lnTo>
                  <a:lnTo>
                    <a:pt x="2276712" y="3269606"/>
                  </a:lnTo>
                  <a:lnTo>
                    <a:pt x="2277335" y="3269813"/>
                  </a:lnTo>
                  <a:lnTo>
                    <a:pt x="2281564" y="3271204"/>
                  </a:lnTo>
                  <a:lnTo>
                    <a:pt x="2286229" y="3272867"/>
                  </a:lnTo>
                  <a:lnTo>
                    <a:pt x="2287852" y="3273413"/>
                  </a:lnTo>
                  <a:lnTo>
                    <a:pt x="2288427" y="3273652"/>
                  </a:lnTo>
                  <a:lnTo>
                    <a:pt x="2295469" y="3276269"/>
                  </a:lnTo>
                  <a:lnTo>
                    <a:pt x="2297585" y="3277040"/>
                  </a:lnTo>
                  <a:lnTo>
                    <a:pt x="2304578" y="3279741"/>
                  </a:lnTo>
                  <a:lnTo>
                    <a:pt x="2305543" y="3280134"/>
                  </a:lnTo>
                  <a:lnTo>
                    <a:pt x="2307538" y="3280897"/>
                  </a:lnTo>
                  <a:lnTo>
                    <a:pt x="2309348" y="3281574"/>
                  </a:lnTo>
                  <a:lnTo>
                    <a:pt x="2322964" y="3286705"/>
                  </a:lnTo>
                  <a:lnTo>
                    <a:pt x="2348532" y="3296298"/>
                  </a:lnTo>
                  <a:lnTo>
                    <a:pt x="2354483" y="3298508"/>
                  </a:lnTo>
                  <a:lnTo>
                    <a:pt x="2364625" y="3302428"/>
                  </a:lnTo>
                  <a:lnTo>
                    <a:pt x="2380425" y="3308527"/>
                  </a:lnTo>
                  <a:lnTo>
                    <a:pt x="2381252" y="3308864"/>
                  </a:lnTo>
                  <a:lnTo>
                    <a:pt x="2381995" y="3309145"/>
                  </a:lnTo>
                  <a:lnTo>
                    <a:pt x="2389302" y="3312309"/>
                  </a:lnTo>
                  <a:lnTo>
                    <a:pt x="2391041" y="3313073"/>
                  </a:lnTo>
                  <a:lnTo>
                    <a:pt x="2394841" y="3314748"/>
                  </a:lnTo>
                  <a:lnTo>
                    <a:pt x="2396584" y="3315497"/>
                  </a:lnTo>
                  <a:lnTo>
                    <a:pt x="2406807" y="3319763"/>
                  </a:lnTo>
                  <a:lnTo>
                    <a:pt x="2411394" y="3321639"/>
                  </a:lnTo>
                  <a:lnTo>
                    <a:pt x="2424843" y="3327160"/>
                  </a:lnTo>
                  <a:lnTo>
                    <a:pt x="2441893" y="3334253"/>
                  </a:lnTo>
                  <a:lnTo>
                    <a:pt x="2451860" y="3338354"/>
                  </a:lnTo>
                  <a:lnTo>
                    <a:pt x="2458725" y="3341132"/>
                  </a:lnTo>
                  <a:lnTo>
                    <a:pt x="2462170" y="3342539"/>
                  </a:lnTo>
                  <a:lnTo>
                    <a:pt x="2464097" y="3343307"/>
                  </a:lnTo>
                  <a:lnTo>
                    <a:pt x="2466097" y="3344115"/>
                  </a:lnTo>
                  <a:lnTo>
                    <a:pt x="2471577" y="3346340"/>
                  </a:lnTo>
                  <a:lnTo>
                    <a:pt x="2480061" y="3349772"/>
                  </a:lnTo>
                  <a:lnTo>
                    <a:pt x="2506733" y="3360583"/>
                  </a:lnTo>
                  <a:lnTo>
                    <a:pt x="2519980" y="3365862"/>
                  </a:lnTo>
                  <a:lnTo>
                    <a:pt x="2520902" y="3361148"/>
                  </a:lnTo>
                  <a:lnTo>
                    <a:pt x="2521947" y="3355633"/>
                  </a:lnTo>
                  <a:lnTo>
                    <a:pt x="2522260" y="3354083"/>
                  </a:lnTo>
                  <a:lnTo>
                    <a:pt x="2522384" y="3353336"/>
                  </a:lnTo>
                  <a:lnTo>
                    <a:pt x="2522744" y="3351564"/>
                  </a:lnTo>
                  <a:lnTo>
                    <a:pt x="2523988" y="3345201"/>
                  </a:lnTo>
                  <a:lnTo>
                    <a:pt x="2524706" y="3339052"/>
                  </a:lnTo>
                  <a:lnTo>
                    <a:pt x="2524762" y="3338568"/>
                  </a:lnTo>
                  <a:lnTo>
                    <a:pt x="2524948" y="3336982"/>
                  </a:lnTo>
                  <a:lnTo>
                    <a:pt x="2524971" y="3336315"/>
                  </a:lnTo>
                  <a:lnTo>
                    <a:pt x="2524990" y="3335718"/>
                  </a:lnTo>
                  <a:lnTo>
                    <a:pt x="2525313" y="3333392"/>
                  </a:lnTo>
                  <a:lnTo>
                    <a:pt x="2526150" y="3327378"/>
                  </a:lnTo>
                  <a:lnTo>
                    <a:pt x="2526391" y="3322491"/>
                  </a:lnTo>
                  <a:lnTo>
                    <a:pt x="2526685" y="3316850"/>
                  </a:lnTo>
                  <a:lnTo>
                    <a:pt x="2526686" y="3314620"/>
                  </a:lnTo>
                  <a:lnTo>
                    <a:pt x="2526866" y="3311922"/>
                  </a:lnTo>
                  <a:lnTo>
                    <a:pt x="2526958" y="3310531"/>
                  </a:lnTo>
                  <a:lnTo>
                    <a:pt x="2527084" y="3308707"/>
                  </a:lnTo>
                  <a:lnTo>
                    <a:pt x="2527221" y="3306725"/>
                  </a:lnTo>
                  <a:lnTo>
                    <a:pt x="2527330" y="3304209"/>
                  </a:lnTo>
                  <a:lnTo>
                    <a:pt x="2527540" y="3300099"/>
                  </a:lnTo>
                  <a:lnTo>
                    <a:pt x="2527657" y="3298025"/>
                  </a:lnTo>
                  <a:lnTo>
                    <a:pt x="2527680" y="3297310"/>
                  </a:lnTo>
                  <a:lnTo>
                    <a:pt x="2527859" y="3293670"/>
                  </a:lnTo>
                  <a:lnTo>
                    <a:pt x="2528095" y="3288120"/>
                  </a:lnTo>
                  <a:lnTo>
                    <a:pt x="2528325" y="3281688"/>
                  </a:lnTo>
                  <a:lnTo>
                    <a:pt x="2528363" y="3281019"/>
                  </a:lnTo>
                  <a:lnTo>
                    <a:pt x="2528398" y="3280115"/>
                  </a:lnTo>
                  <a:lnTo>
                    <a:pt x="2528549" y="3276320"/>
                  </a:lnTo>
                  <a:lnTo>
                    <a:pt x="2528579" y="3275658"/>
                  </a:lnTo>
                  <a:lnTo>
                    <a:pt x="2528634" y="3274463"/>
                  </a:lnTo>
                  <a:lnTo>
                    <a:pt x="2528704" y="3273080"/>
                  </a:lnTo>
                  <a:lnTo>
                    <a:pt x="2528845" y="3270573"/>
                  </a:lnTo>
                  <a:lnTo>
                    <a:pt x="2528935" y="3268985"/>
                  </a:lnTo>
                  <a:lnTo>
                    <a:pt x="2528986" y="3267937"/>
                  </a:lnTo>
                  <a:lnTo>
                    <a:pt x="2529004" y="3267503"/>
                  </a:lnTo>
                  <a:lnTo>
                    <a:pt x="2529410" y="3257032"/>
                  </a:lnTo>
                  <a:lnTo>
                    <a:pt x="2530243" y="3237126"/>
                  </a:lnTo>
                  <a:lnTo>
                    <a:pt x="2530310" y="3235232"/>
                  </a:lnTo>
                  <a:lnTo>
                    <a:pt x="2531144" y="3216879"/>
                  </a:lnTo>
                  <a:lnTo>
                    <a:pt x="2531356" y="3212227"/>
                  </a:lnTo>
                  <a:lnTo>
                    <a:pt x="2531383" y="3211638"/>
                  </a:lnTo>
                  <a:lnTo>
                    <a:pt x="2531576" y="3207048"/>
                  </a:lnTo>
                  <a:lnTo>
                    <a:pt x="2531597" y="3206121"/>
                  </a:lnTo>
                  <a:lnTo>
                    <a:pt x="2531672" y="3204901"/>
                  </a:lnTo>
                  <a:lnTo>
                    <a:pt x="2531742" y="3203454"/>
                  </a:lnTo>
                  <a:lnTo>
                    <a:pt x="2531775" y="3202762"/>
                  </a:lnTo>
                  <a:lnTo>
                    <a:pt x="2533264" y="3175732"/>
                  </a:lnTo>
                  <a:lnTo>
                    <a:pt x="2533305" y="3174985"/>
                  </a:lnTo>
                  <a:lnTo>
                    <a:pt x="2533586" y="3169894"/>
                  </a:lnTo>
                  <a:lnTo>
                    <a:pt x="2533805" y="3166085"/>
                  </a:lnTo>
                  <a:lnTo>
                    <a:pt x="2535359" y="3139132"/>
                  </a:lnTo>
                  <a:lnTo>
                    <a:pt x="2536103" y="3126227"/>
                  </a:lnTo>
                  <a:lnTo>
                    <a:pt x="2536140" y="3125595"/>
                  </a:lnTo>
                  <a:lnTo>
                    <a:pt x="2536427" y="3120615"/>
                  </a:lnTo>
                  <a:lnTo>
                    <a:pt x="2536658" y="3116600"/>
                  </a:lnTo>
                  <a:lnTo>
                    <a:pt x="2536892" y="3112557"/>
                  </a:lnTo>
                  <a:lnTo>
                    <a:pt x="2536964" y="3111292"/>
                  </a:lnTo>
                  <a:lnTo>
                    <a:pt x="2537002" y="3110643"/>
                  </a:lnTo>
                  <a:lnTo>
                    <a:pt x="2537024" y="3110256"/>
                  </a:lnTo>
                  <a:lnTo>
                    <a:pt x="2537160" y="3107906"/>
                  </a:lnTo>
                  <a:lnTo>
                    <a:pt x="2537357" y="3104487"/>
                  </a:lnTo>
                  <a:lnTo>
                    <a:pt x="2537387" y="3103975"/>
                  </a:lnTo>
                  <a:lnTo>
                    <a:pt x="2538572" y="3084106"/>
                  </a:lnTo>
                  <a:lnTo>
                    <a:pt x="2538657" y="3082904"/>
                  </a:lnTo>
                  <a:lnTo>
                    <a:pt x="2538716" y="3082083"/>
                  </a:lnTo>
                  <a:lnTo>
                    <a:pt x="2538778" y="3080951"/>
                  </a:lnTo>
                  <a:lnTo>
                    <a:pt x="2538862" y="3079399"/>
                  </a:lnTo>
                  <a:lnTo>
                    <a:pt x="2538984" y="3077174"/>
                  </a:lnTo>
                  <a:lnTo>
                    <a:pt x="2539125" y="3073551"/>
                  </a:lnTo>
                  <a:lnTo>
                    <a:pt x="2539886" y="3060941"/>
                  </a:lnTo>
                  <a:lnTo>
                    <a:pt x="2540189" y="3055931"/>
                  </a:lnTo>
                  <a:lnTo>
                    <a:pt x="2540353" y="3054010"/>
                  </a:lnTo>
                  <a:lnTo>
                    <a:pt x="2540924" y="3044211"/>
                  </a:lnTo>
                  <a:lnTo>
                    <a:pt x="2540980" y="3043310"/>
                  </a:lnTo>
                  <a:lnTo>
                    <a:pt x="2540136" y="3023547"/>
                  </a:lnTo>
                  <a:lnTo>
                    <a:pt x="2534246" y="3008255"/>
                  </a:lnTo>
                  <a:lnTo>
                    <a:pt x="2527218" y="2995154"/>
                  </a:lnTo>
                  <a:lnTo>
                    <a:pt x="2523200" y="2988581"/>
                  </a:lnTo>
                  <a:lnTo>
                    <a:pt x="2520087" y="2983738"/>
                  </a:lnTo>
                  <a:lnTo>
                    <a:pt x="2519032" y="2982096"/>
                  </a:lnTo>
                  <a:lnTo>
                    <a:pt x="2518888" y="2981904"/>
                  </a:lnTo>
                  <a:lnTo>
                    <a:pt x="2518317" y="2981159"/>
                  </a:lnTo>
                  <a:lnTo>
                    <a:pt x="2515859" y="2977940"/>
                  </a:lnTo>
                  <a:lnTo>
                    <a:pt x="2509614" y="2969758"/>
                  </a:lnTo>
                  <a:lnTo>
                    <a:pt x="2503645" y="2963692"/>
                  </a:lnTo>
                  <a:lnTo>
                    <a:pt x="2497604" y="2959765"/>
                  </a:lnTo>
                  <a:lnTo>
                    <a:pt x="2492197" y="2956671"/>
                  </a:lnTo>
                  <a:lnTo>
                    <a:pt x="2490735" y="2955835"/>
                  </a:lnTo>
                  <a:lnTo>
                    <a:pt x="2490004" y="2955416"/>
                  </a:lnTo>
                  <a:lnTo>
                    <a:pt x="2490179" y="2949950"/>
                  </a:lnTo>
                  <a:lnTo>
                    <a:pt x="2490279" y="2945855"/>
                  </a:lnTo>
                  <a:lnTo>
                    <a:pt x="2490305" y="2944784"/>
                  </a:lnTo>
                  <a:lnTo>
                    <a:pt x="2484612" y="2942614"/>
                  </a:lnTo>
                  <a:lnTo>
                    <a:pt x="2481680" y="2942509"/>
                  </a:lnTo>
                  <a:lnTo>
                    <a:pt x="2481435" y="2941648"/>
                  </a:lnTo>
                  <a:lnTo>
                    <a:pt x="2485363" y="2934643"/>
                  </a:lnTo>
                  <a:lnTo>
                    <a:pt x="2490716" y="2930007"/>
                  </a:lnTo>
                  <a:lnTo>
                    <a:pt x="2501076" y="2916435"/>
                  </a:lnTo>
                  <a:lnTo>
                    <a:pt x="2511170" y="2897593"/>
                  </a:lnTo>
                  <a:lnTo>
                    <a:pt x="2514321" y="2890043"/>
                  </a:lnTo>
                  <a:lnTo>
                    <a:pt x="2514912" y="2888119"/>
                  </a:lnTo>
                  <a:lnTo>
                    <a:pt x="2516151" y="2884088"/>
                  </a:lnTo>
                  <a:lnTo>
                    <a:pt x="2518849" y="2875303"/>
                  </a:lnTo>
                  <a:lnTo>
                    <a:pt x="2522794" y="2866513"/>
                  </a:lnTo>
                  <a:lnTo>
                    <a:pt x="2523253" y="2865491"/>
                  </a:lnTo>
                  <a:lnTo>
                    <a:pt x="2524812" y="2862016"/>
                  </a:lnTo>
                  <a:lnTo>
                    <a:pt x="2524921" y="2858464"/>
                  </a:lnTo>
                  <a:lnTo>
                    <a:pt x="2525032" y="2854826"/>
                  </a:lnTo>
                  <a:lnTo>
                    <a:pt x="2521356" y="2833814"/>
                  </a:lnTo>
                  <a:lnTo>
                    <a:pt x="2518098" y="2822265"/>
                  </a:lnTo>
                  <a:lnTo>
                    <a:pt x="2508995" y="2803081"/>
                  </a:lnTo>
                  <a:lnTo>
                    <a:pt x="2507613" y="2800274"/>
                  </a:lnTo>
                  <a:lnTo>
                    <a:pt x="2496261" y="2786500"/>
                  </a:lnTo>
                  <a:lnTo>
                    <a:pt x="2477872" y="2771109"/>
                  </a:lnTo>
                  <a:lnTo>
                    <a:pt x="2454441" y="2761657"/>
                  </a:lnTo>
                  <a:lnTo>
                    <a:pt x="2449940" y="2759829"/>
                  </a:lnTo>
                  <a:lnTo>
                    <a:pt x="2441195" y="2759181"/>
                  </a:lnTo>
                  <a:lnTo>
                    <a:pt x="2438303" y="2760446"/>
                  </a:lnTo>
                  <a:lnTo>
                    <a:pt x="2434872" y="2764120"/>
                  </a:lnTo>
                  <a:lnTo>
                    <a:pt x="2431622" y="2765236"/>
                  </a:lnTo>
                  <a:lnTo>
                    <a:pt x="2428016" y="2764944"/>
                  </a:lnTo>
                  <a:lnTo>
                    <a:pt x="2420200" y="2762853"/>
                  </a:lnTo>
                  <a:lnTo>
                    <a:pt x="2408253" y="2762217"/>
                  </a:lnTo>
                  <a:lnTo>
                    <a:pt x="2396038" y="2766866"/>
                  </a:lnTo>
                  <a:lnTo>
                    <a:pt x="2375241" y="2780842"/>
                  </a:lnTo>
                  <a:lnTo>
                    <a:pt x="2367887" y="2785350"/>
                  </a:lnTo>
                  <a:lnTo>
                    <a:pt x="2351271" y="2792443"/>
                  </a:lnTo>
                  <a:lnTo>
                    <a:pt x="2346051" y="2795883"/>
                  </a:lnTo>
                  <a:lnTo>
                    <a:pt x="2344920" y="2796598"/>
                  </a:lnTo>
                  <a:lnTo>
                    <a:pt x="2338356" y="2805535"/>
                  </a:lnTo>
                  <a:lnTo>
                    <a:pt x="2332075" y="2817601"/>
                  </a:lnTo>
                  <a:lnTo>
                    <a:pt x="2327792" y="2823611"/>
                  </a:lnTo>
                  <a:lnTo>
                    <a:pt x="2321706" y="2827723"/>
                  </a:lnTo>
                  <a:lnTo>
                    <a:pt x="2315816" y="2831220"/>
                  </a:lnTo>
                  <a:lnTo>
                    <a:pt x="2302467" y="2812980"/>
                  </a:lnTo>
                  <a:lnTo>
                    <a:pt x="2301969" y="2812300"/>
                  </a:lnTo>
                  <a:lnTo>
                    <a:pt x="2300000" y="2809610"/>
                  </a:lnTo>
                  <a:lnTo>
                    <a:pt x="2294789" y="2802490"/>
                  </a:lnTo>
                  <a:lnTo>
                    <a:pt x="2292655" y="2799574"/>
                  </a:lnTo>
                  <a:lnTo>
                    <a:pt x="2289546" y="2792799"/>
                  </a:lnTo>
                  <a:lnTo>
                    <a:pt x="2289272" y="2792202"/>
                  </a:lnTo>
                  <a:lnTo>
                    <a:pt x="2288664" y="2790876"/>
                  </a:lnTo>
                  <a:lnTo>
                    <a:pt x="2283908" y="2778941"/>
                  </a:lnTo>
                  <a:lnTo>
                    <a:pt x="2280658" y="2774715"/>
                  </a:lnTo>
                  <a:lnTo>
                    <a:pt x="2280047" y="2773937"/>
                  </a:lnTo>
                  <a:lnTo>
                    <a:pt x="2279364" y="2773067"/>
                  </a:lnTo>
                  <a:lnTo>
                    <a:pt x="2275877" y="2768625"/>
                  </a:lnTo>
                  <a:lnTo>
                    <a:pt x="2262609" y="2751774"/>
                  </a:lnTo>
                  <a:lnTo>
                    <a:pt x="2255981" y="2748219"/>
                  </a:lnTo>
                  <a:lnTo>
                    <a:pt x="2242148" y="2744455"/>
                  </a:lnTo>
                  <a:lnTo>
                    <a:pt x="2231350" y="2744211"/>
                  </a:lnTo>
                  <a:lnTo>
                    <a:pt x="2216120" y="2748808"/>
                  </a:lnTo>
                  <a:lnTo>
                    <a:pt x="2210962" y="2750541"/>
                  </a:lnTo>
                  <a:lnTo>
                    <a:pt x="2209420" y="2755814"/>
                  </a:lnTo>
                  <a:lnTo>
                    <a:pt x="2209285" y="2756276"/>
                  </a:lnTo>
                  <a:lnTo>
                    <a:pt x="2209152" y="2756730"/>
                  </a:lnTo>
                  <a:lnTo>
                    <a:pt x="2207888" y="2761051"/>
                  </a:lnTo>
                  <a:lnTo>
                    <a:pt x="2214902" y="2770048"/>
                  </a:lnTo>
                  <a:lnTo>
                    <a:pt x="2224647" y="2782549"/>
                  </a:lnTo>
                  <a:lnTo>
                    <a:pt x="2230206" y="2789679"/>
                  </a:lnTo>
                  <a:lnTo>
                    <a:pt x="2231756" y="2791668"/>
                  </a:lnTo>
                  <a:lnTo>
                    <a:pt x="2232865" y="2793090"/>
                  </a:lnTo>
                  <a:lnTo>
                    <a:pt x="2240326" y="2802660"/>
                  </a:lnTo>
                  <a:lnTo>
                    <a:pt x="2225669" y="2796207"/>
                  </a:lnTo>
                  <a:lnTo>
                    <a:pt x="2198795" y="2795371"/>
                  </a:lnTo>
                  <a:lnTo>
                    <a:pt x="2198141" y="2795350"/>
                  </a:lnTo>
                  <a:lnTo>
                    <a:pt x="2197070" y="2795317"/>
                  </a:lnTo>
                  <a:lnTo>
                    <a:pt x="2194475" y="2795237"/>
                  </a:lnTo>
                  <a:lnTo>
                    <a:pt x="2191551" y="2791553"/>
                  </a:lnTo>
                  <a:lnTo>
                    <a:pt x="2189971" y="2789562"/>
                  </a:lnTo>
                  <a:lnTo>
                    <a:pt x="2188537" y="2787757"/>
                  </a:lnTo>
                  <a:lnTo>
                    <a:pt x="2188050" y="2787144"/>
                  </a:lnTo>
                  <a:lnTo>
                    <a:pt x="2179874" y="2776847"/>
                  </a:lnTo>
                  <a:lnTo>
                    <a:pt x="2179602" y="2776419"/>
                  </a:lnTo>
                  <a:lnTo>
                    <a:pt x="2169039" y="2759811"/>
                  </a:lnTo>
                  <a:lnTo>
                    <a:pt x="2161752" y="2756108"/>
                  </a:lnTo>
                  <a:lnTo>
                    <a:pt x="2159508" y="2754315"/>
                  </a:lnTo>
                  <a:lnTo>
                    <a:pt x="2154593" y="2750388"/>
                  </a:lnTo>
                  <a:lnTo>
                    <a:pt x="2154165" y="2749834"/>
                  </a:lnTo>
                  <a:lnTo>
                    <a:pt x="2153593" y="2749092"/>
                  </a:lnTo>
                  <a:lnTo>
                    <a:pt x="2153298" y="2748710"/>
                  </a:lnTo>
                  <a:lnTo>
                    <a:pt x="2149812" y="2744193"/>
                  </a:lnTo>
                  <a:lnTo>
                    <a:pt x="2148029" y="2740175"/>
                  </a:lnTo>
                  <a:lnTo>
                    <a:pt x="2154387" y="2710539"/>
                  </a:lnTo>
                  <a:lnTo>
                    <a:pt x="2150301" y="2705036"/>
                  </a:lnTo>
                  <a:lnTo>
                    <a:pt x="2145659" y="2698570"/>
                  </a:lnTo>
                  <a:lnTo>
                    <a:pt x="2127738" y="2688688"/>
                  </a:lnTo>
                  <a:lnTo>
                    <a:pt x="2122437" y="2658494"/>
                  </a:lnTo>
                  <a:lnTo>
                    <a:pt x="2121892" y="2656393"/>
                  </a:lnTo>
                  <a:lnTo>
                    <a:pt x="2121779" y="2655954"/>
                  </a:lnTo>
                  <a:lnTo>
                    <a:pt x="2119097" y="2645607"/>
                  </a:lnTo>
                  <a:lnTo>
                    <a:pt x="2118860" y="2644694"/>
                  </a:lnTo>
                  <a:lnTo>
                    <a:pt x="2115804" y="2632793"/>
                  </a:lnTo>
                  <a:lnTo>
                    <a:pt x="2114285" y="2626875"/>
                  </a:lnTo>
                  <a:lnTo>
                    <a:pt x="2106772" y="2610902"/>
                  </a:lnTo>
                  <a:lnTo>
                    <a:pt x="2106363" y="2608340"/>
                  </a:lnTo>
                  <a:lnTo>
                    <a:pt x="2106229" y="2607493"/>
                  </a:lnTo>
                  <a:lnTo>
                    <a:pt x="2104525" y="2596800"/>
                  </a:lnTo>
                  <a:lnTo>
                    <a:pt x="2104261" y="2595183"/>
                  </a:lnTo>
                  <a:lnTo>
                    <a:pt x="2103716" y="2591706"/>
                  </a:lnTo>
                  <a:lnTo>
                    <a:pt x="2110574" y="2596753"/>
                  </a:lnTo>
                  <a:lnTo>
                    <a:pt x="2116942" y="2598086"/>
                  </a:lnTo>
                  <a:lnTo>
                    <a:pt x="2128600" y="2595943"/>
                  </a:lnTo>
                  <a:lnTo>
                    <a:pt x="2132266" y="2595278"/>
                  </a:lnTo>
                  <a:lnTo>
                    <a:pt x="2146992" y="2596644"/>
                  </a:lnTo>
                  <a:lnTo>
                    <a:pt x="2155217" y="2594177"/>
                  </a:lnTo>
                  <a:lnTo>
                    <a:pt x="2159965" y="2590081"/>
                  </a:lnTo>
                  <a:lnTo>
                    <a:pt x="2160394" y="2589710"/>
                  </a:lnTo>
                  <a:lnTo>
                    <a:pt x="2160835" y="2587302"/>
                  </a:lnTo>
                  <a:lnTo>
                    <a:pt x="2161109" y="2585802"/>
                  </a:lnTo>
                  <a:lnTo>
                    <a:pt x="2161268" y="2584931"/>
                  </a:lnTo>
                  <a:lnTo>
                    <a:pt x="2164042" y="2570898"/>
                  </a:lnTo>
                  <a:lnTo>
                    <a:pt x="2164167" y="2569413"/>
                  </a:lnTo>
                  <a:lnTo>
                    <a:pt x="2164246" y="2568477"/>
                  </a:lnTo>
                  <a:lnTo>
                    <a:pt x="2164830" y="2561510"/>
                  </a:lnTo>
                  <a:lnTo>
                    <a:pt x="2164096" y="2559258"/>
                  </a:lnTo>
                  <a:lnTo>
                    <a:pt x="2163811" y="2558385"/>
                  </a:lnTo>
                  <a:lnTo>
                    <a:pt x="2163262" y="2556702"/>
                  </a:lnTo>
                  <a:lnTo>
                    <a:pt x="2163053" y="2556061"/>
                  </a:lnTo>
                  <a:lnTo>
                    <a:pt x="2162991" y="2555870"/>
                  </a:lnTo>
                  <a:lnTo>
                    <a:pt x="2160725" y="2548923"/>
                  </a:lnTo>
                  <a:lnTo>
                    <a:pt x="2158051" y="2541409"/>
                  </a:lnTo>
                  <a:lnTo>
                    <a:pt x="2151238" y="2525694"/>
                  </a:lnTo>
                  <a:lnTo>
                    <a:pt x="2149649" y="2515389"/>
                  </a:lnTo>
                  <a:lnTo>
                    <a:pt x="2148371" y="2507948"/>
                  </a:lnTo>
                  <a:lnTo>
                    <a:pt x="2148165" y="2506752"/>
                  </a:lnTo>
                  <a:lnTo>
                    <a:pt x="2147799" y="2504623"/>
                  </a:lnTo>
                  <a:lnTo>
                    <a:pt x="2145994" y="2494115"/>
                  </a:lnTo>
                  <a:lnTo>
                    <a:pt x="2147706" y="2484708"/>
                  </a:lnTo>
                  <a:lnTo>
                    <a:pt x="2147743" y="2484505"/>
                  </a:lnTo>
                  <a:lnTo>
                    <a:pt x="2147923" y="2483519"/>
                  </a:lnTo>
                  <a:lnTo>
                    <a:pt x="2148048" y="2482832"/>
                  </a:lnTo>
                  <a:lnTo>
                    <a:pt x="2147672" y="2482301"/>
                  </a:lnTo>
                  <a:lnTo>
                    <a:pt x="2146685" y="2480905"/>
                  </a:lnTo>
                  <a:lnTo>
                    <a:pt x="2144541" y="2477873"/>
                  </a:lnTo>
                  <a:lnTo>
                    <a:pt x="2143464" y="2476349"/>
                  </a:lnTo>
                  <a:lnTo>
                    <a:pt x="2137243" y="2472802"/>
                  </a:lnTo>
                  <a:lnTo>
                    <a:pt x="2132640" y="2469786"/>
                  </a:lnTo>
                  <a:lnTo>
                    <a:pt x="2131239" y="2468868"/>
                  </a:lnTo>
                  <a:lnTo>
                    <a:pt x="2120914" y="2460180"/>
                  </a:lnTo>
                  <a:lnTo>
                    <a:pt x="2119887" y="2460043"/>
                  </a:lnTo>
                  <a:lnTo>
                    <a:pt x="2115406" y="2459446"/>
                  </a:lnTo>
                  <a:lnTo>
                    <a:pt x="2114818" y="2459545"/>
                  </a:lnTo>
                  <a:lnTo>
                    <a:pt x="2113646" y="2459745"/>
                  </a:lnTo>
                  <a:lnTo>
                    <a:pt x="2113080" y="2459841"/>
                  </a:lnTo>
                  <a:lnTo>
                    <a:pt x="2111778" y="2460062"/>
                  </a:lnTo>
                  <a:lnTo>
                    <a:pt x="2110215" y="2460328"/>
                  </a:lnTo>
                  <a:lnTo>
                    <a:pt x="2103524" y="2461688"/>
                  </a:lnTo>
                  <a:lnTo>
                    <a:pt x="2100284" y="2462347"/>
                  </a:lnTo>
                  <a:lnTo>
                    <a:pt x="2097759" y="2461334"/>
                  </a:lnTo>
                  <a:lnTo>
                    <a:pt x="2091128" y="2458673"/>
                  </a:lnTo>
                  <a:lnTo>
                    <a:pt x="2086115" y="2462813"/>
                  </a:lnTo>
                  <a:lnTo>
                    <a:pt x="2084404" y="2471318"/>
                  </a:lnTo>
                  <a:lnTo>
                    <a:pt x="2084135" y="2471659"/>
                  </a:lnTo>
                  <a:lnTo>
                    <a:pt x="2080517" y="2476237"/>
                  </a:lnTo>
                  <a:lnTo>
                    <a:pt x="2074780" y="2479598"/>
                  </a:lnTo>
                  <a:lnTo>
                    <a:pt x="2068510" y="2480987"/>
                  </a:lnTo>
                  <a:lnTo>
                    <a:pt x="2067957" y="2481110"/>
                  </a:lnTo>
                  <a:lnTo>
                    <a:pt x="2066961" y="2481330"/>
                  </a:lnTo>
                  <a:lnTo>
                    <a:pt x="2057718" y="2480280"/>
                  </a:lnTo>
                  <a:lnTo>
                    <a:pt x="2044244" y="2480179"/>
                  </a:lnTo>
                  <a:lnTo>
                    <a:pt x="2033180" y="2478694"/>
                  </a:lnTo>
                  <a:lnTo>
                    <a:pt x="2024100" y="2486607"/>
                  </a:lnTo>
                  <a:lnTo>
                    <a:pt x="2023521" y="2491565"/>
                  </a:lnTo>
                  <a:lnTo>
                    <a:pt x="2023443" y="2492238"/>
                  </a:lnTo>
                  <a:lnTo>
                    <a:pt x="2022855" y="2497280"/>
                  </a:lnTo>
                  <a:lnTo>
                    <a:pt x="2025545" y="2502756"/>
                  </a:lnTo>
                  <a:lnTo>
                    <a:pt x="2032904" y="2510688"/>
                  </a:lnTo>
                  <a:lnTo>
                    <a:pt x="2036941" y="2513301"/>
                  </a:lnTo>
                  <a:lnTo>
                    <a:pt x="2056392" y="2517208"/>
                  </a:lnTo>
                  <a:lnTo>
                    <a:pt x="2063350" y="2519372"/>
                  </a:lnTo>
                  <a:lnTo>
                    <a:pt x="2065927" y="2523473"/>
                  </a:lnTo>
                  <a:lnTo>
                    <a:pt x="2066198" y="2523904"/>
                  </a:lnTo>
                  <a:lnTo>
                    <a:pt x="2068044" y="2540100"/>
                  </a:lnTo>
                  <a:lnTo>
                    <a:pt x="2070037" y="2545539"/>
                  </a:lnTo>
                  <a:lnTo>
                    <a:pt x="2070786" y="2547582"/>
                  </a:lnTo>
                  <a:lnTo>
                    <a:pt x="2071147" y="2548567"/>
                  </a:lnTo>
                  <a:lnTo>
                    <a:pt x="2076069" y="2562280"/>
                  </a:lnTo>
                  <a:lnTo>
                    <a:pt x="2076151" y="2562615"/>
                  </a:lnTo>
                  <a:lnTo>
                    <a:pt x="2076554" y="2564268"/>
                  </a:lnTo>
                  <a:lnTo>
                    <a:pt x="2076894" y="2565661"/>
                  </a:lnTo>
                  <a:lnTo>
                    <a:pt x="2055202" y="2557011"/>
                  </a:lnTo>
                  <a:lnTo>
                    <a:pt x="2046260" y="2556073"/>
                  </a:lnTo>
                  <a:lnTo>
                    <a:pt x="2035425" y="2554002"/>
                  </a:lnTo>
                  <a:lnTo>
                    <a:pt x="2028336" y="2551257"/>
                  </a:lnTo>
                  <a:lnTo>
                    <a:pt x="2022809" y="2553085"/>
                  </a:lnTo>
                  <a:lnTo>
                    <a:pt x="2010498" y="2566054"/>
                  </a:lnTo>
                  <a:lnTo>
                    <a:pt x="2003159" y="2568390"/>
                  </a:lnTo>
                  <a:lnTo>
                    <a:pt x="1995061" y="2566395"/>
                  </a:lnTo>
                  <a:lnTo>
                    <a:pt x="1985885" y="2562465"/>
                  </a:lnTo>
                  <a:lnTo>
                    <a:pt x="1985307" y="2562218"/>
                  </a:lnTo>
                  <a:lnTo>
                    <a:pt x="1984468" y="2561859"/>
                  </a:lnTo>
                  <a:lnTo>
                    <a:pt x="1981567" y="2560616"/>
                  </a:lnTo>
                  <a:lnTo>
                    <a:pt x="1972631" y="2556982"/>
                  </a:lnTo>
                  <a:lnTo>
                    <a:pt x="1969651" y="2555770"/>
                  </a:lnTo>
                  <a:lnTo>
                    <a:pt x="1969027" y="2555516"/>
                  </a:lnTo>
                  <a:lnTo>
                    <a:pt x="1962631" y="2552914"/>
                  </a:lnTo>
                  <a:lnTo>
                    <a:pt x="1958312" y="2528350"/>
                  </a:lnTo>
                  <a:lnTo>
                    <a:pt x="1966038" y="2530780"/>
                  </a:lnTo>
                  <a:lnTo>
                    <a:pt x="1976574" y="2534092"/>
                  </a:lnTo>
                  <a:lnTo>
                    <a:pt x="1984223" y="2536736"/>
                  </a:lnTo>
                  <a:lnTo>
                    <a:pt x="1995357" y="2540572"/>
                  </a:lnTo>
                  <a:lnTo>
                    <a:pt x="1996257" y="2540896"/>
                  </a:lnTo>
                  <a:lnTo>
                    <a:pt x="2002215" y="2543055"/>
                  </a:lnTo>
                  <a:lnTo>
                    <a:pt x="2021142" y="2546350"/>
                  </a:lnTo>
                  <a:lnTo>
                    <a:pt x="2010647" y="2536464"/>
                  </a:lnTo>
                  <a:lnTo>
                    <a:pt x="2003497" y="2531345"/>
                  </a:lnTo>
                  <a:lnTo>
                    <a:pt x="1997041" y="2525248"/>
                  </a:lnTo>
                  <a:lnTo>
                    <a:pt x="1990228" y="2516790"/>
                  </a:lnTo>
                  <a:lnTo>
                    <a:pt x="1989220" y="2515537"/>
                  </a:lnTo>
                  <a:lnTo>
                    <a:pt x="1980076" y="2504169"/>
                  </a:lnTo>
                  <a:lnTo>
                    <a:pt x="1976595" y="2499840"/>
                  </a:lnTo>
                  <a:lnTo>
                    <a:pt x="1971729" y="2493737"/>
                  </a:lnTo>
                  <a:lnTo>
                    <a:pt x="1969986" y="2491643"/>
                  </a:lnTo>
                  <a:lnTo>
                    <a:pt x="1968744" y="2490152"/>
                  </a:lnTo>
                  <a:lnTo>
                    <a:pt x="1965988" y="2486841"/>
                  </a:lnTo>
                  <a:lnTo>
                    <a:pt x="1965302" y="2486017"/>
                  </a:lnTo>
                  <a:lnTo>
                    <a:pt x="1956943" y="2475976"/>
                  </a:lnTo>
                  <a:lnTo>
                    <a:pt x="1957230" y="2465998"/>
                  </a:lnTo>
                  <a:lnTo>
                    <a:pt x="1959054" y="2453691"/>
                  </a:lnTo>
                  <a:lnTo>
                    <a:pt x="1960774" y="2444583"/>
                  </a:lnTo>
                  <a:lnTo>
                    <a:pt x="1962659" y="2434598"/>
                  </a:lnTo>
                  <a:lnTo>
                    <a:pt x="1962917" y="2433231"/>
                  </a:lnTo>
                  <a:lnTo>
                    <a:pt x="1963416" y="2430621"/>
                  </a:lnTo>
                  <a:lnTo>
                    <a:pt x="1964074" y="2427187"/>
                  </a:lnTo>
                  <a:lnTo>
                    <a:pt x="1964724" y="2423788"/>
                  </a:lnTo>
                  <a:lnTo>
                    <a:pt x="1965966" y="2417302"/>
                  </a:lnTo>
                  <a:lnTo>
                    <a:pt x="1966407" y="2414996"/>
                  </a:lnTo>
                  <a:lnTo>
                    <a:pt x="1966588" y="2414048"/>
                  </a:lnTo>
                  <a:lnTo>
                    <a:pt x="1967127" y="2411228"/>
                  </a:lnTo>
                  <a:lnTo>
                    <a:pt x="1967642" y="2408534"/>
                  </a:lnTo>
                  <a:lnTo>
                    <a:pt x="1967950" y="2406922"/>
                  </a:lnTo>
                  <a:lnTo>
                    <a:pt x="1968212" y="2405548"/>
                  </a:lnTo>
                  <a:lnTo>
                    <a:pt x="1968652" y="2403246"/>
                  </a:lnTo>
                  <a:lnTo>
                    <a:pt x="1969841" y="2397024"/>
                  </a:lnTo>
                  <a:lnTo>
                    <a:pt x="1970791" y="2392054"/>
                  </a:lnTo>
                  <a:lnTo>
                    <a:pt x="1976881" y="2360191"/>
                  </a:lnTo>
                  <a:lnTo>
                    <a:pt x="1983636" y="2366249"/>
                  </a:lnTo>
                  <a:lnTo>
                    <a:pt x="1983917" y="2366500"/>
                  </a:lnTo>
                  <a:lnTo>
                    <a:pt x="1984741" y="2367239"/>
                  </a:lnTo>
                  <a:lnTo>
                    <a:pt x="1985955" y="2368329"/>
                  </a:lnTo>
                  <a:lnTo>
                    <a:pt x="1986307" y="2368646"/>
                  </a:lnTo>
                  <a:lnTo>
                    <a:pt x="1986879" y="2369159"/>
                  </a:lnTo>
                  <a:lnTo>
                    <a:pt x="1987326" y="2369560"/>
                  </a:lnTo>
                  <a:lnTo>
                    <a:pt x="1988207" y="2370351"/>
                  </a:lnTo>
                  <a:lnTo>
                    <a:pt x="1988784" y="2370869"/>
                  </a:lnTo>
                  <a:lnTo>
                    <a:pt x="1993463" y="2375068"/>
                  </a:lnTo>
                  <a:lnTo>
                    <a:pt x="2000442" y="2379727"/>
                  </a:lnTo>
                  <a:lnTo>
                    <a:pt x="2008234" y="2384928"/>
                  </a:lnTo>
                  <a:lnTo>
                    <a:pt x="2019011" y="2392102"/>
                  </a:lnTo>
                  <a:lnTo>
                    <a:pt x="2025506" y="2396425"/>
                  </a:lnTo>
                  <a:lnTo>
                    <a:pt x="2026040" y="2396780"/>
                  </a:lnTo>
                  <a:lnTo>
                    <a:pt x="2026155" y="2396429"/>
                  </a:lnTo>
                  <a:lnTo>
                    <a:pt x="2032849" y="2377360"/>
                  </a:lnTo>
                  <a:lnTo>
                    <a:pt x="2033082" y="2376695"/>
                  </a:lnTo>
                  <a:lnTo>
                    <a:pt x="2033750" y="2374793"/>
                  </a:lnTo>
                  <a:lnTo>
                    <a:pt x="2035568" y="2369615"/>
                  </a:lnTo>
                  <a:lnTo>
                    <a:pt x="2035295" y="2368945"/>
                  </a:lnTo>
                  <a:lnTo>
                    <a:pt x="2035132" y="2368546"/>
                  </a:lnTo>
                  <a:lnTo>
                    <a:pt x="2033893" y="2365511"/>
                  </a:lnTo>
                  <a:lnTo>
                    <a:pt x="2033608" y="2365124"/>
                  </a:lnTo>
                  <a:lnTo>
                    <a:pt x="2031847" y="2362716"/>
                  </a:lnTo>
                  <a:lnTo>
                    <a:pt x="2031490" y="2362227"/>
                  </a:lnTo>
                  <a:lnTo>
                    <a:pt x="2031111" y="2361710"/>
                  </a:lnTo>
                  <a:lnTo>
                    <a:pt x="2030717" y="2361173"/>
                  </a:lnTo>
                  <a:lnTo>
                    <a:pt x="2029520" y="2360147"/>
                  </a:lnTo>
                  <a:lnTo>
                    <a:pt x="2028708" y="2359453"/>
                  </a:lnTo>
                  <a:lnTo>
                    <a:pt x="2027789" y="2358666"/>
                  </a:lnTo>
                  <a:lnTo>
                    <a:pt x="2026945" y="2357943"/>
                  </a:lnTo>
                  <a:lnTo>
                    <a:pt x="2026327" y="2357414"/>
                  </a:lnTo>
                  <a:lnTo>
                    <a:pt x="2025009" y="2356821"/>
                  </a:lnTo>
                  <a:lnTo>
                    <a:pt x="2013678" y="2351722"/>
                  </a:lnTo>
                  <a:lnTo>
                    <a:pt x="1996071" y="2347159"/>
                  </a:lnTo>
                  <a:lnTo>
                    <a:pt x="1994545" y="2346652"/>
                  </a:lnTo>
                  <a:lnTo>
                    <a:pt x="1993687" y="2346348"/>
                  </a:lnTo>
                  <a:lnTo>
                    <a:pt x="1992898" y="2346068"/>
                  </a:lnTo>
                  <a:lnTo>
                    <a:pt x="1992278" y="2345847"/>
                  </a:lnTo>
                  <a:lnTo>
                    <a:pt x="1991708" y="2345646"/>
                  </a:lnTo>
                  <a:lnTo>
                    <a:pt x="1990932" y="2345370"/>
                  </a:lnTo>
                  <a:lnTo>
                    <a:pt x="1988859" y="2344634"/>
                  </a:lnTo>
                  <a:lnTo>
                    <a:pt x="1988424" y="2344479"/>
                  </a:lnTo>
                  <a:lnTo>
                    <a:pt x="1981013" y="2341860"/>
                  </a:lnTo>
                  <a:lnTo>
                    <a:pt x="1984009" y="2320284"/>
                  </a:lnTo>
                  <a:lnTo>
                    <a:pt x="1985806" y="2299203"/>
                  </a:lnTo>
                  <a:lnTo>
                    <a:pt x="1990270" y="2271951"/>
                  </a:lnTo>
                  <a:lnTo>
                    <a:pt x="1990854" y="2270130"/>
                  </a:lnTo>
                  <a:lnTo>
                    <a:pt x="1991198" y="2269095"/>
                  </a:lnTo>
                  <a:lnTo>
                    <a:pt x="1991689" y="2267574"/>
                  </a:lnTo>
                  <a:lnTo>
                    <a:pt x="1993756" y="2261255"/>
                  </a:lnTo>
                  <a:lnTo>
                    <a:pt x="1994910" y="2257717"/>
                  </a:lnTo>
                  <a:lnTo>
                    <a:pt x="1995087" y="2257146"/>
                  </a:lnTo>
                  <a:lnTo>
                    <a:pt x="1995755" y="2255090"/>
                  </a:lnTo>
                  <a:lnTo>
                    <a:pt x="1996516" y="2252734"/>
                  </a:lnTo>
                  <a:lnTo>
                    <a:pt x="2005244" y="2225891"/>
                  </a:lnTo>
                  <a:lnTo>
                    <a:pt x="2007456" y="2221504"/>
                  </a:lnTo>
                  <a:lnTo>
                    <a:pt x="2009505" y="2217440"/>
                  </a:lnTo>
                  <a:lnTo>
                    <a:pt x="2011363" y="2213755"/>
                  </a:lnTo>
                  <a:lnTo>
                    <a:pt x="2012964" y="2210579"/>
                  </a:lnTo>
                  <a:lnTo>
                    <a:pt x="2014450" y="2208380"/>
                  </a:lnTo>
                  <a:lnTo>
                    <a:pt x="2014988" y="2207584"/>
                  </a:lnTo>
                  <a:lnTo>
                    <a:pt x="2017513" y="2203846"/>
                  </a:lnTo>
                  <a:lnTo>
                    <a:pt x="2021250" y="2198313"/>
                  </a:lnTo>
                  <a:lnTo>
                    <a:pt x="2021651" y="2197720"/>
                  </a:lnTo>
                  <a:lnTo>
                    <a:pt x="2023288" y="2195298"/>
                  </a:lnTo>
                  <a:lnTo>
                    <a:pt x="2024497" y="2193507"/>
                  </a:lnTo>
                  <a:lnTo>
                    <a:pt x="2031087" y="2178631"/>
                  </a:lnTo>
                  <a:lnTo>
                    <a:pt x="2034654" y="2170578"/>
                  </a:lnTo>
                  <a:lnTo>
                    <a:pt x="2028412" y="2147187"/>
                  </a:lnTo>
                  <a:lnTo>
                    <a:pt x="2018304" y="2123739"/>
                  </a:lnTo>
                  <a:lnTo>
                    <a:pt x="2017389" y="2121859"/>
                  </a:lnTo>
                  <a:lnTo>
                    <a:pt x="2016204" y="2119422"/>
                  </a:lnTo>
                  <a:lnTo>
                    <a:pt x="2015023" y="2116993"/>
                  </a:lnTo>
                  <a:lnTo>
                    <a:pt x="2013173" y="2113191"/>
                  </a:lnTo>
                  <a:lnTo>
                    <a:pt x="2007862" y="2102270"/>
                  </a:lnTo>
                  <a:lnTo>
                    <a:pt x="2007714" y="2101965"/>
                  </a:lnTo>
                  <a:lnTo>
                    <a:pt x="2007210" y="2100930"/>
                  </a:lnTo>
                  <a:lnTo>
                    <a:pt x="2007031" y="2100212"/>
                  </a:lnTo>
                  <a:lnTo>
                    <a:pt x="2002940" y="2083840"/>
                  </a:lnTo>
                  <a:lnTo>
                    <a:pt x="2002693" y="2082851"/>
                  </a:lnTo>
                  <a:lnTo>
                    <a:pt x="2002618" y="2082550"/>
                  </a:lnTo>
                  <a:lnTo>
                    <a:pt x="2002569" y="2082355"/>
                  </a:lnTo>
                  <a:lnTo>
                    <a:pt x="2002492" y="2082046"/>
                  </a:lnTo>
                  <a:lnTo>
                    <a:pt x="2002398" y="2081669"/>
                  </a:lnTo>
                  <a:lnTo>
                    <a:pt x="2002076" y="2080379"/>
                  </a:lnTo>
                  <a:lnTo>
                    <a:pt x="1998163" y="2064720"/>
                  </a:lnTo>
                  <a:lnTo>
                    <a:pt x="1992821" y="2049410"/>
                  </a:lnTo>
                  <a:lnTo>
                    <a:pt x="1982430" y="2026165"/>
                  </a:lnTo>
                  <a:lnTo>
                    <a:pt x="1981890" y="2024957"/>
                  </a:lnTo>
                  <a:lnTo>
                    <a:pt x="1975828" y="2013915"/>
                  </a:lnTo>
                  <a:lnTo>
                    <a:pt x="1972381" y="2007638"/>
                  </a:lnTo>
                  <a:lnTo>
                    <a:pt x="1970720" y="2004611"/>
                  </a:lnTo>
                  <a:lnTo>
                    <a:pt x="1964675" y="1993602"/>
                  </a:lnTo>
                  <a:lnTo>
                    <a:pt x="1964268" y="1992861"/>
                  </a:lnTo>
                  <a:lnTo>
                    <a:pt x="1961014" y="1986902"/>
                  </a:lnTo>
                  <a:lnTo>
                    <a:pt x="1956805" y="1979193"/>
                  </a:lnTo>
                  <a:lnTo>
                    <a:pt x="1959773" y="1974497"/>
                  </a:lnTo>
                  <a:lnTo>
                    <a:pt x="1960565" y="1973245"/>
                  </a:lnTo>
                  <a:lnTo>
                    <a:pt x="1961479" y="1971840"/>
                  </a:lnTo>
                  <a:lnTo>
                    <a:pt x="1961870" y="1971245"/>
                  </a:lnTo>
                  <a:lnTo>
                    <a:pt x="1962063" y="1970411"/>
                  </a:lnTo>
                  <a:lnTo>
                    <a:pt x="1963928" y="1962363"/>
                  </a:lnTo>
                  <a:lnTo>
                    <a:pt x="1972236" y="1932417"/>
                  </a:lnTo>
                  <a:lnTo>
                    <a:pt x="1973808" y="1917963"/>
                  </a:lnTo>
                  <a:lnTo>
                    <a:pt x="1974581" y="1913753"/>
                  </a:lnTo>
                  <a:lnTo>
                    <a:pt x="1977702" y="1902329"/>
                  </a:lnTo>
                  <a:lnTo>
                    <a:pt x="1981963" y="1888030"/>
                  </a:lnTo>
                  <a:lnTo>
                    <a:pt x="1984282" y="1883738"/>
                  </a:lnTo>
                  <a:lnTo>
                    <a:pt x="1989761" y="1873552"/>
                  </a:lnTo>
                  <a:lnTo>
                    <a:pt x="1997272" y="1859610"/>
                  </a:lnTo>
                  <a:lnTo>
                    <a:pt x="2001320" y="1853812"/>
                  </a:lnTo>
                  <a:lnTo>
                    <a:pt x="2011316" y="1840315"/>
                  </a:lnTo>
                  <a:lnTo>
                    <a:pt x="2015041" y="1832635"/>
                  </a:lnTo>
                  <a:lnTo>
                    <a:pt x="2015645" y="1828267"/>
                  </a:lnTo>
                  <a:lnTo>
                    <a:pt x="2015922" y="1827722"/>
                  </a:lnTo>
                  <a:lnTo>
                    <a:pt x="2020856" y="1818002"/>
                  </a:lnTo>
                  <a:lnTo>
                    <a:pt x="2020947" y="1817826"/>
                  </a:lnTo>
                  <a:lnTo>
                    <a:pt x="2021198" y="1817332"/>
                  </a:lnTo>
                  <a:lnTo>
                    <a:pt x="2021293" y="1817143"/>
                  </a:lnTo>
                  <a:lnTo>
                    <a:pt x="2022366" y="1815033"/>
                  </a:lnTo>
                  <a:lnTo>
                    <a:pt x="2022680" y="1814414"/>
                  </a:lnTo>
                  <a:lnTo>
                    <a:pt x="2023962" y="1811890"/>
                  </a:lnTo>
                  <a:lnTo>
                    <a:pt x="2032939" y="1796046"/>
                  </a:lnTo>
                  <a:lnTo>
                    <a:pt x="2042244" y="1777541"/>
                  </a:lnTo>
                  <a:lnTo>
                    <a:pt x="2043108" y="1775847"/>
                  </a:lnTo>
                  <a:lnTo>
                    <a:pt x="2048452" y="1765371"/>
                  </a:lnTo>
                  <a:lnTo>
                    <a:pt x="2050366" y="1761634"/>
                  </a:lnTo>
                  <a:lnTo>
                    <a:pt x="2060316" y="1741453"/>
                  </a:lnTo>
                  <a:lnTo>
                    <a:pt x="2061135" y="1739570"/>
                  </a:lnTo>
                  <a:lnTo>
                    <a:pt x="2069570" y="1720172"/>
                  </a:lnTo>
                  <a:lnTo>
                    <a:pt x="2078612" y="1694922"/>
                  </a:lnTo>
                  <a:lnTo>
                    <a:pt x="2087044" y="1669666"/>
                  </a:lnTo>
                  <a:lnTo>
                    <a:pt x="2094438" y="1643694"/>
                  </a:lnTo>
                  <a:lnTo>
                    <a:pt x="2099165" y="1616783"/>
                  </a:lnTo>
                  <a:lnTo>
                    <a:pt x="2102948" y="1590565"/>
                  </a:lnTo>
                  <a:lnTo>
                    <a:pt x="2103215" y="1578676"/>
                  </a:lnTo>
                  <a:lnTo>
                    <a:pt x="2103857" y="1562741"/>
                  </a:lnTo>
                  <a:lnTo>
                    <a:pt x="2103571" y="1560406"/>
                  </a:lnTo>
                  <a:lnTo>
                    <a:pt x="2100935" y="1538825"/>
                  </a:lnTo>
                  <a:lnTo>
                    <a:pt x="2103687" y="1515129"/>
                  </a:lnTo>
                  <a:lnTo>
                    <a:pt x="2107334" y="1491610"/>
                  </a:lnTo>
                  <a:lnTo>
                    <a:pt x="2112003" y="1470851"/>
                  </a:lnTo>
                  <a:lnTo>
                    <a:pt x="2117036" y="1448375"/>
                  </a:lnTo>
                  <a:lnTo>
                    <a:pt x="2122127" y="1424858"/>
                  </a:lnTo>
                  <a:lnTo>
                    <a:pt x="2126066" y="1404062"/>
                  </a:lnTo>
                  <a:lnTo>
                    <a:pt x="2130197" y="1382762"/>
                  </a:lnTo>
                  <a:lnTo>
                    <a:pt x="2135594" y="1355817"/>
                  </a:lnTo>
                  <a:lnTo>
                    <a:pt x="2137104" y="1349254"/>
                  </a:lnTo>
                  <a:lnTo>
                    <a:pt x="2142386" y="1326261"/>
                  </a:lnTo>
                  <a:lnTo>
                    <a:pt x="2145644" y="1313205"/>
                  </a:lnTo>
                  <a:lnTo>
                    <a:pt x="2150349" y="1293777"/>
                  </a:lnTo>
                  <a:lnTo>
                    <a:pt x="2158549" y="1268670"/>
                  </a:lnTo>
                  <a:lnTo>
                    <a:pt x="2160657" y="1261837"/>
                  </a:lnTo>
                  <a:lnTo>
                    <a:pt x="2163689" y="1252007"/>
                  </a:lnTo>
                  <a:lnTo>
                    <a:pt x="2167749" y="1238843"/>
                  </a:lnTo>
                  <a:lnTo>
                    <a:pt x="2172836" y="1220674"/>
                  </a:lnTo>
                  <a:lnTo>
                    <a:pt x="2178192" y="1201768"/>
                  </a:lnTo>
                  <a:lnTo>
                    <a:pt x="2179494" y="1197229"/>
                  </a:lnTo>
                  <a:lnTo>
                    <a:pt x="2179869" y="1195918"/>
                  </a:lnTo>
                  <a:lnTo>
                    <a:pt x="2179986" y="1195510"/>
                  </a:lnTo>
                  <a:lnTo>
                    <a:pt x="2180340" y="1194275"/>
                  </a:lnTo>
                  <a:lnTo>
                    <a:pt x="2180652" y="1193187"/>
                  </a:lnTo>
                  <a:lnTo>
                    <a:pt x="2180734" y="1192903"/>
                  </a:lnTo>
                  <a:lnTo>
                    <a:pt x="2181023" y="1191893"/>
                  </a:lnTo>
                  <a:lnTo>
                    <a:pt x="2181325" y="1190840"/>
                  </a:lnTo>
                  <a:lnTo>
                    <a:pt x="2184366" y="1180235"/>
                  </a:lnTo>
                  <a:lnTo>
                    <a:pt x="2188208" y="1166313"/>
                  </a:lnTo>
                  <a:lnTo>
                    <a:pt x="2190115" y="1159403"/>
                  </a:lnTo>
                  <a:lnTo>
                    <a:pt x="2166861" y="1150398"/>
                  </a:lnTo>
                  <a:lnTo>
                    <a:pt x="2164981" y="1149671"/>
                  </a:lnTo>
                  <a:lnTo>
                    <a:pt x="2163975" y="1149282"/>
                  </a:lnTo>
                  <a:lnTo>
                    <a:pt x="2143563" y="1141383"/>
                  </a:lnTo>
                  <a:lnTo>
                    <a:pt x="2120757" y="1132150"/>
                  </a:lnTo>
                  <a:lnTo>
                    <a:pt x="2121300" y="1126852"/>
                  </a:lnTo>
                  <a:lnTo>
                    <a:pt x="2121798" y="1121989"/>
                  </a:lnTo>
                  <a:lnTo>
                    <a:pt x="2123299" y="1107331"/>
                  </a:lnTo>
                  <a:lnTo>
                    <a:pt x="2125794" y="1080843"/>
                  </a:lnTo>
                  <a:lnTo>
                    <a:pt x="2105493" y="1079300"/>
                  </a:lnTo>
                  <a:lnTo>
                    <a:pt x="2088908" y="1078659"/>
                  </a:lnTo>
                  <a:lnTo>
                    <a:pt x="2048619" y="1078758"/>
                  </a:lnTo>
                  <a:lnTo>
                    <a:pt x="2044975" y="1078722"/>
                  </a:lnTo>
                  <a:lnTo>
                    <a:pt x="2028501" y="1078551"/>
                  </a:lnTo>
                  <a:lnTo>
                    <a:pt x="2001305" y="1077806"/>
                  </a:lnTo>
                  <a:lnTo>
                    <a:pt x="2002366" y="1070203"/>
                  </a:lnTo>
                  <a:lnTo>
                    <a:pt x="2004724" y="1053295"/>
                  </a:lnTo>
                  <a:lnTo>
                    <a:pt x="2006769" y="1042316"/>
                  </a:lnTo>
                  <a:lnTo>
                    <a:pt x="2008634" y="1031096"/>
                  </a:lnTo>
                  <a:lnTo>
                    <a:pt x="2013640" y="1011841"/>
                  </a:lnTo>
                  <a:lnTo>
                    <a:pt x="2014709" y="1008419"/>
                  </a:lnTo>
                  <a:lnTo>
                    <a:pt x="2019895" y="991818"/>
                  </a:lnTo>
                  <a:lnTo>
                    <a:pt x="2021713" y="985997"/>
                  </a:lnTo>
                  <a:lnTo>
                    <a:pt x="2025264" y="974663"/>
                  </a:lnTo>
                  <a:lnTo>
                    <a:pt x="2025717" y="973216"/>
                  </a:lnTo>
                  <a:lnTo>
                    <a:pt x="2026225" y="969822"/>
                  </a:lnTo>
                  <a:lnTo>
                    <a:pt x="2026821" y="965841"/>
                  </a:lnTo>
                  <a:lnTo>
                    <a:pt x="2027314" y="962783"/>
                  </a:lnTo>
                  <a:lnTo>
                    <a:pt x="2027506" y="961650"/>
                  </a:lnTo>
                  <a:lnTo>
                    <a:pt x="2028244" y="950611"/>
                  </a:lnTo>
                  <a:lnTo>
                    <a:pt x="2028575" y="945662"/>
                  </a:lnTo>
                  <a:lnTo>
                    <a:pt x="2030271" y="935828"/>
                  </a:lnTo>
                  <a:lnTo>
                    <a:pt x="2031570" y="928300"/>
                  </a:lnTo>
                  <a:lnTo>
                    <a:pt x="2032661" y="921014"/>
                  </a:lnTo>
                  <a:lnTo>
                    <a:pt x="2035757" y="900355"/>
                  </a:lnTo>
                  <a:lnTo>
                    <a:pt x="2036235" y="897038"/>
                  </a:lnTo>
                  <a:lnTo>
                    <a:pt x="2038820" y="879098"/>
                  </a:lnTo>
                  <a:lnTo>
                    <a:pt x="2041308" y="861830"/>
                  </a:lnTo>
                  <a:lnTo>
                    <a:pt x="2041333" y="861644"/>
                  </a:lnTo>
                  <a:lnTo>
                    <a:pt x="2041439" y="860864"/>
                  </a:lnTo>
                  <a:lnTo>
                    <a:pt x="2042512" y="852969"/>
                  </a:lnTo>
                  <a:lnTo>
                    <a:pt x="2043819" y="846553"/>
                  </a:lnTo>
                  <a:lnTo>
                    <a:pt x="2044550" y="842959"/>
                  </a:lnTo>
                  <a:lnTo>
                    <a:pt x="2045618" y="838825"/>
                  </a:lnTo>
                  <a:lnTo>
                    <a:pt x="2045807" y="838093"/>
                  </a:lnTo>
                  <a:lnTo>
                    <a:pt x="2046905" y="833057"/>
                  </a:lnTo>
                  <a:lnTo>
                    <a:pt x="2047608" y="829845"/>
                  </a:lnTo>
                  <a:lnTo>
                    <a:pt x="2052637" y="813207"/>
                  </a:lnTo>
                  <a:lnTo>
                    <a:pt x="2054688" y="806423"/>
                  </a:lnTo>
                  <a:lnTo>
                    <a:pt x="2055352" y="804347"/>
                  </a:lnTo>
                  <a:lnTo>
                    <a:pt x="2058100" y="795763"/>
                  </a:lnTo>
                  <a:lnTo>
                    <a:pt x="2058368" y="794905"/>
                  </a:lnTo>
                  <a:lnTo>
                    <a:pt x="2061896" y="783559"/>
                  </a:lnTo>
                  <a:lnTo>
                    <a:pt x="2065061" y="773381"/>
                  </a:lnTo>
                  <a:lnTo>
                    <a:pt x="2069596" y="758990"/>
                  </a:lnTo>
                  <a:lnTo>
                    <a:pt x="2073154" y="747696"/>
                  </a:lnTo>
                  <a:lnTo>
                    <a:pt x="2074009" y="744677"/>
                  </a:lnTo>
                  <a:lnTo>
                    <a:pt x="2076710" y="736926"/>
                  </a:lnTo>
                  <a:lnTo>
                    <a:pt x="2076988" y="736128"/>
                  </a:lnTo>
                  <a:lnTo>
                    <a:pt x="2080037" y="727374"/>
                  </a:lnTo>
                  <a:lnTo>
                    <a:pt x="2081575" y="722744"/>
                  </a:lnTo>
                  <a:lnTo>
                    <a:pt x="2082402" y="720255"/>
                  </a:lnTo>
                  <a:lnTo>
                    <a:pt x="2083459" y="717070"/>
                  </a:lnTo>
                  <a:lnTo>
                    <a:pt x="2087708" y="704277"/>
                  </a:lnTo>
                  <a:lnTo>
                    <a:pt x="2089484" y="700253"/>
                  </a:lnTo>
                  <a:lnTo>
                    <a:pt x="2093835" y="688046"/>
                  </a:lnTo>
                  <a:lnTo>
                    <a:pt x="2095807" y="682514"/>
                  </a:lnTo>
                  <a:lnTo>
                    <a:pt x="2097892" y="676487"/>
                  </a:lnTo>
                  <a:lnTo>
                    <a:pt x="2106206" y="655030"/>
                  </a:lnTo>
                  <a:lnTo>
                    <a:pt x="2108339" y="649524"/>
                  </a:lnTo>
                  <a:lnTo>
                    <a:pt x="2108479" y="649165"/>
                  </a:lnTo>
                  <a:lnTo>
                    <a:pt x="2090739" y="644973"/>
                  </a:lnTo>
                  <a:lnTo>
                    <a:pt x="2071691" y="640517"/>
                  </a:lnTo>
                  <a:lnTo>
                    <a:pt x="2053723" y="636088"/>
                  </a:lnTo>
                  <a:lnTo>
                    <a:pt x="2036360" y="631831"/>
                  </a:lnTo>
                  <a:lnTo>
                    <a:pt x="2013548" y="627076"/>
                  </a:lnTo>
                  <a:lnTo>
                    <a:pt x="1989781" y="622747"/>
                  </a:lnTo>
                  <a:lnTo>
                    <a:pt x="1989608" y="624055"/>
                  </a:lnTo>
                  <a:lnTo>
                    <a:pt x="1988207" y="624266"/>
                  </a:lnTo>
                  <a:lnTo>
                    <a:pt x="1967722" y="627353"/>
                  </a:lnTo>
                  <a:lnTo>
                    <a:pt x="1950750" y="633039"/>
                  </a:lnTo>
                  <a:lnTo>
                    <a:pt x="1930283" y="641416"/>
                  </a:lnTo>
                  <a:lnTo>
                    <a:pt x="1910985" y="651328"/>
                  </a:lnTo>
                  <a:lnTo>
                    <a:pt x="1905186" y="668234"/>
                  </a:lnTo>
                  <a:lnTo>
                    <a:pt x="1888708" y="664930"/>
                  </a:lnTo>
                  <a:lnTo>
                    <a:pt x="1871163" y="661413"/>
                  </a:lnTo>
                  <a:lnTo>
                    <a:pt x="1862759" y="659127"/>
                  </a:lnTo>
                  <a:lnTo>
                    <a:pt x="1861965" y="658911"/>
                  </a:lnTo>
                  <a:lnTo>
                    <a:pt x="1857760" y="657768"/>
                  </a:lnTo>
                  <a:lnTo>
                    <a:pt x="1851664" y="656110"/>
                  </a:lnTo>
                  <a:lnTo>
                    <a:pt x="1832451" y="650882"/>
                  </a:lnTo>
                  <a:lnTo>
                    <a:pt x="1812479" y="643849"/>
                  </a:lnTo>
                  <a:lnTo>
                    <a:pt x="1790544" y="637721"/>
                  </a:lnTo>
                  <a:lnTo>
                    <a:pt x="1771757" y="630367"/>
                  </a:lnTo>
                  <a:lnTo>
                    <a:pt x="1753755" y="622633"/>
                  </a:lnTo>
                  <a:lnTo>
                    <a:pt x="1752069" y="620787"/>
                  </a:lnTo>
                  <a:lnTo>
                    <a:pt x="1751943" y="620650"/>
                  </a:lnTo>
                  <a:lnTo>
                    <a:pt x="1751456" y="620119"/>
                  </a:lnTo>
                  <a:lnTo>
                    <a:pt x="1750935" y="619550"/>
                  </a:lnTo>
                  <a:lnTo>
                    <a:pt x="1750583" y="619195"/>
                  </a:lnTo>
                  <a:lnTo>
                    <a:pt x="1737893" y="615323"/>
                  </a:lnTo>
                  <a:lnTo>
                    <a:pt x="1729234" y="596441"/>
                  </a:lnTo>
                  <a:lnTo>
                    <a:pt x="1724757" y="586397"/>
                  </a:lnTo>
                  <a:lnTo>
                    <a:pt x="1722235" y="581158"/>
                  </a:lnTo>
                  <a:lnTo>
                    <a:pt x="1714527" y="564408"/>
                  </a:lnTo>
                  <a:lnTo>
                    <a:pt x="1711962" y="563883"/>
                  </a:lnTo>
                  <a:lnTo>
                    <a:pt x="1690847" y="559564"/>
                  </a:lnTo>
                  <a:lnTo>
                    <a:pt x="1688605" y="559105"/>
                  </a:lnTo>
                  <a:lnTo>
                    <a:pt x="1666659" y="554618"/>
                  </a:lnTo>
                  <a:lnTo>
                    <a:pt x="1663018" y="553946"/>
                  </a:lnTo>
                  <a:lnTo>
                    <a:pt x="1634111" y="548102"/>
                  </a:lnTo>
                  <a:lnTo>
                    <a:pt x="1625394" y="546341"/>
                  </a:lnTo>
                  <a:lnTo>
                    <a:pt x="1625017" y="546265"/>
                  </a:lnTo>
                  <a:lnTo>
                    <a:pt x="1638431" y="495693"/>
                  </a:lnTo>
                  <a:lnTo>
                    <a:pt x="1642994" y="478491"/>
                  </a:lnTo>
                  <a:lnTo>
                    <a:pt x="1641498" y="478188"/>
                  </a:lnTo>
                  <a:lnTo>
                    <a:pt x="1636677" y="477205"/>
                  </a:lnTo>
                  <a:lnTo>
                    <a:pt x="1635574" y="476981"/>
                  </a:lnTo>
                  <a:lnTo>
                    <a:pt x="1635197" y="476903"/>
                  </a:lnTo>
                  <a:lnTo>
                    <a:pt x="1635266" y="475894"/>
                  </a:lnTo>
                  <a:lnTo>
                    <a:pt x="1634341" y="475500"/>
                  </a:lnTo>
                  <a:lnTo>
                    <a:pt x="1619208" y="465905"/>
                  </a:lnTo>
                  <a:lnTo>
                    <a:pt x="1601045" y="453594"/>
                  </a:lnTo>
                  <a:lnTo>
                    <a:pt x="1574653" y="434215"/>
                  </a:lnTo>
                  <a:lnTo>
                    <a:pt x="1570811" y="432279"/>
                  </a:lnTo>
                  <a:lnTo>
                    <a:pt x="1554006" y="427039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g36"/>
            <p:cNvSpPr/>
            <p:nvPr/>
          </p:nvSpPr>
          <p:spPr>
            <a:xfrm>
              <a:off x="2166519" y="4229030"/>
              <a:ext cx="2369298" cy="919361"/>
            </a:xfrm>
            <a:custGeom>
              <a:avLst/>
              <a:gdLst/>
              <a:ahLst/>
              <a:cxnLst/>
              <a:rect l="0" t="0" r="0" b="0"/>
              <a:pathLst>
                <a:path w="2369298" h="919361">
                  <a:moveTo>
                    <a:pt x="990029" y="69842"/>
                  </a:moveTo>
                  <a:lnTo>
                    <a:pt x="989471" y="69418"/>
                  </a:lnTo>
                  <a:lnTo>
                    <a:pt x="984136" y="64723"/>
                  </a:lnTo>
                  <a:lnTo>
                    <a:pt x="991791" y="52097"/>
                  </a:lnTo>
                  <a:lnTo>
                    <a:pt x="992868" y="50322"/>
                  </a:lnTo>
                  <a:lnTo>
                    <a:pt x="1001840" y="35495"/>
                  </a:lnTo>
                  <a:lnTo>
                    <a:pt x="1007112" y="26782"/>
                  </a:lnTo>
                  <a:lnTo>
                    <a:pt x="1007478" y="26178"/>
                  </a:lnTo>
                  <a:lnTo>
                    <a:pt x="1006933" y="25616"/>
                  </a:lnTo>
                  <a:lnTo>
                    <a:pt x="1006654" y="25329"/>
                  </a:lnTo>
                  <a:lnTo>
                    <a:pt x="1002152" y="20730"/>
                  </a:lnTo>
                  <a:lnTo>
                    <a:pt x="999642" y="18080"/>
                  </a:lnTo>
                  <a:lnTo>
                    <a:pt x="998840" y="17345"/>
                  </a:lnTo>
                  <a:lnTo>
                    <a:pt x="998182" y="16586"/>
                  </a:lnTo>
                  <a:lnTo>
                    <a:pt x="997088" y="15482"/>
                  </a:lnTo>
                  <a:lnTo>
                    <a:pt x="994556" y="12917"/>
                  </a:lnTo>
                  <a:lnTo>
                    <a:pt x="992022" y="10351"/>
                  </a:lnTo>
                  <a:lnTo>
                    <a:pt x="989449" y="7747"/>
                  </a:lnTo>
                  <a:lnTo>
                    <a:pt x="982823" y="1043"/>
                  </a:lnTo>
                  <a:lnTo>
                    <a:pt x="981794" y="0"/>
                  </a:lnTo>
                  <a:lnTo>
                    <a:pt x="950206" y="52723"/>
                  </a:lnTo>
                  <a:lnTo>
                    <a:pt x="897555" y="141100"/>
                  </a:lnTo>
                  <a:lnTo>
                    <a:pt x="897416" y="141338"/>
                  </a:lnTo>
                  <a:lnTo>
                    <a:pt x="897276" y="141576"/>
                  </a:lnTo>
                  <a:lnTo>
                    <a:pt x="897135" y="141813"/>
                  </a:lnTo>
                  <a:lnTo>
                    <a:pt x="896993" y="142050"/>
                  </a:lnTo>
                  <a:lnTo>
                    <a:pt x="896850" y="142286"/>
                  </a:lnTo>
                  <a:lnTo>
                    <a:pt x="896707" y="142522"/>
                  </a:lnTo>
                  <a:lnTo>
                    <a:pt x="896564" y="142758"/>
                  </a:lnTo>
                  <a:lnTo>
                    <a:pt x="896419" y="142993"/>
                  </a:lnTo>
                  <a:lnTo>
                    <a:pt x="896274" y="143228"/>
                  </a:lnTo>
                  <a:lnTo>
                    <a:pt x="896128" y="143462"/>
                  </a:lnTo>
                  <a:lnTo>
                    <a:pt x="895982" y="143696"/>
                  </a:lnTo>
                  <a:lnTo>
                    <a:pt x="895835" y="143930"/>
                  </a:lnTo>
                  <a:lnTo>
                    <a:pt x="895687" y="144163"/>
                  </a:lnTo>
                  <a:lnTo>
                    <a:pt x="895539" y="144395"/>
                  </a:lnTo>
                  <a:lnTo>
                    <a:pt x="895390" y="144627"/>
                  </a:lnTo>
                  <a:lnTo>
                    <a:pt x="895240" y="144859"/>
                  </a:lnTo>
                  <a:lnTo>
                    <a:pt x="895089" y="145091"/>
                  </a:lnTo>
                  <a:lnTo>
                    <a:pt x="893200" y="143886"/>
                  </a:lnTo>
                  <a:lnTo>
                    <a:pt x="806168" y="88364"/>
                  </a:lnTo>
                  <a:lnTo>
                    <a:pt x="752568" y="58542"/>
                  </a:lnTo>
                  <a:lnTo>
                    <a:pt x="693885" y="50212"/>
                  </a:lnTo>
                  <a:lnTo>
                    <a:pt x="679768" y="53389"/>
                  </a:lnTo>
                  <a:lnTo>
                    <a:pt x="679530" y="52324"/>
                  </a:lnTo>
                  <a:lnTo>
                    <a:pt x="677983" y="52700"/>
                  </a:lnTo>
                  <a:lnTo>
                    <a:pt x="661086" y="56464"/>
                  </a:lnTo>
                  <a:lnTo>
                    <a:pt x="659881" y="56732"/>
                  </a:lnTo>
                  <a:lnTo>
                    <a:pt x="604706" y="106365"/>
                  </a:lnTo>
                  <a:lnTo>
                    <a:pt x="604006" y="106960"/>
                  </a:lnTo>
                  <a:lnTo>
                    <a:pt x="603152" y="107342"/>
                  </a:lnTo>
                  <a:lnTo>
                    <a:pt x="539954" y="127550"/>
                  </a:lnTo>
                  <a:lnTo>
                    <a:pt x="523046" y="133067"/>
                  </a:lnTo>
                  <a:lnTo>
                    <a:pt x="522391" y="133330"/>
                  </a:lnTo>
                  <a:lnTo>
                    <a:pt x="521767" y="133659"/>
                  </a:lnTo>
                  <a:lnTo>
                    <a:pt x="481083" y="157176"/>
                  </a:lnTo>
                  <a:lnTo>
                    <a:pt x="401556" y="203416"/>
                  </a:lnTo>
                  <a:lnTo>
                    <a:pt x="317503" y="252413"/>
                  </a:lnTo>
                  <a:lnTo>
                    <a:pt x="293093" y="274821"/>
                  </a:lnTo>
                  <a:lnTo>
                    <a:pt x="286218" y="281184"/>
                  </a:lnTo>
                  <a:lnTo>
                    <a:pt x="253267" y="250484"/>
                  </a:lnTo>
                  <a:lnTo>
                    <a:pt x="241958" y="238552"/>
                  </a:lnTo>
                  <a:lnTo>
                    <a:pt x="233157" y="229356"/>
                  </a:lnTo>
                  <a:lnTo>
                    <a:pt x="226359" y="222211"/>
                  </a:lnTo>
                  <a:lnTo>
                    <a:pt x="210864" y="205918"/>
                  </a:lnTo>
                  <a:lnTo>
                    <a:pt x="205076" y="204884"/>
                  </a:lnTo>
                  <a:lnTo>
                    <a:pt x="194513" y="203080"/>
                  </a:lnTo>
                  <a:lnTo>
                    <a:pt x="190446" y="202311"/>
                  </a:lnTo>
                  <a:lnTo>
                    <a:pt x="189055" y="202086"/>
                  </a:lnTo>
                  <a:lnTo>
                    <a:pt x="189100" y="202959"/>
                  </a:lnTo>
                  <a:lnTo>
                    <a:pt x="189118" y="203298"/>
                  </a:lnTo>
                  <a:lnTo>
                    <a:pt x="189214" y="205103"/>
                  </a:lnTo>
                  <a:lnTo>
                    <a:pt x="189177" y="212260"/>
                  </a:lnTo>
                  <a:lnTo>
                    <a:pt x="191677" y="213770"/>
                  </a:lnTo>
                  <a:lnTo>
                    <a:pt x="193584" y="215834"/>
                  </a:lnTo>
                  <a:lnTo>
                    <a:pt x="193084" y="220520"/>
                  </a:lnTo>
                  <a:lnTo>
                    <a:pt x="193894" y="223731"/>
                  </a:lnTo>
                  <a:lnTo>
                    <a:pt x="192437" y="224507"/>
                  </a:lnTo>
                  <a:lnTo>
                    <a:pt x="191073" y="226574"/>
                  </a:lnTo>
                  <a:lnTo>
                    <a:pt x="189654" y="226158"/>
                  </a:lnTo>
                  <a:lnTo>
                    <a:pt x="186086" y="224704"/>
                  </a:lnTo>
                  <a:lnTo>
                    <a:pt x="185093" y="223537"/>
                  </a:lnTo>
                  <a:lnTo>
                    <a:pt x="184292" y="221219"/>
                  </a:lnTo>
                  <a:lnTo>
                    <a:pt x="182357" y="221293"/>
                  </a:lnTo>
                  <a:lnTo>
                    <a:pt x="181927" y="220142"/>
                  </a:lnTo>
                  <a:lnTo>
                    <a:pt x="180845" y="219371"/>
                  </a:lnTo>
                  <a:lnTo>
                    <a:pt x="179650" y="219889"/>
                  </a:lnTo>
                  <a:lnTo>
                    <a:pt x="178292" y="219585"/>
                  </a:lnTo>
                  <a:lnTo>
                    <a:pt x="177343" y="220503"/>
                  </a:lnTo>
                  <a:lnTo>
                    <a:pt x="175768" y="219694"/>
                  </a:lnTo>
                  <a:lnTo>
                    <a:pt x="175265" y="220542"/>
                  </a:lnTo>
                  <a:lnTo>
                    <a:pt x="173778" y="219732"/>
                  </a:lnTo>
                  <a:lnTo>
                    <a:pt x="171015" y="216181"/>
                  </a:lnTo>
                  <a:lnTo>
                    <a:pt x="169276" y="214608"/>
                  </a:lnTo>
                  <a:lnTo>
                    <a:pt x="167951" y="214647"/>
                  </a:lnTo>
                  <a:lnTo>
                    <a:pt x="166296" y="215466"/>
                  </a:lnTo>
                  <a:lnTo>
                    <a:pt x="163987" y="214834"/>
                  </a:lnTo>
                  <a:lnTo>
                    <a:pt x="163897" y="214121"/>
                  </a:lnTo>
                  <a:lnTo>
                    <a:pt x="162586" y="213200"/>
                  </a:lnTo>
                  <a:lnTo>
                    <a:pt x="162814" y="211972"/>
                  </a:lnTo>
                  <a:lnTo>
                    <a:pt x="161650" y="211073"/>
                  </a:lnTo>
                  <a:lnTo>
                    <a:pt x="159717" y="210722"/>
                  </a:lnTo>
                  <a:lnTo>
                    <a:pt x="158539" y="211200"/>
                  </a:lnTo>
                  <a:lnTo>
                    <a:pt x="156949" y="210908"/>
                  </a:lnTo>
                  <a:lnTo>
                    <a:pt x="156786" y="210300"/>
                  </a:lnTo>
                  <a:lnTo>
                    <a:pt x="154433" y="210072"/>
                  </a:lnTo>
                  <a:lnTo>
                    <a:pt x="153446" y="208234"/>
                  </a:lnTo>
                  <a:lnTo>
                    <a:pt x="152529" y="207815"/>
                  </a:lnTo>
                  <a:lnTo>
                    <a:pt x="150277" y="205201"/>
                  </a:lnTo>
                  <a:lnTo>
                    <a:pt x="136006" y="198748"/>
                  </a:lnTo>
                  <a:lnTo>
                    <a:pt x="135084" y="199604"/>
                  </a:lnTo>
                  <a:lnTo>
                    <a:pt x="134091" y="200518"/>
                  </a:lnTo>
                  <a:lnTo>
                    <a:pt x="133657" y="201853"/>
                  </a:lnTo>
                  <a:lnTo>
                    <a:pt x="132176" y="206599"/>
                  </a:lnTo>
                  <a:lnTo>
                    <a:pt x="131613" y="215101"/>
                  </a:lnTo>
                  <a:lnTo>
                    <a:pt x="131565" y="219554"/>
                  </a:lnTo>
                  <a:lnTo>
                    <a:pt x="130995" y="222615"/>
                  </a:lnTo>
                  <a:lnTo>
                    <a:pt x="128991" y="226084"/>
                  </a:lnTo>
                  <a:lnTo>
                    <a:pt x="119270" y="235438"/>
                  </a:lnTo>
                  <a:lnTo>
                    <a:pt x="111929" y="236954"/>
                  </a:lnTo>
                  <a:lnTo>
                    <a:pt x="102768" y="241509"/>
                  </a:lnTo>
                  <a:lnTo>
                    <a:pt x="99692" y="243477"/>
                  </a:lnTo>
                  <a:lnTo>
                    <a:pt x="86554" y="244766"/>
                  </a:lnTo>
                  <a:lnTo>
                    <a:pt x="78389" y="245765"/>
                  </a:lnTo>
                  <a:lnTo>
                    <a:pt x="74024" y="246376"/>
                  </a:lnTo>
                  <a:lnTo>
                    <a:pt x="68149" y="247131"/>
                  </a:lnTo>
                  <a:lnTo>
                    <a:pt x="62944" y="247411"/>
                  </a:lnTo>
                  <a:lnTo>
                    <a:pt x="59407" y="245212"/>
                  </a:lnTo>
                  <a:lnTo>
                    <a:pt x="58223" y="242797"/>
                  </a:lnTo>
                  <a:lnTo>
                    <a:pt x="57030" y="244160"/>
                  </a:lnTo>
                  <a:lnTo>
                    <a:pt x="56716" y="244518"/>
                  </a:lnTo>
                  <a:lnTo>
                    <a:pt x="48432" y="248847"/>
                  </a:lnTo>
                  <a:lnTo>
                    <a:pt x="47737" y="250936"/>
                  </a:lnTo>
                  <a:lnTo>
                    <a:pt x="46323" y="251359"/>
                  </a:lnTo>
                  <a:lnTo>
                    <a:pt x="45637" y="250943"/>
                  </a:lnTo>
                  <a:lnTo>
                    <a:pt x="45043" y="253109"/>
                  </a:lnTo>
                  <a:lnTo>
                    <a:pt x="43853" y="254222"/>
                  </a:lnTo>
                  <a:lnTo>
                    <a:pt x="42944" y="253648"/>
                  </a:lnTo>
                  <a:lnTo>
                    <a:pt x="40603" y="254376"/>
                  </a:lnTo>
                  <a:lnTo>
                    <a:pt x="39493" y="256292"/>
                  </a:lnTo>
                  <a:lnTo>
                    <a:pt x="36950" y="258003"/>
                  </a:lnTo>
                  <a:lnTo>
                    <a:pt x="38003" y="259411"/>
                  </a:lnTo>
                  <a:lnTo>
                    <a:pt x="24351" y="276557"/>
                  </a:lnTo>
                  <a:lnTo>
                    <a:pt x="8526" y="285172"/>
                  </a:lnTo>
                  <a:lnTo>
                    <a:pt x="5665" y="302942"/>
                  </a:lnTo>
                  <a:lnTo>
                    <a:pt x="4086" y="310612"/>
                  </a:lnTo>
                  <a:lnTo>
                    <a:pt x="2791" y="313687"/>
                  </a:lnTo>
                  <a:lnTo>
                    <a:pt x="1527" y="316686"/>
                  </a:lnTo>
                  <a:lnTo>
                    <a:pt x="984" y="317976"/>
                  </a:lnTo>
                  <a:lnTo>
                    <a:pt x="0" y="320312"/>
                  </a:lnTo>
                  <a:lnTo>
                    <a:pt x="11138" y="324231"/>
                  </a:lnTo>
                  <a:lnTo>
                    <a:pt x="17138" y="325957"/>
                  </a:lnTo>
                  <a:lnTo>
                    <a:pt x="19077" y="328241"/>
                  </a:lnTo>
                  <a:lnTo>
                    <a:pt x="21201" y="329901"/>
                  </a:lnTo>
                  <a:lnTo>
                    <a:pt x="28137" y="333381"/>
                  </a:lnTo>
                  <a:lnTo>
                    <a:pt x="28853" y="334632"/>
                  </a:lnTo>
                  <a:lnTo>
                    <a:pt x="30405" y="334817"/>
                  </a:lnTo>
                  <a:lnTo>
                    <a:pt x="32432" y="336829"/>
                  </a:lnTo>
                  <a:lnTo>
                    <a:pt x="35051" y="340678"/>
                  </a:lnTo>
                  <a:lnTo>
                    <a:pt x="35393" y="342205"/>
                  </a:lnTo>
                  <a:lnTo>
                    <a:pt x="36289" y="348284"/>
                  </a:lnTo>
                  <a:lnTo>
                    <a:pt x="37915" y="354226"/>
                  </a:lnTo>
                  <a:lnTo>
                    <a:pt x="38327" y="358047"/>
                  </a:lnTo>
                  <a:lnTo>
                    <a:pt x="40881" y="362401"/>
                  </a:lnTo>
                  <a:lnTo>
                    <a:pt x="41071" y="363697"/>
                  </a:lnTo>
                  <a:lnTo>
                    <a:pt x="41982" y="364437"/>
                  </a:lnTo>
                  <a:lnTo>
                    <a:pt x="43292" y="366871"/>
                  </a:lnTo>
                  <a:lnTo>
                    <a:pt x="44171" y="370124"/>
                  </a:lnTo>
                  <a:lnTo>
                    <a:pt x="44000" y="371574"/>
                  </a:lnTo>
                  <a:lnTo>
                    <a:pt x="45163" y="372994"/>
                  </a:lnTo>
                  <a:lnTo>
                    <a:pt x="45706" y="375152"/>
                  </a:lnTo>
                  <a:lnTo>
                    <a:pt x="47049" y="376337"/>
                  </a:lnTo>
                  <a:lnTo>
                    <a:pt x="48056" y="376363"/>
                  </a:lnTo>
                  <a:lnTo>
                    <a:pt x="48415" y="378156"/>
                  </a:lnTo>
                  <a:lnTo>
                    <a:pt x="48868" y="379067"/>
                  </a:lnTo>
                  <a:lnTo>
                    <a:pt x="49697" y="379593"/>
                  </a:lnTo>
                  <a:lnTo>
                    <a:pt x="50089" y="380770"/>
                  </a:lnTo>
                  <a:lnTo>
                    <a:pt x="51002" y="381528"/>
                  </a:lnTo>
                  <a:lnTo>
                    <a:pt x="53125" y="385817"/>
                  </a:lnTo>
                  <a:lnTo>
                    <a:pt x="54573" y="387434"/>
                  </a:lnTo>
                  <a:lnTo>
                    <a:pt x="58148" y="389159"/>
                  </a:lnTo>
                  <a:lnTo>
                    <a:pt x="60866" y="392229"/>
                  </a:lnTo>
                  <a:lnTo>
                    <a:pt x="60381" y="393794"/>
                  </a:lnTo>
                  <a:lnTo>
                    <a:pt x="60482" y="393974"/>
                  </a:lnTo>
                  <a:lnTo>
                    <a:pt x="61534" y="394810"/>
                  </a:lnTo>
                  <a:lnTo>
                    <a:pt x="65174" y="398798"/>
                  </a:lnTo>
                  <a:lnTo>
                    <a:pt x="66601" y="401903"/>
                  </a:lnTo>
                  <a:lnTo>
                    <a:pt x="66144" y="406533"/>
                  </a:lnTo>
                  <a:lnTo>
                    <a:pt x="66133" y="406846"/>
                  </a:lnTo>
                  <a:lnTo>
                    <a:pt x="67507" y="413148"/>
                  </a:lnTo>
                  <a:lnTo>
                    <a:pt x="67963" y="417471"/>
                  </a:lnTo>
                  <a:lnTo>
                    <a:pt x="69943" y="420852"/>
                  </a:lnTo>
                  <a:lnTo>
                    <a:pt x="68955" y="423238"/>
                  </a:lnTo>
                  <a:lnTo>
                    <a:pt x="71162" y="425232"/>
                  </a:lnTo>
                  <a:lnTo>
                    <a:pt x="73001" y="425057"/>
                  </a:lnTo>
                  <a:lnTo>
                    <a:pt x="75105" y="425750"/>
                  </a:lnTo>
                  <a:lnTo>
                    <a:pt x="75738" y="427483"/>
                  </a:lnTo>
                  <a:lnTo>
                    <a:pt x="76369" y="428232"/>
                  </a:lnTo>
                  <a:lnTo>
                    <a:pt x="78574" y="428739"/>
                  </a:lnTo>
                  <a:lnTo>
                    <a:pt x="81922" y="433397"/>
                  </a:lnTo>
                  <a:lnTo>
                    <a:pt x="86750" y="437820"/>
                  </a:lnTo>
                  <a:lnTo>
                    <a:pt x="86533" y="441245"/>
                  </a:lnTo>
                  <a:lnTo>
                    <a:pt x="87267" y="443297"/>
                  </a:lnTo>
                  <a:lnTo>
                    <a:pt x="86476" y="445237"/>
                  </a:lnTo>
                  <a:lnTo>
                    <a:pt x="86466" y="447342"/>
                  </a:lnTo>
                  <a:lnTo>
                    <a:pt x="87034" y="449127"/>
                  </a:lnTo>
                  <a:lnTo>
                    <a:pt x="87002" y="449663"/>
                  </a:lnTo>
                  <a:lnTo>
                    <a:pt x="86795" y="453122"/>
                  </a:lnTo>
                  <a:lnTo>
                    <a:pt x="89164" y="455464"/>
                  </a:lnTo>
                  <a:lnTo>
                    <a:pt x="91108" y="458163"/>
                  </a:lnTo>
                  <a:lnTo>
                    <a:pt x="91144" y="459499"/>
                  </a:lnTo>
                  <a:lnTo>
                    <a:pt x="92741" y="461698"/>
                  </a:lnTo>
                  <a:lnTo>
                    <a:pt x="99009" y="463074"/>
                  </a:lnTo>
                  <a:lnTo>
                    <a:pt x="103153" y="465733"/>
                  </a:lnTo>
                  <a:lnTo>
                    <a:pt x="106850" y="466184"/>
                  </a:lnTo>
                  <a:lnTo>
                    <a:pt x="107251" y="467084"/>
                  </a:lnTo>
                  <a:lnTo>
                    <a:pt x="109408" y="468461"/>
                  </a:lnTo>
                  <a:lnTo>
                    <a:pt x="111829" y="468720"/>
                  </a:lnTo>
                  <a:lnTo>
                    <a:pt x="115582" y="468450"/>
                  </a:lnTo>
                  <a:lnTo>
                    <a:pt x="122366" y="469841"/>
                  </a:lnTo>
                  <a:lnTo>
                    <a:pt x="123794" y="471139"/>
                  </a:lnTo>
                  <a:lnTo>
                    <a:pt x="125849" y="471130"/>
                  </a:lnTo>
                  <a:lnTo>
                    <a:pt x="130619" y="476222"/>
                  </a:lnTo>
                  <a:lnTo>
                    <a:pt x="130027" y="478265"/>
                  </a:lnTo>
                  <a:lnTo>
                    <a:pt x="135343" y="484642"/>
                  </a:lnTo>
                  <a:lnTo>
                    <a:pt x="139558" y="489697"/>
                  </a:lnTo>
                  <a:lnTo>
                    <a:pt x="144292" y="502500"/>
                  </a:lnTo>
                  <a:lnTo>
                    <a:pt x="144639" y="503898"/>
                  </a:lnTo>
                  <a:lnTo>
                    <a:pt x="145238" y="506307"/>
                  </a:lnTo>
                  <a:lnTo>
                    <a:pt x="146451" y="511188"/>
                  </a:lnTo>
                  <a:lnTo>
                    <a:pt x="146749" y="515159"/>
                  </a:lnTo>
                  <a:lnTo>
                    <a:pt x="146816" y="516058"/>
                  </a:lnTo>
                  <a:lnTo>
                    <a:pt x="146853" y="516540"/>
                  </a:lnTo>
                  <a:lnTo>
                    <a:pt x="147716" y="519533"/>
                  </a:lnTo>
                  <a:lnTo>
                    <a:pt x="148963" y="520284"/>
                  </a:lnTo>
                  <a:lnTo>
                    <a:pt x="151074" y="521474"/>
                  </a:lnTo>
                  <a:lnTo>
                    <a:pt x="151788" y="522921"/>
                  </a:lnTo>
                  <a:lnTo>
                    <a:pt x="154579" y="524697"/>
                  </a:lnTo>
                  <a:lnTo>
                    <a:pt x="156556" y="525929"/>
                  </a:lnTo>
                  <a:lnTo>
                    <a:pt x="157256" y="528194"/>
                  </a:lnTo>
                  <a:lnTo>
                    <a:pt x="157383" y="528601"/>
                  </a:lnTo>
                  <a:lnTo>
                    <a:pt x="157903" y="530283"/>
                  </a:lnTo>
                  <a:lnTo>
                    <a:pt x="158401" y="535249"/>
                  </a:lnTo>
                  <a:lnTo>
                    <a:pt x="158811" y="539342"/>
                  </a:lnTo>
                  <a:lnTo>
                    <a:pt x="159755" y="541959"/>
                  </a:lnTo>
                  <a:lnTo>
                    <a:pt x="159973" y="542564"/>
                  </a:lnTo>
                  <a:lnTo>
                    <a:pt x="160313" y="543445"/>
                  </a:lnTo>
                  <a:lnTo>
                    <a:pt x="158929" y="543398"/>
                  </a:lnTo>
                  <a:lnTo>
                    <a:pt x="159231" y="544250"/>
                  </a:lnTo>
                  <a:lnTo>
                    <a:pt x="159430" y="544808"/>
                  </a:lnTo>
                  <a:lnTo>
                    <a:pt x="159577" y="545242"/>
                  </a:lnTo>
                  <a:lnTo>
                    <a:pt x="160728" y="547190"/>
                  </a:lnTo>
                  <a:lnTo>
                    <a:pt x="161554" y="548587"/>
                  </a:lnTo>
                  <a:lnTo>
                    <a:pt x="162745" y="550979"/>
                  </a:lnTo>
                  <a:lnTo>
                    <a:pt x="165018" y="555544"/>
                  </a:lnTo>
                  <a:lnTo>
                    <a:pt x="167057" y="562414"/>
                  </a:lnTo>
                  <a:lnTo>
                    <a:pt x="167134" y="562837"/>
                  </a:lnTo>
                  <a:lnTo>
                    <a:pt x="167339" y="563966"/>
                  </a:lnTo>
                  <a:lnTo>
                    <a:pt x="167512" y="564923"/>
                  </a:lnTo>
                  <a:lnTo>
                    <a:pt x="167652" y="565696"/>
                  </a:lnTo>
                  <a:lnTo>
                    <a:pt x="165825" y="564548"/>
                  </a:lnTo>
                  <a:lnTo>
                    <a:pt x="165312" y="564583"/>
                  </a:lnTo>
                  <a:lnTo>
                    <a:pt x="165123" y="564595"/>
                  </a:lnTo>
                  <a:lnTo>
                    <a:pt x="163460" y="564986"/>
                  </a:lnTo>
                  <a:lnTo>
                    <a:pt x="162799" y="565467"/>
                  </a:lnTo>
                  <a:lnTo>
                    <a:pt x="162659" y="565568"/>
                  </a:lnTo>
                  <a:lnTo>
                    <a:pt x="162142" y="565944"/>
                  </a:lnTo>
                  <a:lnTo>
                    <a:pt x="161920" y="566105"/>
                  </a:lnTo>
                  <a:lnTo>
                    <a:pt x="161035" y="566748"/>
                  </a:lnTo>
                  <a:lnTo>
                    <a:pt x="160304" y="565667"/>
                  </a:lnTo>
                  <a:lnTo>
                    <a:pt x="159884" y="564936"/>
                  </a:lnTo>
                  <a:lnTo>
                    <a:pt x="158808" y="563060"/>
                  </a:lnTo>
                  <a:lnTo>
                    <a:pt x="158476" y="562368"/>
                  </a:lnTo>
                  <a:lnTo>
                    <a:pt x="157621" y="563276"/>
                  </a:lnTo>
                  <a:lnTo>
                    <a:pt x="155671" y="565345"/>
                  </a:lnTo>
                  <a:lnTo>
                    <a:pt x="154442" y="566649"/>
                  </a:lnTo>
                  <a:lnTo>
                    <a:pt x="153997" y="567086"/>
                  </a:lnTo>
                  <a:lnTo>
                    <a:pt x="154161" y="572143"/>
                  </a:lnTo>
                  <a:lnTo>
                    <a:pt x="154820" y="576852"/>
                  </a:lnTo>
                  <a:lnTo>
                    <a:pt x="155405" y="576910"/>
                  </a:lnTo>
                  <a:lnTo>
                    <a:pt x="156259" y="576997"/>
                  </a:lnTo>
                  <a:lnTo>
                    <a:pt x="157331" y="577106"/>
                  </a:lnTo>
                  <a:lnTo>
                    <a:pt x="158843" y="577914"/>
                  </a:lnTo>
                  <a:lnTo>
                    <a:pt x="159238" y="578126"/>
                  </a:lnTo>
                  <a:lnTo>
                    <a:pt x="162561" y="578479"/>
                  </a:lnTo>
                  <a:lnTo>
                    <a:pt x="165152" y="578752"/>
                  </a:lnTo>
                  <a:lnTo>
                    <a:pt x="168022" y="578678"/>
                  </a:lnTo>
                  <a:lnTo>
                    <a:pt x="171045" y="578599"/>
                  </a:lnTo>
                  <a:lnTo>
                    <a:pt x="173977" y="578523"/>
                  </a:lnTo>
                  <a:lnTo>
                    <a:pt x="176894" y="578448"/>
                  </a:lnTo>
                  <a:lnTo>
                    <a:pt x="178707" y="578401"/>
                  </a:lnTo>
                  <a:lnTo>
                    <a:pt x="179718" y="578375"/>
                  </a:lnTo>
                  <a:lnTo>
                    <a:pt x="182531" y="577887"/>
                  </a:lnTo>
                  <a:lnTo>
                    <a:pt x="185396" y="577390"/>
                  </a:lnTo>
                  <a:lnTo>
                    <a:pt x="185826" y="577316"/>
                  </a:lnTo>
                  <a:lnTo>
                    <a:pt x="186185" y="577253"/>
                  </a:lnTo>
                  <a:lnTo>
                    <a:pt x="186892" y="577131"/>
                  </a:lnTo>
                  <a:lnTo>
                    <a:pt x="187203" y="577077"/>
                  </a:lnTo>
                  <a:lnTo>
                    <a:pt x="188217" y="576801"/>
                  </a:lnTo>
                  <a:lnTo>
                    <a:pt x="191041" y="576035"/>
                  </a:lnTo>
                  <a:lnTo>
                    <a:pt x="193851" y="575224"/>
                  </a:lnTo>
                  <a:lnTo>
                    <a:pt x="202200" y="572817"/>
                  </a:lnTo>
                  <a:lnTo>
                    <a:pt x="205210" y="570878"/>
                  </a:lnTo>
                  <a:lnTo>
                    <a:pt x="205389" y="570815"/>
                  </a:lnTo>
                  <a:lnTo>
                    <a:pt x="211856" y="568549"/>
                  </a:lnTo>
                  <a:lnTo>
                    <a:pt x="221692" y="568061"/>
                  </a:lnTo>
                  <a:lnTo>
                    <a:pt x="229417" y="568386"/>
                  </a:lnTo>
                  <a:lnTo>
                    <a:pt x="245228" y="562547"/>
                  </a:lnTo>
                  <a:lnTo>
                    <a:pt x="250529" y="561501"/>
                  </a:lnTo>
                  <a:lnTo>
                    <a:pt x="251201" y="561410"/>
                  </a:lnTo>
                  <a:lnTo>
                    <a:pt x="255947" y="560745"/>
                  </a:lnTo>
                  <a:lnTo>
                    <a:pt x="259079" y="560305"/>
                  </a:lnTo>
                  <a:lnTo>
                    <a:pt x="261596" y="559952"/>
                  </a:lnTo>
                  <a:lnTo>
                    <a:pt x="262211" y="559922"/>
                  </a:lnTo>
                  <a:lnTo>
                    <a:pt x="262754" y="559895"/>
                  </a:lnTo>
                  <a:lnTo>
                    <a:pt x="265357" y="559766"/>
                  </a:lnTo>
                  <a:lnTo>
                    <a:pt x="267431" y="559664"/>
                  </a:lnTo>
                  <a:lnTo>
                    <a:pt x="268514" y="559611"/>
                  </a:lnTo>
                  <a:lnTo>
                    <a:pt x="272760" y="559407"/>
                  </a:lnTo>
                  <a:lnTo>
                    <a:pt x="273757" y="559354"/>
                  </a:lnTo>
                  <a:lnTo>
                    <a:pt x="276334" y="559218"/>
                  </a:lnTo>
                  <a:lnTo>
                    <a:pt x="279072" y="559090"/>
                  </a:lnTo>
                  <a:lnTo>
                    <a:pt x="282187" y="558936"/>
                  </a:lnTo>
                  <a:lnTo>
                    <a:pt x="285344" y="558780"/>
                  </a:lnTo>
                  <a:lnTo>
                    <a:pt x="285760" y="558760"/>
                  </a:lnTo>
                  <a:lnTo>
                    <a:pt x="286043" y="558746"/>
                  </a:lnTo>
                  <a:lnTo>
                    <a:pt x="288176" y="558389"/>
                  </a:lnTo>
                  <a:lnTo>
                    <a:pt x="290950" y="557930"/>
                  </a:lnTo>
                  <a:lnTo>
                    <a:pt x="291329" y="557572"/>
                  </a:lnTo>
                  <a:lnTo>
                    <a:pt x="292427" y="556542"/>
                  </a:lnTo>
                  <a:lnTo>
                    <a:pt x="295069" y="556282"/>
                  </a:lnTo>
                  <a:lnTo>
                    <a:pt x="299459" y="555865"/>
                  </a:lnTo>
                  <a:lnTo>
                    <a:pt x="304230" y="555367"/>
                  </a:lnTo>
                  <a:lnTo>
                    <a:pt x="304745" y="555313"/>
                  </a:lnTo>
                  <a:lnTo>
                    <a:pt x="305932" y="555189"/>
                  </a:lnTo>
                  <a:lnTo>
                    <a:pt x="306072" y="555174"/>
                  </a:lnTo>
                  <a:lnTo>
                    <a:pt x="308360" y="554763"/>
                  </a:lnTo>
                  <a:lnTo>
                    <a:pt x="309981" y="554472"/>
                  </a:lnTo>
                  <a:lnTo>
                    <a:pt x="318331" y="552971"/>
                  </a:lnTo>
                  <a:lnTo>
                    <a:pt x="323678" y="551074"/>
                  </a:lnTo>
                  <a:lnTo>
                    <a:pt x="325998" y="550286"/>
                  </a:lnTo>
                  <a:lnTo>
                    <a:pt x="335456" y="550026"/>
                  </a:lnTo>
                  <a:lnTo>
                    <a:pt x="336179" y="550006"/>
                  </a:lnTo>
                  <a:lnTo>
                    <a:pt x="337952" y="550058"/>
                  </a:lnTo>
                  <a:lnTo>
                    <a:pt x="341695" y="550167"/>
                  </a:lnTo>
                  <a:lnTo>
                    <a:pt x="342815" y="550725"/>
                  </a:lnTo>
                  <a:lnTo>
                    <a:pt x="344662" y="551647"/>
                  </a:lnTo>
                  <a:lnTo>
                    <a:pt x="350911" y="551330"/>
                  </a:lnTo>
                  <a:lnTo>
                    <a:pt x="353291" y="551210"/>
                  </a:lnTo>
                  <a:lnTo>
                    <a:pt x="358956" y="549271"/>
                  </a:lnTo>
                  <a:lnTo>
                    <a:pt x="364605" y="548797"/>
                  </a:lnTo>
                  <a:lnTo>
                    <a:pt x="371229" y="547105"/>
                  </a:lnTo>
                  <a:lnTo>
                    <a:pt x="372961" y="546663"/>
                  </a:lnTo>
                  <a:lnTo>
                    <a:pt x="374042" y="546387"/>
                  </a:lnTo>
                  <a:lnTo>
                    <a:pt x="375463" y="546024"/>
                  </a:lnTo>
                  <a:lnTo>
                    <a:pt x="389203" y="542516"/>
                  </a:lnTo>
                  <a:lnTo>
                    <a:pt x="404803" y="542813"/>
                  </a:lnTo>
                  <a:lnTo>
                    <a:pt x="393935" y="575325"/>
                  </a:lnTo>
                  <a:lnTo>
                    <a:pt x="388203" y="579888"/>
                  </a:lnTo>
                  <a:lnTo>
                    <a:pt x="373093" y="591918"/>
                  </a:lnTo>
                  <a:lnTo>
                    <a:pt x="372711" y="592222"/>
                  </a:lnTo>
                  <a:lnTo>
                    <a:pt x="376161" y="595965"/>
                  </a:lnTo>
                  <a:lnTo>
                    <a:pt x="380085" y="600222"/>
                  </a:lnTo>
                  <a:lnTo>
                    <a:pt x="384124" y="601726"/>
                  </a:lnTo>
                  <a:lnTo>
                    <a:pt x="385329" y="602175"/>
                  </a:lnTo>
                  <a:lnTo>
                    <a:pt x="393624" y="605870"/>
                  </a:lnTo>
                  <a:lnTo>
                    <a:pt x="408147" y="610444"/>
                  </a:lnTo>
                  <a:lnTo>
                    <a:pt x="408510" y="610559"/>
                  </a:lnTo>
                  <a:lnTo>
                    <a:pt x="405153" y="622257"/>
                  </a:lnTo>
                  <a:lnTo>
                    <a:pt x="404286" y="635075"/>
                  </a:lnTo>
                  <a:lnTo>
                    <a:pt x="405054" y="639153"/>
                  </a:lnTo>
                  <a:lnTo>
                    <a:pt x="407372" y="651451"/>
                  </a:lnTo>
                  <a:lnTo>
                    <a:pt x="406593" y="651599"/>
                  </a:lnTo>
                  <a:lnTo>
                    <a:pt x="391455" y="654474"/>
                  </a:lnTo>
                  <a:lnTo>
                    <a:pt x="385609" y="656020"/>
                  </a:lnTo>
                  <a:lnTo>
                    <a:pt x="353375" y="664546"/>
                  </a:lnTo>
                  <a:lnTo>
                    <a:pt x="342643" y="666897"/>
                  </a:lnTo>
                  <a:lnTo>
                    <a:pt x="315403" y="673584"/>
                  </a:lnTo>
                  <a:lnTo>
                    <a:pt x="313913" y="674241"/>
                  </a:lnTo>
                  <a:lnTo>
                    <a:pt x="310844" y="675594"/>
                  </a:lnTo>
                  <a:lnTo>
                    <a:pt x="304912" y="678210"/>
                  </a:lnTo>
                  <a:lnTo>
                    <a:pt x="295317" y="682441"/>
                  </a:lnTo>
                  <a:lnTo>
                    <a:pt x="294378" y="682870"/>
                  </a:lnTo>
                  <a:lnTo>
                    <a:pt x="284525" y="687371"/>
                  </a:lnTo>
                  <a:lnTo>
                    <a:pt x="270382" y="693832"/>
                  </a:lnTo>
                  <a:lnTo>
                    <a:pt x="240796" y="704095"/>
                  </a:lnTo>
                  <a:lnTo>
                    <a:pt x="231998" y="706548"/>
                  </a:lnTo>
                  <a:lnTo>
                    <a:pt x="226773" y="708004"/>
                  </a:lnTo>
                  <a:lnTo>
                    <a:pt x="208106" y="710385"/>
                  </a:lnTo>
                  <a:lnTo>
                    <a:pt x="187344" y="715209"/>
                  </a:lnTo>
                  <a:lnTo>
                    <a:pt x="186028" y="715515"/>
                  </a:lnTo>
                  <a:lnTo>
                    <a:pt x="172857" y="718575"/>
                  </a:lnTo>
                  <a:lnTo>
                    <a:pt x="147092" y="730964"/>
                  </a:lnTo>
                  <a:lnTo>
                    <a:pt x="132692" y="732724"/>
                  </a:lnTo>
                  <a:lnTo>
                    <a:pt x="116711" y="736071"/>
                  </a:lnTo>
                  <a:lnTo>
                    <a:pt x="111266" y="754657"/>
                  </a:lnTo>
                  <a:lnTo>
                    <a:pt x="94182" y="766879"/>
                  </a:lnTo>
                  <a:lnTo>
                    <a:pt x="87295" y="771524"/>
                  </a:lnTo>
                  <a:lnTo>
                    <a:pt x="81055" y="775734"/>
                  </a:lnTo>
                  <a:lnTo>
                    <a:pt x="71882" y="777569"/>
                  </a:lnTo>
                  <a:lnTo>
                    <a:pt x="68091" y="782435"/>
                  </a:lnTo>
                  <a:lnTo>
                    <a:pt x="71204" y="787129"/>
                  </a:lnTo>
                  <a:lnTo>
                    <a:pt x="70865" y="792249"/>
                  </a:lnTo>
                  <a:lnTo>
                    <a:pt x="70941" y="793889"/>
                  </a:lnTo>
                  <a:lnTo>
                    <a:pt x="71539" y="794142"/>
                  </a:lnTo>
                  <a:lnTo>
                    <a:pt x="73215" y="794852"/>
                  </a:lnTo>
                  <a:lnTo>
                    <a:pt x="74067" y="795009"/>
                  </a:lnTo>
                  <a:lnTo>
                    <a:pt x="74940" y="795145"/>
                  </a:lnTo>
                  <a:lnTo>
                    <a:pt x="75619" y="795302"/>
                  </a:lnTo>
                  <a:lnTo>
                    <a:pt x="76256" y="795555"/>
                  </a:lnTo>
                  <a:lnTo>
                    <a:pt x="77033" y="795929"/>
                  </a:lnTo>
                  <a:lnTo>
                    <a:pt x="77827" y="796280"/>
                  </a:lnTo>
                  <a:lnTo>
                    <a:pt x="78465" y="796456"/>
                  </a:lnTo>
                  <a:lnTo>
                    <a:pt x="79505" y="796591"/>
                  </a:lnTo>
                  <a:lnTo>
                    <a:pt x="79647" y="796609"/>
                  </a:lnTo>
                  <a:lnTo>
                    <a:pt x="80521" y="796767"/>
                  </a:lnTo>
                  <a:lnTo>
                    <a:pt x="81158" y="796866"/>
                  </a:lnTo>
                  <a:lnTo>
                    <a:pt x="81739" y="796924"/>
                  </a:lnTo>
                  <a:lnTo>
                    <a:pt x="82363" y="796785"/>
                  </a:lnTo>
                  <a:lnTo>
                    <a:pt x="82651" y="796686"/>
                  </a:lnTo>
                  <a:lnTo>
                    <a:pt x="83099" y="796532"/>
                  </a:lnTo>
                  <a:lnTo>
                    <a:pt x="85257" y="796631"/>
                  </a:lnTo>
                  <a:lnTo>
                    <a:pt x="88219" y="797605"/>
                  </a:lnTo>
                  <a:lnTo>
                    <a:pt x="89092" y="798557"/>
                  </a:lnTo>
                  <a:lnTo>
                    <a:pt x="89771" y="799150"/>
                  </a:lnTo>
                  <a:lnTo>
                    <a:pt x="89991" y="799351"/>
                  </a:lnTo>
                  <a:lnTo>
                    <a:pt x="90542" y="799853"/>
                  </a:lnTo>
                  <a:lnTo>
                    <a:pt x="91239" y="800439"/>
                  </a:lnTo>
                  <a:lnTo>
                    <a:pt x="91568" y="800849"/>
                  </a:lnTo>
                  <a:lnTo>
                    <a:pt x="91885" y="801316"/>
                  </a:lnTo>
                  <a:lnTo>
                    <a:pt x="92032" y="801534"/>
                  </a:lnTo>
                  <a:lnTo>
                    <a:pt x="93359" y="802730"/>
                  </a:lnTo>
                  <a:lnTo>
                    <a:pt x="93621" y="803076"/>
                  </a:lnTo>
                  <a:lnTo>
                    <a:pt x="93746" y="803375"/>
                  </a:lnTo>
                  <a:lnTo>
                    <a:pt x="93951" y="803686"/>
                  </a:lnTo>
                  <a:lnTo>
                    <a:pt x="94103" y="803819"/>
                  </a:lnTo>
                  <a:lnTo>
                    <a:pt x="94721" y="804365"/>
                  </a:lnTo>
                  <a:lnTo>
                    <a:pt x="95265" y="804950"/>
                  </a:lnTo>
                  <a:lnTo>
                    <a:pt x="96194" y="805770"/>
                  </a:lnTo>
                  <a:lnTo>
                    <a:pt x="96505" y="806203"/>
                  </a:lnTo>
                  <a:lnTo>
                    <a:pt x="96658" y="806415"/>
                  </a:lnTo>
                  <a:lnTo>
                    <a:pt x="97238" y="807316"/>
                  </a:lnTo>
                  <a:lnTo>
                    <a:pt x="97920" y="808239"/>
                  </a:lnTo>
                  <a:lnTo>
                    <a:pt x="99239" y="809297"/>
                  </a:lnTo>
                  <a:lnTo>
                    <a:pt x="99572" y="809553"/>
                  </a:lnTo>
                  <a:lnTo>
                    <a:pt x="100401" y="810194"/>
                  </a:lnTo>
                  <a:lnTo>
                    <a:pt x="101851" y="811208"/>
                  </a:lnTo>
                  <a:lnTo>
                    <a:pt x="102109" y="811271"/>
                  </a:lnTo>
                  <a:lnTo>
                    <a:pt x="102335" y="811325"/>
                  </a:lnTo>
                  <a:lnTo>
                    <a:pt x="102584" y="811366"/>
                  </a:lnTo>
                  <a:lnTo>
                    <a:pt x="103190" y="811464"/>
                  </a:lnTo>
                  <a:lnTo>
                    <a:pt x="103246" y="811640"/>
                  </a:lnTo>
                  <a:lnTo>
                    <a:pt x="103905" y="812361"/>
                  </a:lnTo>
                  <a:lnTo>
                    <a:pt x="104719" y="812772"/>
                  </a:lnTo>
                  <a:lnTo>
                    <a:pt x="105262" y="813105"/>
                  </a:lnTo>
                  <a:lnTo>
                    <a:pt x="106076" y="813808"/>
                  </a:lnTo>
                  <a:lnTo>
                    <a:pt x="106364" y="814002"/>
                  </a:lnTo>
                  <a:lnTo>
                    <a:pt x="106697" y="814234"/>
                  </a:lnTo>
                  <a:lnTo>
                    <a:pt x="107525" y="814804"/>
                  </a:lnTo>
                  <a:lnTo>
                    <a:pt x="109317" y="815422"/>
                  </a:lnTo>
                  <a:lnTo>
                    <a:pt x="109954" y="815642"/>
                  </a:lnTo>
                  <a:lnTo>
                    <a:pt x="110302" y="815936"/>
                  </a:lnTo>
                  <a:lnTo>
                    <a:pt x="110784" y="816289"/>
                  </a:lnTo>
                  <a:lnTo>
                    <a:pt x="111344" y="816877"/>
                  </a:lnTo>
                  <a:lnTo>
                    <a:pt x="112358" y="817581"/>
                  </a:lnTo>
                  <a:lnTo>
                    <a:pt x="112426" y="817454"/>
                  </a:lnTo>
                  <a:lnTo>
                    <a:pt x="113580" y="818433"/>
                  </a:lnTo>
                  <a:lnTo>
                    <a:pt x="114016" y="818512"/>
                  </a:lnTo>
                  <a:lnTo>
                    <a:pt x="114761" y="818648"/>
                  </a:lnTo>
                  <a:lnTo>
                    <a:pt x="115712" y="818504"/>
                  </a:lnTo>
                  <a:lnTo>
                    <a:pt x="117089" y="819368"/>
                  </a:lnTo>
                  <a:lnTo>
                    <a:pt x="117760" y="819986"/>
                  </a:lnTo>
                  <a:lnTo>
                    <a:pt x="119497" y="821328"/>
                  </a:lnTo>
                  <a:lnTo>
                    <a:pt x="122542" y="822820"/>
                  </a:lnTo>
                  <a:lnTo>
                    <a:pt x="122814" y="823053"/>
                  </a:lnTo>
                  <a:lnTo>
                    <a:pt x="123942" y="824011"/>
                  </a:lnTo>
                  <a:lnTo>
                    <a:pt x="124917" y="824820"/>
                  </a:lnTo>
                  <a:lnTo>
                    <a:pt x="127945" y="827334"/>
                  </a:lnTo>
                  <a:lnTo>
                    <a:pt x="128252" y="827606"/>
                  </a:lnTo>
                  <a:lnTo>
                    <a:pt x="129638" y="825763"/>
                  </a:lnTo>
                  <a:lnTo>
                    <a:pt x="130435" y="824221"/>
                  </a:lnTo>
                  <a:lnTo>
                    <a:pt x="132101" y="821515"/>
                  </a:lnTo>
                  <a:lnTo>
                    <a:pt x="132914" y="820720"/>
                  </a:lnTo>
                  <a:lnTo>
                    <a:pt x="135308" y="819426"/>
                  </a:lnTo>
                  <a:lnTo>
                    <a:pt x="140607" y="816590"/>
                  </a:lnTo>
                  <a:lnTo>
                    <a:pt x="146156" y="813667"/>
                  </a:lnTo>
                  <a:lnTo>
                    <a:pt x="148223" y="812725"/>
                  </a:lnTo>
                  <a:lnTo>
                    <a:pt x="150190" y="811830"/>
                  </a:lnTo>
                  <a:lnTo>
                    <a:pt x="150389" y="811709"/>
                  </a:lnTo>
                  <a:lnTo>
                    <a:pt x="150660" y="811543"/>
                  </a:lnTo>
                  <a:lnTo>
                    <a:pt x="152917" y="810526"/>
                  </a:lnTo>
                  <a:lnTo>
                    <a:pt x="154486" y="809708"/>
                  </a:lnTo>
                  <a:lnTo>
                    <a:pt x="156778" y="808846"/>
                  </a:lnTo>
                  <a:lnTo>
                    <a:pt x="158339" y="808267"/>
                  </a:lnTo>
                  <a:lnTo>
                    <a:pt x="160377" y="807621"/>
                  </a:lnTo>
                  <a:lnTo>
                    <a:pt x="160776" y="807447"/>
                  </a:lnTo>
                  <a:lnTo>
                    <a:pt x="163784" y="806702"/>
                  </a:lnTo>
                  <a:lnTo>
                    <a:pt x="164435" y="806575"/>
                  </a:lnTo>
                  <a:lnTo>
                    <a:pt x="166004" y="806269"/>
                  </a:lnTo>
                  <a:lnTo>
                    <a:pt x="168560" y="805875"/>
                  </a:lnTo>
                  <a:lnTo>
                    <a:pt x="174073" y="805217"/>
                  </a:lnTo>
                  <a:lnTo>
                    <a:pt x="186159" y="804586"/>
                  </a:lnTo>
                  <a:lnTo>
                    <a:pt x="193343" y="804211"/>
                  </a:lnTo>
                  <a:lnTo>
                    <a:pt x="195473" y="804369"/>
                  </a:lnTo>
                  <a:lnTo>
                    <a:pt x="195686" y="804385"/>
                  </a:lnTo>
                  <a:lnTo>
                    <a:pt x="196783" y="804257"/>
                  </a:lnTo>
                  <a:lnTo>
                    <a:pt x="197735" y="804107"/>
                  </a:lnTo>
                  <a:lnTo>
                    <a:pt x="198210" y="803960"/>
                  </a:lnTo>
                  <a:lnTo>
                    <a:pt x="198801" y="803776"/>
                  </a:lnTo>
                  <a:lnTo>
                    <a:pt x="199255" y="803620"/>
                  </a:lnTo>
                  <a:lnTo>
                    <a:pt x="199721" y="803460"/>
                  </a:lnTo>
                  <a:lnTo>
                    <a:pt x="200001" y="803374"/>
                  </a:lnTo>
                  <a:lnTo>
                    <a:pt x="200309" y="803280"/>
                  </a:lnTo>
                  <a:lnTo>
                    <a:pt x="200454" y="803218"/>
                  </a:lnTo>
                  <a:lnTo>
                    <a:pt x="200885" y="803035"/>
                  </a:lnTo>
                  <a:lnTo>
                    <a:pt x="201424" y="802812"/>
                  </a:lnTo>
                  <a:lnTo>
                    <a:pt x="201612" y="802722"/>
                  </a:lnTo>
                  <a:lnTo>
                    <a:pt x="202013" y="802527"/>
                  </a:lnTo>
                  <a:lnTo>
                    <a:pt x="202390" y="802297"/>
                  </a:lnTo>
                  <a:lnTo>
                    <a:pt x="203002" y="801938"/>
                  </a:lnTo>
                  <a:lnTo>
                    <a:pt x="203625" y="801593"/>
                  </a:lnTo>
                  <a:lnTo>
                    <a:pt x="204239" y="801319"/>
                  </a:lnTo>
                  <a:lnTo>
                    <a:pt x="204854" y="801033"/>
                  </a:lnTo>
                  <a:lnTo>
                    <a:pt x="206753" y="800148"/>
                  </a:lnTo>
                  <a:lnTo>
                    <a:pt x="208423" y="799221"/>
                  </a:lnTo>
                  <a:lnTo>
                    <a:pt x="213325" y="796721"/>
                  </a:lnTo>
                  <a:lnTo>
                    <a:pt x="214321" y="796270"/>
                  </a:lnTo>
                  <a:lnTo>
                    <a:pt x="215989" y="795513"/>
                  </a:lnTo>
                  <a:lnTo>
                    <a:pt x="216464" y="795298"/>
                  </a:lnTo>
                  <a:lnTo>
                    <a:pt x="218427" y="794270"/>
                  </a:lnTo>
                  <a:lnTo>
                    <a:pt x="218707" y="793985"/>
                  </a:lnTo>
                  <a:lnTo>
                    <a:pt x="218523" y="793646"/>
                  </a:lnTo>
                  <a:lnTo>
                    <a:pt x="219171" y="793261"/>
                  </a:lnTo>
                  <a:lnTo>
                    <a:pt x="219345" y="793563"/>
                  </a:lnTo>
                  <a:lnTo>
                    <a:pt x="222313" y="791001"/>
                  </a:lnTo>
                  <a:lnTo>
                    <a:pt x="222733" y="790728"/>
                  </a:lnTo>
                  <a:lnTo>
                    <a:pt x="224976" y="789136"/>
                  </a:lnTo>
                  <a:lnTo>
                    <a:pt x="227342" y="787048"/>
                  </a:lnTo>
                  <a:lnTo>
                    <a:pt x="228034" y="786341"/>
                  </a:lnTo>
                  <a:lnTo>
                    <a:pt x="228936" y="784927"/>
                  </a:lnTo>
                  <a:lnTo>
                    <a:pt x="230550" y="784178"/>
                  </a:lnTo>
                  <a:lnTo>
                    <a:pt x="231503" y="783379"/>
                  </a:lnTo>
                  <a:lnTo>
                    <a:pt x="232496" y="782641"/>
                  </a:lnTo>
                  <a:lnTo>
                    <a:pt x="232782" y="782425"/>
                  </a:lnTo>
                  <a:lnTo>
                    <a:pt x="232986" y="782259"/>
                  </a:lnTo>
                  <a:lnTo>
                    <a:pt x="233851" y="781462"/>
                  </a:lnTo>
                  <a:lnTo>
                    <a:pt x="236589" y="778837"/>
                  </a:lnTo>
                  <a:lnTo>
                    <a:pt x="238189" y="776803"/>
                  </a:lnTo>
                  <a:lnTo>
                    <a:pt x="240352" y="774168"/>
                  </a:lnTo>
                  <a:lnTo>
                    <a:pt x="240913" y="773483"/>
                  </a:lnTo>
                  <a:lnTo>
                    <a:pt x="241753" y="772755"/>
                  </a:lnTo>
                  <a:lnTo>
                    <a:pt x="242490" y="772089"/>
                  </a:lnTo>
                  <a:lnTo>
                    <a:pt x="243034" y="771617"/>
                  </a:lnTo>
                  <a:lnTo>
                    <a:pt x="243418" y="771291"/>
                  </a:lnTo>
                  <a:lnTo>
                    <a:pt x="243734" y="771022"/>
                  </a:lnTo>
                  <a:lnTo>
                    <a:pt x="243930" y="770858"/>
                  </a:lnTo>
                  <a:lnTo>
                    <a:pt x="244128" y="770693"/>
                  </a:lnTo>
                  <a:lnTo>
                    <a:pt x="244603" y="770316"/>
                  </a:lnTo>
                  <a:lnTo>
                    <a:pt x="245976" y="769256"/>
                  </a:lnTo>
                  <a:lnTo>
                    <a:pt x="248999" y="767235"/>
                  </a:lnTo>
                  <a:lnTo>
                    <a:pt x="251538" y="765760"/>
                  </a:lnTo>
                  <a:lnTo>
                    <a:pt x="252037" y="765650"/>
                  </a:lnTo>
                  <a:lnTo>
                    <a:pt x="255614" y="763763"/>
                  </a:lnTo>
                  <a:lnTo>
                    <a:pt x="256014" y="763566"/>
                  </a:lnTo>
                  <a:lnTo>
                    <a:pt x="257491" y="762838"/>
                  </a:lnTo>
                  <a:lnTo>
                    <a:pt x="260157" y="761493"/>
                  </a:lnTo>
                  <a:lnTo>
                    <a:pt x="263508" y="759803"/>
                  </a:lnTo>
                  <a:lnTo>
                    <a:pt x="264801" y="759178"/>
                  </a:lnTo>
                  <a:lnTo>
                    <a:pt x="265236" y="758968"/>
                  </a:lnTo>
                  <a:lnTo>
                    <a:pt x="269048" y="757120"/>
                  </a:lnTo>
                  <a:lnTo>
                    <a:pt x="270781" y="756410"/>
                  </a:lnTo>
                  <a:lnTo>
                    <a:pt x="273016" y="755496"/>
                  </a:lnTo>
                  <a:lnTo>
                    <a:pt x="274305" y="755028"/>
                  </a:lnTo>
                  <a:lnTo>
                    <a:pt x="274584" y="754893"/>
                  </a:lnTo>
                  <a:lnTo>
                    <a:pt x="277274" y="753591"/>
                  </a:lnTo>
                  <a:lnTo>
                    <a:pt x="277833" y="753307"/>
                  </a:lnTo>
                  <a:lnTo>
                    <a:pt x="278503" y="752967"/>
                  </a:lnTo>
                  <a:lnTo>
                    <a:pt x="278914" y="752765"/>
                  </a:lnTo>
                  <a:lnTo>
                    <a:pt x="279538" y="752460"/>
                  </a:lnTo>
                  <a:lnTo>
                    <a:pt x="279791" y="752326"/>
                  </a:lnTo>
                  <a:lnTo>
                    <a:pt x="285633" y="749235"/>
                  </a:lnTo>
                  <a:lnTo>
                    <a:pt x="288969" y="747471"/>
                  </a:lnTo>
                  <a:lnTo>
                    <a:pt x="293100" y="745234"/>
                  </a:lnTo>
                  <a:lnTo>
                    <a:pt x="294158" y="744891"/>
                  </a:lnTo>
                  <a:lnTo>
                    <a:pt x="294388" y="744834"/>
                  </a:lnTo>
                  <a:lnTo>
                    <a:pt x="294734" y="744788"/>
                  </a:lnTo>
                  <a:lnTo>
                    <a:pt x="294951" y="744759"/>
                  </a:lnTo>
                  <a:lnTo>
                    <a:pt x="295340" y="744766"/>
                  </a:lnTo>
                  <a:lnTo>
                    <a:pt x="296696" y="744914"/>
                  </a:lnTo>
                  <a:lnTo>
                    <a:pt x="297176" y="745024"/>
                  </a:lnTo>
                  <a:lnTo>
                    <a:pt x="298639" y="745127"/>
                  </a:lnTo>
                  <a:lnTo>
                    <a:pt x="300009" y="745192"/>
                  </a:lnTo>
                  <a:lnTo>
                    <a:pt x="300926" y="745031"/>
                  </a:lnTo>
                  <a:lnTo>
                    <a:pt x="301651" y="744607"/>
                  </a:lnTo>
                  <a:lnTo>
                    <a:pt x="303671" y="742901"/>
                  </a:lnTo>
                  <a:lnTo>
                    <a:pt x="304582" y="742054"/>
                  </a:lnTo>
                  <a:lnTo>
                    <a:pt x="304779" y="741861"/>
                  </a:lnTo>
                  <a:lnTo>
                    <a:pt x="304998" y="741543"/>
                  </a:lnTo>
                  <a:lnTo>
                    <a:pt x="306327" y="739549"/>
                  </a:lnTo>
                  <a:lnTo>
                    <a:pt x="308221" y="736177"/>
                  </a:lnTo>
                  <a:lnTo>
                    <a:pt x="312827" y="732033"/>
                  </a:lnTo>
                  <a:lnTo>
                    <a:pt x="316063" y="730201"/>
                  </a:lnTo>
                  <a:lnTo>
                    <a:pt x="321428" y="725423"/>
                  </a:lnTo>
                  <a:lnTo>
                    <a:pt x="323359" y="723258"/>
                  </a:lnTo>
                  <a:lnTo>
                    <a:pt x="324775" y="721967"/>
                  </a:lnTo>
                  <a:lnTo>
                    <a:pt x="326461" y="720841"/>
                  </a:lnTo>
                  <a:lnTo>
                    <a:pt x="334180" y="717083"/>
                  </a:lnTo>
                  <a:lnTo>
                    <a:pt x="335350" y="716326"/>
                  </a:lnTo>
                  <a:lnTo>
                    <a:pt x="336802" y="715131"/>
                  </a:lnTo>
                  <a:lnTo>
                    <a:pt x="338771" y="713478"/>
                  </a:lnTo>
                  <a:lnTo>
                    <a:pt x="340990" y="712280"/>
                  </a:lnTo>
                  <a:lnTo>
                    <a:pt x="344352" y="710551"/>
                  </a:lnTo>
                  <a:lnTo>
                    <a:pt x="348148" y="708129"/>
                  </a:lnTo>
                  <a:lnTo>
                    <a:pt x="350792" y="705911"/>
                  </a:lnTo>
                  <a:lnTo>
                    <a:pt x="357746" y="702155"/>
                  </a:lnTo>
                  <a:lnTo>
                    <a:pt x="360005" y="701012"/>
                  </a:lnTo>
                  <a:lnTo>
                    <a:pt x="364907" y="697698"/>
                  </a:lnTo>
                  <a:lnTo>
                    <a:pt x="367300" y="696834"/>
                  </a:lnTo>
                  <a:lnTo>
                    <a:pt x="367899" y="696537"/>
                  </a:lnTo>
                  <a:lnTo>
                    <a:pt x="371086" y="694791"/>
                  </a:lnTo>
                  <a:lnTo>
                    <a:pt x="376837" y="693481"/>
                  </a:lnTo>
                  <a:lnTo>
                    <a:pt x="382728" y="692837"/>
                  </a:lnTo>
                  <a:lnTo>
                    <a:pt x="385816" y="691665"/>
                  </a:lnTo>
                  <a:lnTo>
                    <a:pt x="388462" y="690321"/>
                  </a:lnTo>
                  <a:lnTo>
                    <a:pt x="390269" y="689657"/>
                  </a:lnTo>
                  <a:lnTo>
                    <a:pt x="391949" y="689450"/>
                  </a:lnTo>
                  <a:lnTo>
                    <a:pt x="397846" y="689456"/>
                  </a:lnTo>
                  <a:lnTo>
                    <a:pt x="401150" y="688349"/>
                  </a:lnTo>
                  <a:lnTo>
                    <a:pt x="402925" y="687635"/>
                  </a:lnTo>
                  <a:lnTo>
                    <a:pt x="404908" y="686200"/>
                  </a:lnTo>
                  <a:lnTo>
                    <a:pt x="407002" y="684915"/>
                  </a:lnTo>
                  <a:lnTo>
                    <a:pt x="408658" y="684442"/>
                  </a:lnTo>
                  <a:lnTo>
                    <a:pt x="411141" y="684036"/>
                  </a:lnTo>
                  <a:lnTo>
                    <a:pt x="412321" y="683925"/>
                  </a:lnTo>
                  <a:lnTo>
                    <a:pt x="413756" y="683896"/>
                  </a:lnTo>
                  <a:lnTo>
                    <a:pt x="415294" y="684187"/>
                  </a:lnTo>
                  <a:lnTo>
                    <a:pt x="416578" y="684145"/>
                  </a:lnTo>
                  <a:lnTo>
                    <a:pt x="423856" y="683016"/>
                  </a:lnTo>
                  <a:lnTo>
                    <a:pt x="427001" y="682660"/>
                  </a:lnTo>
                  <a:lnTo>
                    <a:pt x="435724" y="680651"/>
                  </a:lnTo>
                  <a:lnTo>
                    <a:pt x="439229" y="680058"/>
                  </a:lnTo>
                  <a:lnTo>
                    <a:pt x="446614" y="678471"/>
                  </a:lnTo>
                  <a:lnTo>
                    <a:pt x="453208" y="676759"/>
                  </a:lnTo>
                  <a:lnTo>
                    <a:pt x="454243" y="676685"/>
                  </a:lnTo>
                  <a:lnTo>
                    <a:pt x="463490" y="675397"/>
                  </a:lnTo>
                  <a:lnTo>
                    <a:pt x="472500" y="673504"/>
                  </a:lnTo>
                  <a:lnTo>
                    <a:pt x="481501" y="671415"/>
                  </a:lnTo>
                  <a:lnTo>
                    <a:pt x="484903" y="670818"/>
                  </a:lnTo>
                  <a:lnTo>
                    <a:pt x="486442" y="669992"/>
                  </a:lnTo>
                  <a:lnTo>
                    <a:pt x="489808" y="669569"/>
                  </a:lnTo>
                  <a:lnTo>
                    <a:pt x="499994" y="669400"/>
                  </a:lnTo>
                  <a:lnTo>
                    <a:pt x="502630" y="669306"/>
                  </a:lnTo>
                  <a:lnTo>
                    <a:pt x="504633" y="669011"/>
                  </a:lnTo>
                  <a:lnTo>
                    <a:pt x="508008" y="668261"/>
                  </a:lnTo>
                  <a:lnTo>
                    <a:pt x="510865" y="667950"/>
                  </a:lnTo>
                  <a:lnTo>
                    <a:pt x="514046" y="667690"/>
                  </a:lnTo>
                  <a:lnTo>
                    <a:pt x="516497" y="667612"/>
                  </a:lnTo>
                  <a:lnTo>
                    <a:pt x="518906" y="667244"/>
                  </a:lnTo>
                  <a:lnTo>
                    <a:pt x="522862" y="667106"/>
                  </a:lnTo>
                  <a:lnTo>
                    <a:pt x="524899" y="666268"/>
                  </a:lnTo>
                  <a:lnTo>
                    <a:pt x="526377" y="665318"/>
                  </a:lnTo>
                  <a:lnTo>
                    <a:pt x="527988" y="664643"/>
                  </a:lnTo>
                  <a:lnTo>
                    <a:pt x="528559" y="664545"/>
                  </a:lnTo>
                  <a:lnTo>
                    <a:pt x="529712" y="664868"/>
                  </a:lnTo>
                  <a:lnTo>
                    <a:pt x="532499" y="667049"/>
                  </a:lnTo>
                  <a:lnTo>
                    <a:pt x="533741" y="668154"/>
                  </a:lnTo>
                  <a:lnTo>
                    <a:pt x="535285" y="670072"/>
                  </a:lnTo>
                  <a:lnTo>
                    <a:pt x="542781" y="671916"/>
                  </a:lnTo>
                  <a:lnTo>
                    <a:pt x="545372" y="672552"/>
                  </a:lnTo>
                  <a:lnTo>
                    <a:pt x="546670" y="672891"/>
                  </a:lnTo>
                  <a:lnTo>
                    <a:pt x="548318" y="673329"/>
                  </a:lnTo>
                  <a:lnTo>
                    <a:pt x="548779" y="673313"/>
                  </a:lnTo>
                  <a:lnTo>
                    <a:pt x="549852" y="671201"/>
                  </a:lnTo>
                  <a:lnTo>
                    <a:pt x="551495" y="669973"/>
                  </a:lnTo>
                  <a:lnTo>
                    <a:pt x="554413" y="670603"/>
                  </a:lnTo>
                  <a:lnTo>
                    <a:pt x="555066" y="670748"/>
                  </a:lnTo>
                  <a:lnTo>
                    <a:pt x="557119" y="670999"/>
                  </a:lnTo>
                  <a:lnTo>
                    <a:pt x="558387" y="671141"/>
                  </a:lnTo>
                  <a:lnTo>
                    <a:pt x="559383" y="671630"/>
                  </a:lnTo>
                  <a:lnTo>
                    <a:pt x="560592" y="672919"/>
                  </a:lnTo>
                  <a:lnTo>
                    <a:pt x="561817" y="673759"/>
                  </a:lnTo>
                  <a:lnTo>
                    <a:pt x="564786" y="673794"/>
                  </a:lnTo>
                  <a:lnTo>
                    <a:pt x="566736" y="673578"/>
                  </a:lnTo>
                  <a:lnTo>
                    <a:pt x="569425" y="673270"/>
                  </a:lnTo>
                  <a:lnTo>
                    <a:pt x="571151" y="673420"/>
                  </a:lnTo>
                  <a:lnTo>
                    <a:pt x="572895" y="674100"/>
                  </a:lnTo>
                  <a:lnTo>
                    <a:pt x="574422" y="674697"/>
                  </a:lnTo>
                  <a:lnTo>
                    <a:pt x="575307" y="675266"/>
                  </a:lnTo>
                  <a:lnTo>
                    <a:pt x="578021" y="677009"/>
                  </a:lnTo>
                  <a:lnTo>
                    <a:pt x="582037" y="679077"/>
                  </a:lnTo>
                  <a:lnTo>
                    <a:pt x="586135" y="680185"/>
                  </a:lnTo>
                  <a:lnTo>
                    <a:pt x="587236" y="681014"/>
                  </a:lnTo>
                  <a:lnTo>
                    <a:pt x="587477" y="680709"/>
                  </a:lnTo>
                  <a:lnTo>
                    <a:pt x="588009" y="680039"/>
                  </a:lnTo>
                  <a:lnTo>
                    <a:pt x="589655" y="681235"/>
                  </a:lnTo>
                  <a:lnTo>
                    <a:pt x="591798" y="682771"/>
                  </a:lnTo>
                  <a:lnTo>
                    <a:pt x="591973" y="682896"/>
                  </a:lnTo>
                  <a:lnTo>
                    <a:pt x="594013" y="684347"/>
                  </a:lnTo>
                  <a:lnTo>
                    <a:pt x="594596" y="684764"/>
                  </a:lnTo>
                  <a:lnTo>
                    <a:pt x="595367" y="685314"/>
                  </a:lnTo>
                  <a:lnTo>
                    <a:pt x="598972" y="686875"/>
                  </a:lnTo>
                  <a:lnTo>
                    <a:pt x="599821" y="687242"/>
                  </a:lnTo>
                  <a:lnTo>
                    <a:pt x="600239" y="687406"/>
                  </a:lnTo>
                  <a:lnTo>
                    <a:pt x="602095" y="688113"/>
                  </a:lnTo>
                  <a:lnTo>
                    <a:pt x="604063" y="688862"/>
                  </a:lnTo>
                  <a:lnTo>
                    <a:pt x="604232" y="688927"/>
                  </a:lnTo>
                  <a:lnTo>
                    <a:pt x="606821" y="690245"/>
                  </a:lnTo>
                  <a:lnTo>
                    <a:pt x="608399" y="691327"/>
                  </a:lnTo>
                  <a:lnTo>
                    <a:pt x="613371" y="694188"/>
                  </a:lnTo>
                  <a:lnTo>
                    <a:pt x="613881" y="694809"/>
                  </a:lnTo>
                  <a:lnTo>
                    <a:pt x="614662" y="696729"/>
                  </a:lnTo>
                  <a:lnTo>
                    <a:pt x="615622" y="697295"/>
                  </a:lnTo>
                  <a:lnTo>
                    <a:pt x="615755" y="697377"/>
                  </a:lnTo>
                  <a:lnTo>
                    <a:pt x="616525" y="697852"/>
                  </a:lnTo>
                  <a:lnTo>
                    <a:pt x="616993" y="698141"/>
                  </a:lnTo>
                  <a:lnTo>
                    <a:pt x="618305" y="698764"/>
                  </a:lnTo>
                  <a:lnTo>
                    <a:pt x="619393" y="698675"/>
                  </a:lnTo>
                  <a:lnTo>
                    <a:pt x="620692" y="695910"/>
                  </a:lnTo>
                  <a:lnTo>
                    <a:pt x="621630" y="694328"/>
                  </a:lnTo>
                  <a:lnTo>
                    <a:pt x="622566" y="694136"/>
                  </a:lnTo>
                  <a:lnTo>
                    <a:pt x="624853" y="693994"/>
                  </a:lnTo>
                  <a:lnTo>
                    <a:pt x="627042" y="693877"/>
                  </a:lnTo>
                  <a:lnTo>
                    <a:pt x="628399" y="693836"/>
                  </a:lnTo>
                  <a:lnTo>
                    <a:pt x="629615" y="694124"/>
                  </a:lnTo>
                  <a:lnTo>
                    <a:pt x="631504" y="694571"/>
                  </a:lnTo>
                  <a:lnTo>
                    <a:pt x="639033" y="696576"/>
                  </a:lnTo>
                  <a:lnTo>
                    <a:pt x="641399" y="697206"/>
                  </a:lnTo>
                  <a:lnTo>
                    <a:pt x="652206" y="700317"/>
                  </a:lnTo>
                  <a:lnTo>
                    <a:pt x="652999" y="700484"/>
                  </a:lnTo>
                  <a:lnTo>
                    <a:pt x="655390" y="700858"/>
                  </a:lnTo>
                  <a:lnTo>
                    <a:pt x="658011" y="701454"/>
                  </a:lnTo>
                  <a:lnTo>
                    <a:pt x="661521" y="700921"/>
                  </a:lnTo>
                  <a:lnTo>
                    <a:pt x="661750" y="700917"/>
                  </a:lnTo>
                  <a:lnTo>
                    <a:pt x="663141" y="700886"/>
                  </a:lnTo>
                  <a:lnTo>
                    <a:pt x="667182" y="701907"/>
                  </a:lnTo>
                  <a:lnTo>
                    <a:pt x="668255" y="701988"/>
                  </a:lnTo>
                  <a:lnTo>
                    <a:pt x="670958" y="702831"/>
                  </a:lnTo>
                  <a:lnTo>
                    <a:pt x="673217" y="702597"/>
                  </a:lnTo>
                  <a:lnTo>
                    <a:pt x="675285" y="702172"/>
                  </a:lnTo>
                  <a:lnTo>
                    <a:pt x="676631" y="701087"/>
                  </a:lnTo>
                  <a:lnTo>
                    <a:pt x="676811" y="700675"/>
                  </a:lnTo>
                  <a:lnTo>
                    <a:pt x="677163" y="699920"/>
                  </a:lnTo>
                  <a:lnTo>
                    <a:pt x="677521" y="698411"/>
                  </a:lnTo>
                  <a:lnTo>
                    <a:pt x="677965" y="697435"/>
                  </a:lnTo>
                  <a:lnTo>
                    <a:pt x="678463" y="696716"/>
                  </a:lnTo>
                  <a:lnTo>
                    <a:pt x="678708" y="696555"/>
                  </a:lnTo>
                  <a:lnTo>
                    <a:pt x="679391" y="696462"/>
                  </a:lnTo>
                  <a:lnTo>
                    <a:pt x="683016" y="696296"/>
                  </a:lnTo>
                  <a:lnTo>
                    <a:pt x="689528" y="695890"/>
                  </a:lnTo>
                  <a:lnTo>
                    <a:pt x="689925" y="695668"/>
                  </a:lnTo>
                  <a:lnTo>
                    <a:pt x="690122" y="695558"/>
                  </a:lnTo>
                  <a:lnTo>
                    <a:pt x="690428" y="695388"/>
                  </a:lnTo>
                  <a:lnTo>
                    <a:pt x="693079" y="693907"/>
                  </a:lnTo>
                  <a:lnTo>
                    <a:pt x="693511" y="693779"/>
                  </a:lnTo>
                  <a:lnTo>
                    <a:pt x="693738" y="693711"/>
                  </a:lnTo>
                  <a:lnTo>
                    <a:pt x="694081" y="693608"/>
                  </a:lnTo>
                  <a:lnTo>
                    <a:pt x="694443" y="693501"/>
                  </a:lnTo>
                  <a:lnTo>
                    <a:pt x="696165" y="693445"/>
                  </a:lnTo>
                  <a:lnTo>
                    <a:pt x="697688" y="693622"/>
                  </a:lnTo>
                  <a:lnTo>
                    <a:pt x="700261" y="694332"/>
                  </a:lnTo>
                  <a:lnTo>
                    <a:pt x="702277" y="694952"/>
                  </a:lnTo>
                  <a:lnTo>
                    <a:pt x="702540" y="695005"/>
                  </a:lnTo>
                  <a:lnTo>
                    <a:pt x="702943" y="695054"/>
                  </a:lnTo>
                  <a:lnTo>
                    <a:pt x="703413" y="695092"/>
                  </a:lnTo>
                  <a:lnTo>
                    <a:pt x="703864" y="695105"/>
                  </a:lnTo>
                  <a:lnTo>
                    <a:pt x="704325" y="695066"/>
                  </a:lnTo>
                  <a:lnTo>
                    <a:pt x="704713" y="695022"/>
                  </a:lnTo>
                  <a:lnTo>
                    <a:pt x="705097" y="694918"/>
                  </a:lnTo>
                  <a:lnTo>
                    <a:pt x="705428" y="694774"/>
                  </a:lnTo>
                  <a:lnTo>
                    <a:pt x="705830" y="694560"/>
                  </a:lnTo>
                  <a:lnTo>
                    <a:pt x="706282" y="694259"/>
                  </a:lnTo>
                  <a:lnTo>
                    <a:pt x="706754" y="693901"/>
                  </a:lnTo>
                  <a:lnTo>
                    <a:pt x="707423" y="693327"/>
                  </a:lnTo>
                  <a:lnTo>
                    <a:pt x="708099" y="692313"/>
                  </a:lnTo>
                  <a:lnTo>
                    <a:pt x="709721" y="690283"/>
                  </a:lnTo>
                  <a:lnTo>
                    <a:pt x="710580" y="689385"/>
                  </a:lnTo>
                  <a:lnTo>
                    <a:pt x="711544" y="688604"/>
                  </a:lnTo>
                  <a:lnTo>
                    <a:pt x="712676" y="687811"/>
                  </a:lnTo>
                  <a:lnTo>
                    <a:pt x="714235" y="687047"/>
                  </a:lnTo>
                  <a:lnTo>
                    <a:pt x="714998" y="686790"/>
                  </a:lnTo>
                  <a:lnTo>
                    <a:pt x="717083" y="686185"/>
                  </a:lnTo>
                  <a:lnTo>
                    <a:pt x="717610" y="686015"/>
                  </a:lnTo>
                  <a:lnTo>
                    <a:pt x="718854" y="685790"/>
                  </a:lnTo>
                  <a:lnTo>
                    <a:pt x="719526" y="685379"/>
                  </a:lnTo>
                  <a:lnTo>
                    <a:pt x="719647" y="685606"/>
                  </a:lnTo>
                  <a:lnTo>
                    <a:pt x="719913" y="686108"/>
                  </a:lnTo>
                  <a:lnTo>
                    <a:pt x="720702" y="685532"/>
                  </a:lnTo>
                  <a:lnTo>
                    <a:pt x="727103" y="681122"/>
                  </a:lnTo>
                  <a:lnTo>
                    <a:pt x="729818" y="679779"/>
                  </a:lnTo>
                  <a:lnTo>
                    <a:pt x="734997" y="677204"/>
                  </a:lnTo>
                  <a:lnTo>
                    <a:pt x="741338" y="671376"/>
                  </a:lnTo>
                  <a:lnTo>
                    <a:pt x="745885" y="662704"/>
                  </a:lnTo>
                  <a:lnTo>
                    <a:pt x="752711" y="656479"/>
                  </a:lnTo>
                  <a:lnTo>
                    <a:pt x="754795" y="654579"/>
                  </a:lnTo>
                  <a:lnTo>
                    <a:pt x="755244" y="654085"/>
                  </a:lnTo>
                  <a:lnTo>
                    <a:pt x="758444" y="651170"/>
                  </a:lnTo>
                  <a:lnTo>
                    <a:pt x="761021" y="648863"/>
                  </a:lnTo>
                  <a:lnTo>
                    <a:pt x="762373" y="647891"/>
                  </a:lnTo>
                  <a:lnTo>
                    <a:pt x="763527" y="646911"/>
                  </a:lnTo>
                  <a:lnTo>
                    <a:pt x="764793" y="645812"/>
                  </a:lnTo>
                  <a:lnTo>
                    <a:pt x="765006" y="645628"/>
                  </a:lnTo>
                  <a:lnTo>
                    <a:pt x="765299" y="645374"/>
                  </a:lnTo>
                  <a:lnTo>
                    <a:pt x="768527" y="643503"/>
                  </a:lnTo>
                  <a:lnTo>
                    <a:pt x="771816" y="641976"/>
                  </a:lnTo>
                  <a:lnTo>
                    <a:pt x="775427" y="640345"/>
                  </a:lnTo>
                  <a:lnTo>
                    <a:pt x="776680" y="639788"/>
                  </a:lnTo>
                  <a:lnTo>
                    <a:pt x="779454" y="638555"/>
                  </a:lnTo>
                  <a:lnTo>
                    <a:pt x="780627" y="637938"/>
                  </a:lnTo>
                  <a:lnTo>
                    <a:pt x="785278" y="635493"/>
                  </a:lnTo>
                  <a:lnTo>
                    <a:pt x="787038" y="634638"/>
                  </a:lnTo>
                  <a:lnTo>
                    <a:pt x="787808" y="633716"/>
                  </a:lnTo>
                  <a:lnTo>
                    <a:pt x="790520" y="632467"/>
                  </a:lnTo>
                  <a:lnTo>
                    <a:pt x="792354" y="631572"/>
                  </a:lnTo>
                  <a:lnTo>
                    <a:pt x="793511" y="630923"/>
                  </a:lnTo>
                  <a:lnTo>
                    <a:pt x="796763" y="628831"/>
                  </a:lnTo>
                  <a:lnTo>
                    <a:pt x="798844" y="627494"/>
                  </a:lnTo>
                  <a:lnTo>
                    <a:pt x="799693" y="626924"/>
                  </a:lnTo>
                  <a:lnTo>
                    <a:pt x="802889" y="624780"/>
                  </a:lnTo>
                  <a:lnTo>
                    <a:pt x="803102" y="624637"/>
                  </a:lnTo>
                  <a:lnTo>
                    <a:pt x="804096" y="623971"/>
                  </a:lnTo>
                  <a:lnTo>
                    <a:pt x="804563" y="623657"/>
                  </a:lnTo>
                  <a:lnTo>
                    <a:pt x="805004" y="623362"/>
                  </a:lnTo>
                  <a:lnTo>
                    <a:pt x="805773" y="622891"/>
                  </a:lnTo>
                  <a:lnTo>
                    <a:pt x="807659" y="621736"/>
                  </a:lnTo>
                  <a:lnTo>
                    <a:pt x="808548" y="621191"/>
                  </a:lnTo>
                  <a:lnTo>
                    <a:pt x="809706" y="620482"/>
                  </a:lnTo>
                  <a:lnTo>
                    <a:pt x="812291" y="618902"/>
                  </a:lnTo>
                  <a:lnTo>
                    <a:pt x="819077" y="616615"/>
                  </a:lnTo>
                  <a:lnTo>
                    <a:pt x="825932" y="615090"/>
                  </a:lnTo>
                  <a:lnTo>
                    <a:pt x="829554" y="614774"/>
                  </a:lnTo>
                  <a:lnTo>
                    <a:pt x="830198" y="614712"/>
                  </a:lnTo>
                  <a:lnTo>
                    <a:pt x="833147" y="614430"/>
                  </a:lnTo>
                  <a:lnTo>
                    <a:pt x="835680" y="614606"/>
                  </a:lnTo>
                  <a:lnTo>
                    <a:pt x="838233" y="614783"/>
                  </a:lnTo>
                  <a:lnTo>
                    <a:pt x="841529" y="615010"/>
                  </a:lnTo>
                  <a:lnTo>
                    <a:pt x="842326" y="615065"/>
                  </a:lnTo>
                  <a:lnTo>
                    <a:pt x="843171" y="615132"/>
                  </a:lnTo>
                  <a:lnTo>
                    <a:pt x="843692" y="615174"/>
                  </a:lnTo>
                  <a:lnTo>
                    <a:pt x="845084" y="615286"/>
                  </a:lnTo>
                  <a:lnTo>
                    <a:pt x="847151" y="615449"/>
                  </a:lnTo>
                  <a:lnTo>
                    <a:pt x="847871" y="615492"/>
                  </a:lnTo>
                  <a:lnTo>
                    <a:pt x="848633" y="615547"/>
                  </a:lnTo>
                  <a:lnTo>
                    <a:pt x="852151" y="615802"/>
                  </a:lnTo>
                  <a:lnTo>
                    <a:pt x="852644" y="615838"/>
                  </a:lnTo>
                  <a:lnTo>
                    <a:pt x="854250" y="616019"/>
                  </a:lnTo>
                  <a:lnTo>
                    <a:pt x="856071" y="616166"/>
                  </a:lnTo>
                  <a:lnTo>
                    <a:pt x="856820" y="616226"/>
                  </a:lnTo>
                  <a:lnTo>
                    <a:pt x="857739" y="616299"/>
                  </a:lnTo>
                  <a:lnTo>
                    <a:pt x="859528" y="616440"/>
                  </a:lnTo>
                  <a:lnTo>
                    <a:pt x="860756" y="616540"/>
                  </a:lnTo>
                  <a:lnTo>
                    <a:pt x="862200" y="616633"/>
                  </a:lnTo>
                  <a:lnTo>
                    <a:pt x="862562" y="616679"/>
                  </a:lnTo>
                  <a:lnTo>
                    <a:pt x="865487" y="617050"/>
                  </a:lnTo>
                  <a:lnTo>
                    <a:pt x="867710" y="617332"/>
                  </a:lnTo>
                  <a:lnTo>
                    <a:pt x="867750" y="614391"/>
                  </a:lnTo>
                  <a:lnTo>
                    <a:pt x="867547" y="613104"/>
                  </a:lnTo>
                  <a:lnTo>
                    <a:pt x="868120" y="613138"/>
                  </a:lnTo>
                  <a:lnTo>
                    <a:pt x="879671" y="615113"/>
                  </a:lnTo>
                  <a:lnTo>
                    <a:pt x="881544" y="615456"/>
                  </a:lnTo>
                  <a:lnTo>
                    <a:pt x="899554" y="618593"/>
                  </a:lnTo>
                  <a:lnTo>
                    <a:pt x="908411" y="620137"/>
                  </a:lnTo>
                  <a:lnTo>
                    <a:pt x="911536" y="621297"/>
                  </a:lnTo>
                  <a:lnTo>
                    <a:pt x="915361" y="622845"/>
                  </a:lnTo>
                  <a:lnTo>
                    <a:pt x="920065" y="624923"/>
                  </a:lnTo>
                  <a:lnTo>
                    <a:pt x="928907" y="629637"/>
                  </a:lnTo>
                  <a:lnTo>
                    <a:pt x="937227" y="634508"/>
                  </a:lnTo>
                  <a:lnTo>
                    <a:pt x="949223" y="639833"/>
                  </a:lnTo>
                  <a:lnTo>
                    <a:pt x="955894" y="643077"/>
                  </a:lnTo>
                  <a:lnTo>
                    <a:pt x="962602" y="645997"/>
                  </a:lnTo>
                  <a:lnTo>
                    <a:pt x="970751" y="648471"/>
                  </a:lnTo>
                  <a:lnTo>
                    <a:pt x="975395" y="649490"/>
                  </a:lnTo>
                  <a:lnTo>
                    <a:pt x="983667" y="650876"/>
                  </a:lnTo>
                  <a:lnTo>
                    <a:pt x="990848" y="651798"/>
                  </a:lnTo>
                  <a:lnTo>
                    <a:pt x="999353" y="652178"/>
                  </a:lnTo>
                  <a:lnTo>
                    <a:pt x="1004467" y="653058"/>
                  </a:lnTo>
                  <a:lnTo>
                    <a:pt x="1006274" y="653928"/>
                  </a:lnTo>
                  <a:lnTo>
                    <a:pt x="1005557" y="655103"/>
                  </a:lnTo>
                  <a:lnTo>
                    <a:pt x="1008636" y="657313"/>
                  </a:lnTo>
                  <a:lnTo>
                    <a:pt x="1011641" y="659888"/>
                  </a:lnTo>
                  <a:lnTo>
                    <a:pt x="1018532" y="665968"/>
                  </a:lnTo>
                  <a:lnTo>
                    <a:pt x="1027190" y="673197"/>
                  </a:lnTo>
                  <a:lnTo>
                    <a:pt x="1035119" y="679979"/>
                  </a:lnTo>
                  <a:lnTo>
                    <a:pt x="1045624" y="689083"/>
                  </a:lnTo>
                  <a:lnTo>
                    <a:pt x="1047262" y="690521"/>
                  </a:lnTo>
                  <a:lnTo>
                    <a:pt x="1048598" y="691668"/>
                  </a:lnTo>
                  <a:lnTo>
                    <a:pt x="1049356" y="691786"/>
                  </a:lnTo>
                  <a:lnTo>
                    <a:pt x="1050540" y="691972"/>
                  </a:lnTo>
                  <a:lnTo>
                    <a:pt x="1053262" y="691385"/>
                  </a:lnTo>
                  <a:lnTo>
                    <a:pt x="1054526" y="691063"/>
                  </a:lnTo>
                  <a:lnTo>
                    <a:pt x="1055428" y="690795"/>
                  </a:lnTo>
                  <a:lnTo>
                    <a:pt x="1057952" y="689858"/>
                  </a:lnTo>
                  <a:lnTo>
                    <a:pt x="1059177" y="689173"/>
                  </a:lnTo>
                  <a:lnTo>
                    <a:pt x="1061110" y="687516"/>
                  </a:lnTo>
                  <a:lnTo>
                    <a:pt x="1063533" y="685441"/>
                  </a:lnTo>
                  <a:lnTo>
                    <a:pt x="1064754" y="684106"/>
                  </a:lnTo>
                  <a:lnTo>
                    <a:pt x="1065282" y="683528"/>
                  </a:lnTo>
                  <a:lnTo>
                    <a:pt x="1065625" y="683176"/>
                  </a:lnTo>
                  <a:lnTo>
                    <a:pt x="1066163" y="682740"/>
                  </a:lnTo>
                  <a:lnTo>
                    <a:pt x="1066952" y="682240"/>
                  </a:lnTo>
                  <a:lnTo>
                    <a:pt x="1067409" y="682053"/>
                  </a:lnTo>
                  <a:lnTo>
                    <a:pt x="1068269" y="681719"/>
                  </a:lnTo>
                  <a:lnTo>
                    <a:pt x="1070491" y="681301"/>
                  </a:lnTo>
                  <a:lnTo>
                    <a:pt x="1081238" y="679489"/>
                  </a:lnTo>
                  <a:lnTo>
                    <a:pt x="1087242" y="678491"/>
                  </a:lnTo>
                  <a:lnTo>
                    <a:pt x="1098896" y="676707"/>
                  </a:lnTo>
                  <a:lnTo>
                    <a:pt x="1100390" y="676710"/>
                  </a:lnTo>
                  <a:lnTo>
                    <a:pt x="1104497" y="677117"/>
                  </a:lnTo>
                  <a:lnTo>
                    <a:pt x="1117106" y="679657"/>
                  </a:lnTo>
                  <a:lnTo>
                    <a:pt x="1137482" y="683873"/>
                  </a:lnTo>
                  <a:lnTo>
                    <a:pt x="1148736" y="686164"/>
                  </a:lnTo>
                  <a:lnTo>
                    <a:pt x="1156705" y="687794"/>
                  </a:lnTo>
                  <a:lnTo>
                    <a:pt x="1162879" y="689047"/>
                  </a:lnTo>
                  <a:lnTo>
                    <a:pt x="1165448" y="689569"/>
                  </a:lnTo>
                  <a:lnTo>
                    <a:pt x="1167803" y="690103"/>
                  </a:lnTo>
                  <a:lnTo>
                    <a:pt x="1169814" y="690483"/>
                  </a:lnTo>
                  <a:lnTo>
                    <a:pt x="1191743" y="694943"/>
                  </a:lnTo>
                  <a:lnTo>
                    <a:pt x="1193678" y="695337"/>
                  </a:lnTo>
                  <a:lnTo>
                    <a:pt x="1194638" y="695532"/>
                  </a:lnTo>
                  <a:lnTo>
                    <a:pt x="1196497" y="695952"/>
                  </a:lnTo>
                  <a:lnTo>
                    <a:pt x="1228290" y="702426"/>
                  </a:lnTo>
                  <a:lnTo>
                    <a:pt x="1245418" y="705762"/>
                  </a:lnTo>
                  <a:lnTo>
                    <a:pt x="1246535" y="705794"/>
                  </a:lnTo>
                  <a:lnTo>
                    <a:pt x="1246547" y="715063"/>
                  </a:lnTo>
                  <a:lnTo>
                    <a:pt x="1246548" y="715573"/>
                  </a:lnTo>
                  <a:lnTo>
                    <a:pt x="1247185" y="716064"/>
                  </a:lnTo>
                  <a:lnTo>
                    <a:pt x="1247600" y="716384"/>
                  </a:lnTo>
                  <a:lnTo>
                    <a:pt x="1248423" y="717018"/>
                  </a:lnTo>
                  <a:lnTo>
                    <a:pt x="1249285" y="717251"/>
                  </a:lnTo>
                  <a:lnTo>
                    <a:pt x="1250216" y="719593"/>
                  </a:lnTo>
                  <a:lnTo>
                    <a:pt x="1250418" y="720100"/>
                  </a:lnTo>
                  <a:lnTo>
                    <a:pt x="1251550" y="726210"/>
                  </a:lnTo>
                  <a:lnTo>
                    <a:pt x="1252160" y="732581"/>
                  </a:lnTo>
                  <a:lnTo>
                    <a:pt x="1252585" y="737034"/>
                  </a:lnTo>
                  <a:lnTo>
                    <a:pt x="1252715" y="738382"/>
                  </a:lnTo>
                  <a:lnTo>
                    <a:pt x="1252743" y="738684"/>
                  </a:lnTo>
                  <a:lnTo>
                    <a:pt x="1252738" y="739535"/>
                  </a:lnTo>
                  <a:lnTo>
                    <a:pt x="1252697" y="740190"/>
                  </a:lnTo>
                  <a:lnTo>
                    <a:pt x="1252570" y="741579"/>
                  </a:lnTo>
                  <a:lnTo>
                    <a:pt x="1253968" y="752475"/>
                  </a:lnTo>
                  <a:lnTo>
                    <a:pt x="1254176" y="754096"/>
                  </a:lnTo>
                  <a:lnTo>
                    <a:pt x="1255090" y="755105"/>
                  </a:lnTo>
                  <a:lnTo>
                    <a:pt x="1256187" y="756418"/>
                  </a:lnTo>
                  <a:lnTo>
                    <a:pt x="1257883" y="758255"/>
                  </a:lnTo>
                  <a:lnTo>
                    <a:pt x="1258796" y="758817"/>
                  </a:lnTo>
                  <a:lnTo>
                    <a:pt x="1259711" y="759380"/>
                  </a:lnTo>
                  <a:lnTo>
                    <a:pt x="1260908" y="760118"/>
                  </a:lnTo>
                  <a:lnTo>
                    <a:pt x="1263220" y="761541"/>
                  </a:lnTo>
                  <a:lnTo>
                    <a:pt x="1263386" y="765920"/>
                  </a:lnTo>
                  <a:lnTo>
                    <a:pt x="1261644" y="770318"/>
                  </a:lnTo>
                  <a:lnTo>
                    <a:pt x="1258540" y="778159"/>
                  </a:lnTo>
                  <a:lnTo>
                    <a:pt x="1259548" y="781446"/>
                  </a:lnTo>
                  <a:lnTo>
                    <a:pt x="1259906" y="782615"/>
                  </a:lnTo>
                  <a:lnTo>
                    <a:pt x="1259625" y="785391"/>
                  </a:lnTo>
                  <a:lnTo>
                    <a:pt x="1259401" y="787610"/>
                  </a:lnTo>
                  <a:lnTo>
                    <a:pt x="1257356" y="792271"/>
                  </a:lnTo>
                  <a:lnTo>
                    <a:pt x="1256975" y="793139"/>
                  </a:lnTo>
                  <a:lnTo>
                    <a:pt x="1256651" y="793879"/>
                  </a:lnTo>
                  <a:lnTo>
                    <a:pt x="1256415" y="794418"/>
                  </a:lnTo>
                  <a:lnTo>
                    <a:pt x="1256877" y="794602"/>
                  </a:lnTo>
                  <a:lnTo>
                    <a:pt x="1257043" y="794667"/>
                  </a:lnTo>
                  <a:lnTo>
                    <a:pt x="1269630" y="799647"/>
                  </a:lnTo>
                  <a:lnTo>
                    <a:pt x="1271796" y="800906"/>
                  </a:lnTo>
                  <a:lnTo>
                    <a:pt x="1280264" y="805476"/>
                  </a:lnTo>
                  <a:lnTo>
                    <a:pt x="1283052" y="807276"/>
                  </a:lnTo>
                  <a:lnTo>
                    <a:pt x="1286338" y="809725"/>
                  </a:lnTo>
                  <a:lnTo>
                    <a:pt x="1288620" y="811896"/>
                  </a:lnTo>
                  <a:lnTo>
                    <a:pt x="1302261" y="829703"/>
                  </a:lnTo>
                  <a:lnTo>
                    <a:pt x="1306632" y="834258"/>
                  </a:lnTo>
                  <a:lnTo>
                    <a:pt x="1310462" y="838164"/>
                  </a:lnTo>
                  <a:lnTo>
                    <a:pt x="1317427" y="845381"/>
                  </a:lnTo>
                  <a:lnTo>
                    <a:pt x="1327029" y="854905"/>
                  </a:lnTo>
                  <a:lnTo>
                    <a:pt x="1334159" y="860949"/>
                  </a:lnTo>
                  <a:lnTo>
                    <a:pt x="1338331" y="864929"/>
                  </a:lnTo>
                  <a:lnTo>
                    <a:pt x="1339535" y="865886"/>
                  </a:lnTo>
                  <a:lnTo>
                    <a:pt x="1345086" y="870299"/>
                  </a:lnTo>
                  <a:lnTo>
                    <a:pt x="1350008" y="873253"/>
                  </a:lnTo>
                  <a:lnTo>
                    <a:pt x="1350694" y="873748"/>
                  </a:lnTo>
                  <a:lnTo>
                    <a:pt x="1357023" y="878420"/>
                  </a:lnTo>
                  <a:lnTo>
                    <a:pt x="1364769" y="884423"/>
                  </a:lnTo>
                  <a:lnTo>
                    <a:pt x="1368080" y="887055"/>
                  </a:lnTo>
                  <a:lnTo>
                    <a:pt x="1370441" y="888886"/>
                  </a:lnTo>
                  <a:lnTo>
                    <a:pt x="1375436" y="892762"/>
                  </a:lnTo>
                  <a:lnTo>
                    <a:pt x="1376901" y="893899"/>
                  </a:lnTo>
                  <a:lnTo>
                    <a:pt x="1377528" y="894386"/>
                  </a:lnTo>
                  <a:lnTo>
                    <a:pt x="1380520" y="896513"/>
                  </a:lnTo>
                  <a:lnTo>
                    <a:pt x="1392184" y="904267"/>
                  </a:lnTo>
                  <a:lnTo>
                    <a:pt x="1401548" y="907247"/>
                  </a:lnTo>
                  <a:lnTo>
                    <a:pt x="1402431" y="907528"/>
                  </a:lnTo>
                  <a:lnTo>
                    <a:pt x="1402834" y="907656"/>
                  </a:lnTo>
                  <a:lnTo>
                    <a:pt x="1403742" y="908306"/>
                  </a:lnTo>
                  <a:lnTo>
                    <a:pt x="1413660" y="915405"/>
                  </a:lnTo>
                  <a:lnTo>
                    <a:pt x="1419298" y="916451"/>
                  </a:lnTo>
                  <a:lnTo>
                    <a:pt x="1429746" y="917974"/>
                  </a:lnTo>
                  <a:lnTo>
                    <a:pt x="1431352" y="918208"/>
                  </a:lnTo>
                  <a:lnTo>
                    <a:pt x="1435762" y="918607"/>
                  </a:lnTo>
                  <a:lnTo>
                    <a:pt x="1444101" y="919361"/>
                  </a:lnTo>
                  <a:lnTo>
                    <a:pt x="1449805" y="917535"/>
                  </a:lnTo>
                  <a:lnTo>
                    <a:pt x="1455242" y="915409"/>
                  </a:lnTo>
                  <a:lnTo>
                    <a:pt x="1455198" y="914833"/>
                  </a:lnTo>
                  <a:lnTo>
                    <a:pt x="1454643" y="906656"/>
                  </a:lnTo>
                  <a:lnTo>
                    <a:pt x="1454920" y="902707"/>
                  </a:lnTo>
                  <a:lnTo>
                    <a:pt x="1456165" y="885012"/>
                  </a:lnTo>
                  <a:lnTo>
                    <a:pt x="1456918" y="879483"/>
                  </a:lnTo>
                  <a:lnTo>
                    <a:pt x="1457089" y="878192"/>
                  </a:lnTo>
                  <a:lnTo>
                    <a:pt x="1458176" y="869969"/>
                  </a:lnTo>
                  <a:lnTo>
                    <a:pt x="1458252" y="869399"/>
                  </a:lnTo>
                  <a:lnTo>
                    <a:pt x="1458290" y="869106"/>
                  </a:lnTo>
                  <a:lnTo>
                    <a:pt x="1458400" y="868279"/>
                  </a:lnTo>
                  <a:lnTo>
                    <a:pt x="1458705" y="865971"/>
                  </a:lnTo>
                  <a:lnTo>
                    <a:pt x="1459374" y="861149"/>
                  </a:lnTo>
                  <a:lnTo>
                    <a:pt x="1461511" y="845749"/>
                  </a:lnTo>
                  <a:lnTo>
                    <a:pt x="1465702" y="826175"/>
                  </a:lnTo>
                  <a:lnTo>
                    <a:pt x="1468338" y="813479"/>
                  </a:lnTo>
                  <a:lnTo>
                    <a:pt x="1468570" y="812356"/>
                  </a:lnTo>
                  <a:lnTo>
                    <a:pt x="1469486" y="808038"/>
                  </a:lnTo>
                  <a:lnTo>
                    <a:pt x="1470911" y="801919"/>
                  </a:lnTo>
                  <a:lnTo>
                    <a:pt x="1473262" y="792345"/>
                  </a:lnTo>
                  <a:lnTo>
                    <a:pt x="1474165" y="788748"/>
                  </a:lnTo>
                  <a:lnTo>
                    <a:pt x="1477148" y="788784"/>
                  </a:lnTo>
                  <a:lnTo>
                    <a:pt x="1478115" y="788152"/>
                  </a:lnTo>
                  <a:lnTo>
                    <a:pt x="1479344" y="787345"/>
                  </a:lnTo>
                  <a:lnTo>
                    <a:pt x="1480883" y="788373"/>
                  </a:lnTo>
                  <a:lnTo>
                    <a:pt x="1483267" y="789967"/>
                  </a:lnTo>
                  <a:lnTo>
                    <a:pt x="1485835" y="791684"/>
                  </a:lnTo>
                  <a:lnTo>
                    <a:pt x="1486260" y="791967"/>
                  </a:lnTo>
                  <a:lnTo>
                    <a:pt x="1488905" y="793060"/>
                  </a:lnTo>
                  <a:lnTo>
                    <a:pt x="1494325" y="794525"/>
                  </a:lnTo>
                  <a:lnTo>
                    <a:pt x="1495097" y="794733"/>
                  </a:lnTo>
                  <a:lnTo>
                    <a:pt x="1496933" y="793690"/>
                  </a:lnTo>
                  <a:lnTo>
                    <a:pt x="1498425" y="791904"/>
                  </a:lnTo>
                  <a:lnTo>
                    <a:pt x="1500194" y="792857"/>
                  </a:lnTo>
                  <a:lnTo>
                    <a:pt x="1503258" y="794509"/>
                  </a:lnTo>
                  <a:lnTo>
                    <a:pt x="1505015" y="795558"/>
                  </a:lnTo>
                  <a:lnTo>
                    <a:pt x="1510522" y="798121"/>
                  </a:lnTo>
                  <a:lnTo>
                    <a:pt x="1517183" y="801708"/>
                  </a:lnTo>
                  <a:lnTo>
                    <a:pt x="1523714" y="804911"/>
                  </a:lnTo>
                  <a:lnTo>
                    <a:pt x="1529734" y="804456"/>
                  </a:lnTo>
                  <a:lnTo>
                    <a:pt x="1533667" y="804159"/>
                  </a:lnTo>
                  <a:lnTo>
                    <a:pt x="1535892" y="803990"/>
                  </a:lnTo>
                  <a:lnTo>
                    <a:pt x="1536541" y="806763"/>
                  </a:lnTo>
                  <a:lnTo>
                    <a:pt x="1537919" y="809047"/>
                  </a:lnTo>
                  <a:lnTo>
                    <a:pt x="1538226" y="809531"/>
                  </a:lnTo>
                  <a:lnTo>
                    <a:pt x="1538972" y="810603"/>
                  </a:lnTo>
                  <a:lnTo>
                    <a:pt x="1541794" y="801681"/>
                  </a:lnTo>
                  <a:lnTo>
                    <a:pt x="1546629" y="785012"/>
                  </a:lnTo>
                  <a:lnTo>
                    <a:pt x="1546733" y="784653"/>
                  </a:lnTo>
                  <a:lnTo>
                    <a:pt x="1546945" y="784144"/>
                  </a:lnTo>
                  <a:lnTo>
                    <a:pt x="1550506" y="773949"/>
                  </a:lnTo>
                  <a:lnTo>
                    <a:pt x="1550651" y="773537"/>
                  </a:lnTo>
                  <a:lnTo>
                    <a:pt x="1551833" y="770216"/>
                  </a:lnTo>
                  <a:lnTo>
                    <a:pt x="1552916" y="767176"/>
                  </a:lnTo>
                  <a:lnTo>
                    <a:pt x="1555146" y="760926"/>
                  </a:lnTo>
                  <a:lnTo>
                    <a:pt x="1562678" y="740590"/>
                  </a:lnTo>
                  <a:lnTo>
                    <a:pt x="1569872" y="720405"/>
                  </a:lnTo>
                  <a:lnTo>
                    <a:pt x="1581976" y="685901"/>
                  </a:lnTo>
                  <a:lnTo>
                    <a:pt x="1582921" y="683207"/>
                  </a:lnTo>
                  <a:lnTo>
                    <a:pt x="1583979" y="680186"/>
                  </a:lnTo>
                  <a:lnTo>
                    <a:pt x="1585866" y="674864"/>
                  </a:lnTo>
                  <a:lnTo>
                    <a:pt x="1585957" y="674606"/>
                  </a:lnTo>
                  <a:lnTo>
                    <a:pt x="1586193" y="673941"/>
                  </a:lnTo>
                  <a:lnTo>
                    <a:pt x="1588113" y="668490"/>
                  </a:lnTo>
                  <a:lnTo>
                    <a:pt x="1590326" y="662211"/>
                  </a:lnTo>
                  <a:lnTo>
                    <a:pt x="1597105" y="642334"/>
                  </a:lnTo>
                  <a:lnTo>
                    <a:pt x="1598805" y="637198"/>
                  </a:lnTo>
                  <a:lnTo>
                    <a:pt x="1600379" y="634269"/>
                  </a:lnTo>
                  <a:lnTo>
                    <a:pt x="1601109" y="632896"/>
                  </a:lnTo>
                  <a:lnTo>
                    <a:pt x="1614236" y="601823"/>
                  </a:lnTo>
                  <a:lnTo>
                    <a:pt x="1615160" y="599652"/>
                  </a:lnTo>
                  <a:lnTo>
                    <a:pt x="1621590" y="584708"/>
                  </a:lnTo>
                  <a:lnTo>
                    <a:pt x="1623147" y="581005"/>
                  </a:lnTo>
                  <a:lnTo>
                    <a:pt x="1624130" y="578997"/>
                  </a:lnTo>
                  <a:lnTo>
                    <a:pt x="1629553" y="567928"/>
                  </a:lnTo>
                  <a:lnTo>
                    <a:pt x="1629411" y="566568"/>
                  </a:lnTo>
                  <a:lnTo>
                    <a:pt x="1629334" y="565839"/>
                  </a:lnTo>
                  <a:lnTo>
                    <a:pt x="1629979" y="564306"/>
                  </a:lnTo>
                  <a:lnTo>
                    <a:pt x="1631173" y="561569"/>
                  </a:lnTo>
                  <a:lnTo>
                    <a:pt x="1631470" y="560833"/>
                  </a:lnTo>
                  <a:lnTo>
                    <a:pt x="1629543" y="550802"/>
                  </a:lnTo>
                  <a:lnTo>
                    <a:pt x="1625415" y="529319"/>
                  </a:lnTo>
                  <a:lnTo>
                    <a:pt x="1628351" y="529944"/>
                  </a:lnTo>
                  <a:lnTo>
                    <a:pt x="1628776" y="530034"/>
                  </a:lnTo>
                  <a:lnTo>
                    <a:pt x="1629216" y="530128"/>
                  </a:lnTo>
                  <a:lnTo>
                    <a:pt x="1629513" y="530191"/>
                  </a:lnTo>
                  <a:lnTo>
                    <a:pt x="1631576" y="530640"/>
                  </a:lnTo>
                  <a:lnTo>
                    <a:pt x="1637956" y="532010"/>
                  </a:lnTo>
                  <a:lnTo>
                    <a:pt x="1644820" y="533902"/>
                  </a:lnTo>
                  <a:lnTo>
                    <a:pt x="1645489" y="534084"/>
                  </a:lnTo>
                  <a:lnTo>
                    <a:pt x="1645731" y="534150"/>
                  </a:lnTo>
                  <a:lnTo>
                    <a:pt x="1649011" y="535053"/>
                  </a:lnTo>
                  <a:lnTo>
                    <a:pt x="1650375" y="535446"/>
                  </a:lnTo>
                  <a:lnTo>
                    <a:pt x="1657692" y="537493"/>
                  </a:lnTo>
                  <a:lnTo>
                    <a:pt x="1658774" y="537774"/>
                  </a:lnTo>
                  <a:lnTo>
                    <a:pt x="1661475" y="538476"/>
                  </a:lnTo>
                  <a:lnTo>
                    <a:pt x="1662401" y="538716"/>
                  </a:lnTo>
                  <a:lnTo>
                    <a:pt x="1662233" y="539131"/>
                  </a:lnTo>
                  <a:lnTo>
                    <a:pt x="1662932" y="539322"/>
                  </a:lnTo>
                  <a:lnTo>
                    <a:pt x="1668706" y="540899"/>
                  </a:lnTo>
                  <a:lnTo>
                    <a:pt x="1683552" y="544959"/>
                  </a:lnTo>
                  <a:lnTo>
                    <a:pt x="1690785" y="547218"/>
                  </a:lnTo>
                  <a:lnTo>
                    <a:pt x="1699696" y="549988"/>
                  </a:lnTo>
                  <a:lnTo>
                    <a:pt x="1701984" y="550710"/>
                  </a:lnTo>
                  <a:lnTo>
                    <a:pt x="1719454" y="556151"/>
                  </a:lnTo>
                  <a:lnTo>
                    <a:pt x="1721786" y="556901"/>
                  </a:lnTo>
                  <a:lnTo>
                    <a:pt x="1728389" y="559023"/>
                  </a:lnTo>
                  <a:lnTo>
                    <a:pt x="1728920" y="559194"/>
                  </a:lnTo>
                  <a:lnTo>
                    <a:pt x="1731172" y="559991"/>
                  </a:lnTo>
                  <a:lnTo>
                    <a:pt x="1732164" y="560327"/>
                  </a:lnTo>
                  <a:lnTo>
                    <a:pt x="1732599" y="560475"/>
                  </a:lnTo>
                  <a:lnTo>
                    <a:pt x="1742852" y="563955"/>
                  </a:lnTo>
                  <a:lnTo>
                    <a:pt x="1761216" y="569763"/>
                  </a:lnTo>
                  <a:lnTo>
                    <a:pt x="1761685" y="569910"/>
                  </a:lnTo>
                  <a:lnTo>
                    <a:pt x="1762613" y="570204"/>
                  </a:lnTo>
                  <a:lnTo>
                    <a:pt x="1763854" y="570593"/>
                  </a:lnTo>
                  <a:lnTo>
                    <a:pt x="1764796" y="570889"/>
                  </a:lnTo>
                  <a:lnTo>
                    <a:pt x="1765915" y="571243"/>
                  </a:lnTo>
                  <a:lnTo>
                    <a:pt x="1766071" y="571292"/>
                  </a:lnTo>
                  <a:lnTo>
                    <a:pt x="1767187" y="571642"/>
                  </a:lnTo>
                  <a:lnTo>
                    <a:pt x="1767356" y="571696"/>
                  </a:lnTo>
                  <a:lnTo>
                    <a:pt x="1768509" y="572059"/>
                  </a:lnTo>
                  <a:lnTo>
                    <a:pt x="1768813" y="572153"/>
                  </a:lnTo>
                  <a:lnTo>
                    <a:pt x="1770797" y="572770"/>
                  </a:lnTo>
                  <a:lnTo>
                    <a:pt x="1771752" y="573063"/>
                  </a:lnTo>
                  <a:lnTo>
                    <a:pt x="1772826" y="573392"/>
                  </a:lnTo>
                  <a:lnTo>
                    <a:pt x="1774250" y="573827"/>
                  </a:lnTo>
                  <a:lnTo>
                    <a:pt x="1775403" y="574179"/>
                  </a:lnTo>
                  <a:lnTo>
                    <a:pt x="1776820" y="574613"/>
                  </a:lnTo>
                  <a:lnTo>
                    <a:pt x="1779082" y="575414"/>
                  </a:lnTo>
                  <a:lnTo>
                    <a:pt x="1779733" y="575644"/>
                  </a:lnTo>
                  <a:lnTo>
                    <a:pt x="1780734" y="575998"/>
                  </a:lnTo>
                  <a:lnTo>
                    <a:pt x="1781360" y="576219"/>
                  </a:lnTo>
                  <a:lnTo>
                    <a:pt x="1781855" y="576344"/>
                  </a:lnTo>
                  <a:lnTo>
                    <a:pt x="1783330" y="576715"/>
                  </a:lnTo>
                  <a:lnTo>
                    <a:pt x="1783484" y="576753"/>
                  </a:lnTo>
                  <a:lnTo>
                    <a:pt x="1785298" y="577208"/>
                  </a:lnTo>
                  <a:lnTo>
                    <a:pt x="1785920" y="577399"/>
                  </a:lnTo>
                  <a:lnTo>
                    <a:pt x="1786740" y="577650"/>
                  </a:lnTo>
                  <a:lnTo>
                    <a:pt x="1787905" y="578005"/>
                  </a:lnTo>
                  <a:lnTo>
                    <a:pt x="1790543" y="578812"/>
                  </a:lnTo>
                  <a:lnTo>
                    <a:pt x="1791105" y="578984"/>
                  </a:lnTo>
                  <a:lnTo>
                    <a:pt x="1793666" y="579768"/>
                  </a:lnTo>
                  <a:lnTo>
                    <a:pt x="1796707" y="580697"/>
                  </a:lnTo>
                  <a:lnTo>
                    <a:pt x="1798449" y="581231"/>
                  </a:lnTo>
                  <a:lnTo>
                    <a:pt x="1800715" y="581925"/>
                  </a:lnTo>
                  <a:lnTo>
                    <a:pt x="1802892" y="582590"/>
                  </a:lnTo>
                  <a:lnTo>
                    <a:pt x="1805517" y="583394"/>
                  </a:lnTo>
                  <a:lnTo>
                    <a:pt x="1808134" y="584193"/>
                  </a:lnTo>
                  <a:lnTo>
                    <a:pt x="1809626" y="584650"/>
                  </a:lnTo>
                  <a:lnTo>
                    <a:pt x="1810102" y="584795"/>
                  </a:lnTo>
                  <a:lnTo>
                    <a:pt x="1810863" y="585030"/>
                  </a:lnTo>
                  <a:lnTo>
                    <a:pt x="1811065" y="585092"/>
                  </a:lnTo>
                  <a:lnTo>
                    <a:pt x="1812484" y="585526"/>
                  </a:lnTo>
                  <a:lnTo>
                    <a:pt x="1814443" y="586124"/>
                  </a:lnTo>
                  <a:lnTo>
                    <a:pt x="1814853" y="586250"/>
                  </a:lnTo>
                  <a:lnTo>
                    <a:pt x="1816032" y="586600"/>
                  </a:lnTo>
                  <a:lnTo>
                    <a:pt x="1816863" y="586848"/>
                  </a:lnTo>
                  <a:lnTo>
                    <a:pt x="1817301" y="586979"/>
                  </a:lnTo>
                  <a:lnTo>
                    <a:pt x="1817711" y="587100"/>
                  </a:lnTo>
                  <a:lnTo>
                    <a:pt x="1818805" y="587424"/>
                  </a:lnTo>
                  <a:lnTo>
                    <a:pt x="1819417" y="587607"/>
                  </a:lnTo>
                  <a:lnTo>
                    <a:pt x="1820291" y="587868"/>
                  </a:lnTo>
                  <a:lnTo>
                    <a:pt x="1820609" y="587962"/>
                  </a:lnTo>
                  <a:lnTo>
                    <a:pt x="1821752" y="588301"/>
                  </a:lnTo>
                  <a:lnTo>
                    <a:pt x="1822189" y="588430"/>
                  </a:lnTo>
                  <a:lnTo>
                    <a:pt x="1824128" y="589006"/>
                  </a:lnTo>
                  <a:lnTo>
                    <a:pt x="1825651" y="589459"/>
                  </a:lnTo>
                  <a:lnTo>
                    <a:pt x="1826665" y="589761"/>
                  </a:lnTo>
                  <a:lnTo>
                    <a:pt x="1828440" y="590289"/>
                  </a:lnTo>
                  <a:lnTo>
                    <a:pt x="1829445" y="590587"/>
                  </a:lnTo>
                  <a:lnTo>
                    <a:pt x="1829624" y="590641"/>
                  </a:lnTo>
                  <a:lnTo>
                    <a:pt x="1830052" y="590767"/>
                  </a:lnTo>
                  <a:lnTo>
                    <a:pt x="1831501" y="591187"/>
                  </a:lnTo>
                  <a:lnTo>
                    <a:pt x="1832279" y="591413"/>
                  </a:lnTo>
                  <a:lnTo>
                    <a:pt x="1851112" y="596884"/>
                  </a:lnTo>
                  <a:lnTo>
                    <a:pt x="1854431" y="597848"/>
                  </a:lnTo>
                  <a:lnTo>
                    <a:pt x="1855158" y="598059"/>
                  </a:lnTo>
                  <a:lnTo>
                    <a:pt x="1856199" y="598371"/>
                  </a:lnTo>
                  <a:lnTo>
                    <a:pt x="1858620" y="599099"/>
                  </a:lnTo>
                  <a:lnTo>
                    <a:pt x="1862685" y="600568"/>
                  </a:lnTo>
                  <a:lnTo>
                    <a:pt x="1864004" y="601042"/>
                  </a:lnTo>
                  <a:lnTo>
                    <a:pt x="1864147" y="601094"/>
                  </a:lnTo>
                  <a:lnTo>
                    <a:pt x="1868252" y="602578"/>
                  </a:lnTo>
                  <a:lnTo>
                    <a:pt x="1868832" y="602788"/>
                  </a:lnTo>
                  <a:lnTo>
                    <a:pt x="1870332" y="603330"/>
                  </a:lnTo>
                  <a:lnTo>
                    <a:pt x="1870743" y="603477"/>
                  </a:lnTo>
                  <a:lnTo>
                    <a:pt x="1873855" y="604602"/>
                  </a:lnTo>
                  <a:lnTo>
                    <a:pt x="1875508" y="605200"/>
                  </a:lnTo>
                  <a:lnTo>
                    <a:pt x="1875849" y="605322"/>
                  </a:lnTo>
                  <a:lnTo>
                    <a:pt x="1876028" y="605388"/>
                  </a:lnTo>
                  <a:lnTo>
                    <a:pt x="1877206" y="605812"/>
                  </a:lnTo>
                  <a:lnTo>
                    <a:pt x="1878483" y="606273"/>
                  </a:lnTo>
                  <a:lnTo>
                    <a:pt x="1880765" y="607103"/>
                  </a:lnTo>
                  <a:lnTo>
                    <a:pt x="1882685" y="607891"/>
                  </a:lnTo>
                  <a:lnTo>
                    <a:pt x="1883962" y="608417"/>
                  </a:lnTo>
                  <a:lnTo>
                    <a:pt x="1884900" y="608801"/>
                  </a:lnTo>
                  <a:lnTo>
                    <a:pt x="1885798" y="609117"/>
                  </a:lnTo>
                  <a:lnTo>
                    <a:pt x="1892173" y="611362"/>
                  </a:lnTo>
                  <a:lnTo>
                    <a:pt x="1893521" y="611837"/>
                  </a:lnTo>
                  <a:lnTo>
                    <a:pt x="1897759" y="613330"/>
                  </a:lnTo>
                  <a:lnTo>
                    <a:pt x="1899335" y="613887"/>
                  </a:lnTo>
                  <a:lnTo>
                    <a:pt x="1902284" y="614860"/>
                  </a:lnTo>
                  <a:lnTo>
                    <a:pt x="1903801" y="615361"/>
                  </a:lnTo>
                  <a:lnTo>
                    <a:pt x="1906975" y="616505"/>
                  </a:lnTo>
                  <a:lnTo>
                    <a:pt x="1908207" y="616949"/>
                  </a:lnTo>
                  <a:lnTo>
                    <a:pt x="1909642" y="617465"/>
                  </a:lnTo>
                  <a:lnTo>
                    <a:pt x="1910578" y="617804"/>
                  </a:lnTo>
                  <a:lnTo>
                    <a:pt x="1911366" y="618087"/>
                  </a:lnTo>
                  <a:lnTo>
                    <a:pt x="1911902" y="618280"/>
                  </a:lnTo>
                  <a:lnTo>
                    <a:pt x="1912789" y="618600"/>
                  </a:lnTo>
                  <a:lnTo>
                    <a:pt x="1912919" y="618647"/>
                  </a:lnTo>
                  <a:lnTo>
                    <a:pt x="1914053" y="619055"/>
                  </a:lnTo>
                  <a:lnTo>
                    <a:pt x="1920257" y="621233"/>
                  </a:lnTo>
                  <a:lnTo>
                    <a:pt x="1922548" y="622037"/>
                  </a:lnTo>
                  <a:lnTo>
                    <a:pt x="1922773" y="622115"/>
                  </a:lnTo>
                  <a:lnTo>
                    <a:pt x="1925216" y="622974"/>
                  </a:lnTo>
                  <a:lnTo>
                    <a:pt x="1925751" y="623161"/>
                  </a:lnTo>
                  <a:lnTo>
                    <a:pt x="1927901" y="623927"/>
                  </a:lnTo>
                  <a:lnTo>
                    <a:pt x="1927935" y="623754"/>
                  </a:lnTo>
                  <a:lnTo>
                    <a:pt x="1931424" y="624724"/>
                  </a:lnTo>
                  <a:lnTo>
                    <a:pt x="1933340" y="625052"/>
                  </a:lnTo>
                  <a:lnTo>
                    <a:pt x="1936465" y="625346"/>
                  </a:lnTo>
                  <a:lnTo>
                    <a:pt x="1938362" y="625454"/>
                  </a:lnTo>
                  <a:lnTo>
                    <a:pt x="1940871" y="625479"/>
                  </a:lnTo>
                  <a:lnTo>
                    <a:pt x="1943406" y="625418"/>
                  </a:lnTo>
                  <a:lnTo>
                    <a:pt x="1945838" y="625361"/>
                  </a:lnTo>
                  <a:lnTo>
                    <a:pt x="1949052" y="625652"/>
                  </a:lnTo>
                  <a:lnTo>
                    <a:pt x="1951600" y="626131"/>
                  </a:lnTo>
                  <a:lnTo>
                    <a:pt x="1952828" y="626402"/>
                  </a:lnTo>
                  <a:lnTo>
                    <a:pt x="1954242" y="626781"/>
                  </a:lnTo>
                  <a:lnTo>
                    <a:pt x="1968769" y="632217"/>
                  </a:lnTo>
                  <a:lnTo>
                    <a:pt x="1970054" y="632624"/>
                  </a:lnTo>
                  <a:lnTo>
                    <a:pt x="1976750" y="634745"/>
                  </a:lnTo>
                  <a:lnTo>
                    <a:pt x="1984609" y="637117"/>
                  </a:lnTo>
                  <a:lnTo>
                    <a:pt x="1986345" y="637473"/>
                  </a:lnTo>
                  <a:lnTo>
                    <a:pt x="1987987" y="637812"/>
                  </a:lnTo>
                  <a:lnTo>
                    <a:pt x="1989472" y="638080"/>
                  </a:lnTo>
                  <a:lnTo>
                    <a:pt x="1993261" y="638612"/>
                  </a:lnTo>
                  <a:lnTo>
                    <a:pt x="1995270" y="639065"/>
                  </a:lnTo>
                  <a:lnTo>
                    <a:pt x="1996050" y="639396"/>
                  </a:lnTo>
                  <a:lnTo>
                    <a:pt x="1996943" y="639730"/>
                  </a:lnTo>
                  <a:lnTo>
                    <a:pt x="1997660" y="639997"/>
                  </a:lnTo>
                  <a:lnTo>
                    <a:pt x="1998046" y="640243"/>
                  </a:lnTo>
                  <a:lnTo>
                    <a:pt x="2001002" y="642128"/>
                  </a:lnTo>
                  <a:lnTo>
                    <a:pt x="2005045" y="645289"/>
                  </a:lnTo>
                  <a:lnTo>
                    <a:pt x="2012326" y="651404"/>
                  </a:lnTo>
                  <a:lnTo>
                    <a:pt x="2012506" y="651555"/>
                  </a:lnTo>
                  <a:lnTo>
                    <a:pt x="2012669" y="651700"/>
                  </a:lnTo>
                  <a:lnTo>
                    <a:pt x="2016389" y="654995"/>
                  </a:lnTo>
                  <a:lnTo>
                    <a:pt x="2017379" y="655691"/>
                  </a:lnTo>
                  <a:lnTo>
                    <a:pt x="2021981" y="658933"/>
                  </a:lnTo>
                  <a:lnTo>
                    <a:pt x="2045793" y="674618"/>
                  </a:lnTo>
                  <a:lnTo>
                    <a:pt x="2047457" y="675714"/>
                  </a:lnTo>
                  <a:lnTo>
                    <a:pt x="2048890" y="676538"/>
                  </a:lnTo>
                  <a:lnTo>
                    <a:pt x="2050304" y="677345"/>
                  </a:lnTo>
                  <a:lnTo>
                    <a:pt x="2051365" y="677858"/>
                  </a:lnTo>
                  <a:lnTo>
                    <a:pt x="2051826" y="678082"/>
                  </a:lnTo>
                  <a:lnTo>
                    <a:pt x="2052410" y="678367"/>
                  </a:lnTo>
                  <a:lnTo>
                    <a:pt x="2052963" y="678610"/>
                  </a:lnTo>
                  <a:lnTo>
                    <a:pt x="2054654" y="679368"/>
                  </a:lnTo>
                  <a:lnTo>
                    <a:pt x="2055038" y="679633"/>
                  </a:lnTo>
                  <a:lnTo>
                    <a:pt x="2057260" y="681167"/>
                  </a:lnTo>
                  <a:lnTo>
                    <a:pt x="2057851" y="681536"/>
                  </a:lnTo>
                  <a:lnTo>
                    <a:pt x="2058264" y="681793"/>
                  </a:lnTo>
                  <a:lnTo>
                    <a:pt x="2060219" y="683013"/>
                  </a:lnTo>
                  <a:lnTo>
                    <a:pt x="2060643" y="683279"/>
                  </a:lnTo>
                  <a:lnTo>
                    <a:pt x="2061627" y="683892"/>
                  </a:lnTo>
                  <a:lnTo>
                    <a:pt x="2083443" y="697505"/>
                  </a:lnTo>
                  <a:lnTo>
                    <a:pt x="2086940" y="699688"/>
                  </a:lnTo>
                  <a:lnTo>
                    <a:pt x="2088477" y="701002"/>
                  </a:lnTo>
                  <a:lnTo>
                    <a:pt x="2088978" y="701502"/>
                  </a:lnTo>
                  <a:lnTo>
                    <a:pt x="2090203" y="702729"/>
                  </a:lnTo>
                  <a:lnTo>
                    <a:pt x="2091711" y="704742"/>
                  </a:lnTo>
                  <a:lnTo>
                    <a:pt x="2093884" y="705946"/>
                  </a:lnTo>
                  <a:lnTo>
                    <a:pt x="2096017" y="706673"/>
                  </a:lnTo>
                  <a:lnTo>
                    <a:pt x="2097226" y="707138"/>
                  </a:lnTo>
                  <a:lnTo>
                    <a:pt x="2098700" y="707576"/>
                  </a:lnTo>
                  <a:lnTo>
                    <a:pt x="2099608" y="707810"/>
                  </a:lnTo>
                  <a:lnTo>
                    <a:pt x="2099889" y="707882"/>
                  </a:lnTo>
                  <a:lnTo>
                    <a:pt x="2100517" y="708045"/>
                  </a:lnTo>
                  <a:lnTo>
                    <a:pt x="2101851" y="708292"/>
                  </a:lnTo>
                  <a:lnTo>
                    <a:pt x="2104825" y="708840"/>
                  </a:lnTo>
                  <a:lnTo>
                    <a:pt x="2105219" y="708913"/>
                  </a:lnTo>
                  <a:lnTo>
                    <a:pt x="2106279" y="709108"/>
                  </a:lnTo>
                  <a:lnTo>
                    <a:pt x="2107645" y="709336"/>
                  </a:lnTo>
                  <a:lnTo>
                    <a:pt x="2107857" y="709372"/>
                  </a:lnTo>
                  <a:lnTo>
                    <a:pt x="2109699" y="709681"/>
                  </a:lnTo>
                  <a:lnTo>
                    <a:pt x="2110685" y="709846"/>
                  </a:lnTo>
                  <a:lnTo>
                    <a:pt x="2111044" y="709907"/>
                  </a:lnTo>
                  <a:lnTo>
                    <a:pt x="2111322" y="709953"/>
                  </a:lnTo>
                  <a:lnTo>
                    <a:pt x="2112279" y="710137"/>
                  </a:lnTo>
                  <a:lnTo>
                    <a:pt x="2113417" y="710370"/>
                  </a:lnTo>
                  <a:lnTo>
                    <a:pt x="2114020" y="710495"/>
                  </a:lnTo>
                  <a:lnTo>
                    <a:pt x="2116812" y="711067"/>
                  </a:lnTo>
                  <a:lnTo>
                    <a:pt x="2117487" y="711205"/>
                  </a:lnTo>
                  <a:lnTo>
                    <a:pt x="2117646" y="711238"/>
                  </a:lnTo>
                  <a:lnTo>
                    <a:pt x="2118595" y="711433"/>
                  </a:lnTo>
                  <a:lnTo>
                    <a:pt x="2120931" y="711912"/>
                  </a:lnTo>
                  <a:lnTo>
                    <a:pt x="2123837" y="712322"/>
                  </a:lnTo>
                  <a:lnTo>
                    <a:pt x="2126339" y="712674"/>
                  </a:lnTo>
                  <a:lnTo>
                    <a:pt x="2128234" y="712941"/>
                  </a:lnTo>
                  <a:lnTo>
                    <a:pt x="2129365" y="713071"/>
                  </a:lnTo>
                  <a:lnTo>
                    <a:pt x="2130512" y="713203"/>
                  </a:lnTo>
                  <a:lnTo>
                    <a:pt x="2131528" y="713320"/>
                  </a:lnTo>
                  <a:lnTo>
                    <a:pt x="2138474" y="714120"/>
                  </a:lnTo>
                  <a:lnTo>
                    <a:pt x="2149901" y="715437"/>
                  </a:lnTo>
                  <a:lnTo>
                    <a:pt x="2151805" y="715658"/>
                  </a:lnTo>
                  <a:lnTo>
                    <a:pt x="2152974" y="715792"/>
                  </a:lnTo>
                  <a:lnTo>
                    <a:pt x="2154270" y="715942"/>
                  </a:lnTo>
                  <a:lnTo>
                    <a:pt x="2154730" y="715995"/>
                  </a:lnTo>
                  <a:lnTo>
                    <a:pt x="2156083" y="716235"/>
                  </a:lnTo>
                  <a:lnTo>
                    <a:pt x="2157312" y="716451"/>
                  </a:lnTo>
                  <a:lnTo>
                    <a:pt x="2157710" y="716522"/>
                  </a:lnTo>
                  <a:lnTo>
                    <a:pt x="2158632" y="716685"/>
                  </a:lnTo>
                  <a:lnTo>
                    <a:pt x="2160102" y="716945"/>
                  </a:lnTo>
                  <a:lnTo>
                    <a:pt x="2162499" y="717369"/>
                  </a:lnTo>
                  <a:lnTo>
                    <a:pt x="2163739" y="717588"/>
                  </a:lnTo>
                  <a:lnTo>
                    <a:pt x="2164359" y="717698"/>
                  </a:lnTo>
                  <a:lnTo>
                    <a:pt x="2165060" y="717822"/>
                  </a:lnTo>
                  <a:lnTo>
                    <a:pt x="2165836" y="717959"/>
                  </a:lnTo>
                  <a:lnTo>
                    <a:pt x="2168486" y="718428"/>
                  </a:lnTo>
                  <a:lnTo>
                    <a:pt x="2169762" y="718654"/>
                  </a:lnTo>
                  <a:lnTo>
                    <a:pt x="2171176" y="718903"/>
                  </a:lnTo>
                  <a:lnTo>
                    <a:pt x="2174563" y="719503"/>
                  </a:lnTo>
                  <a:lnTo>
                    <a:pt x="2175051" y="719589"/>
                  </a:lnTo>
                  <a:lnTo>
                    <a:pt x="2176296" y="719810"/>
                  </a:lnTo>
                  <a:lnTo>
                    <a:pt x="2179263" y="720335"/>
                  </a:lnTo>
                  <a:lnTo>
                    <a:pt x="2179920" y="720413"/>
                  </a:lnTo>
                  <a:lnTo>
                    <a:pt x="2181602" y="720647"/>
                  </a:lnTo>
                  <a:lnTo>
                    <a:pt x="2183134" y="720862"/>
                  </a:lnTo>
                  <a:lnTo>
                    <a:pt x="2183945" y="720974"/>
                  </a:lnTo>
                  <a:lnTo>
                    <a:pt x="2184559" y="721060"/>
                  </a:lnTo>
                  <a:lnTo>
                    <a:pt x="2186475" y="721326"/>
                  </a:lnTo>
                  <a:lnTo>
                    <a:pt x="2190191" y="721949"/>
                  </a:lnTo>
                  <a:lnTo>
                    <a:pt x="2192826" y="722391"/>
                  </a:lnTo>
                  <a:lnTo>
                    <a:pt x="2193721" y="722541"/>
                  </a:lnTo>
                  <a:lnTo>
                    <a:pt x="2196456" y="722394"/>
                  </a:lnTo>
                  <a:lnTo>
                    <a:pt x="2198234" y="722299"/>
                  </a:lnTo>
                  <a:lnTo>
                    <a:pt x="2198738" y="722272"/>
                  </a:lnTo>
                  <a:lnTo>
                    <a:pt x="2200307" y="722187"/>
                  </a:lnTo>
                  <a:lnTo>
                    <a:pt x="2201025" y="722302"/>
                  </a:lnTo>
                  <a:lnTo>
                    <a:pt x="2202945" y="722607"/>
                  </a:lnTo>
                  <a:lnTo>
                    <a:pt x="2206670" y="723199"/>
                  </a:lnTo>
                  <a:lnTo>
                    <a:pt x="2206760" y="722788"/>
                  </a:lnTo>
                  <a:lnTo>
                    <a:pt x="2206875" y="722262"/>
                  </a:lnTo>
                  <a:lnTo>
                    <a:pt x="2207907" y="717564"/>
                  </a:lnTo>
                  <a:lnTo>
                    <a:pt x="2213397" y="692569"/>
                  </a:lnTo>
                  <a:lnTo>
                    <a:pt x="2213576" y="691741"/>
                  </a:lnTo>
                  <a:lnTo>
                    <a:pt x="2213685" y="691235"/>
                  </a:lnTo>
                  <a:lnTo>
                    <a:pt x="2213889" y="690290"/>
                  </a:lnTo>
                  <a:lnTo>
                    <a:pt x="2217345" y="674672"/>
                  </a:lnTo>
                  <a:lnTo>
                    <a:pt x="2219757" y="663771"/>
                  </a:lnTo>
                  <a:lnTo>
                    <a:pt x="2219839" y="663402"/>
                  </a:lnTo>
                  <a:lnTo>
                    <a:pt x="2220642" y="663619"/>
                  </a:lnTo>
                  <a:lnTo>
                    <a:pt x="2222526" y="664123"/>
                  </a:lnTo>
                  <a:lnTo>
                    <a:pt x="2223839" y="664475"/>
                  </a:lnTo>
                  <a:lnTo>
                    <a:pt x="2224599" y="661629"/>
                  </a:lnTo>
                  <a:lnTo>
                    <a:pt x="2226978" y="652719"/>
                  </a:lnTo>
                  <a:lnTo>
                    <a:pt x="2228371" y="647500"/>
                  </a:lnTo>
                  <a:lnTo>
                    <a:pt x="2236155" y="618947"/>
                  </a:lnTo>
                  <a:lnTo>
                    <a:pt x="2237523" y="619286"/>
                  </a:lnTo>
                  <a:lnTo>
                    <a:pt x="2242000" y="603108"/>
                  </a:lnTo>
                  <a:lnTo>
                    <a:pt x="2246747" y="592169"/>
                  </a:lnTo>
                  <a:lnTo>
                    <a:pt x="2250687" y="582172"/>
                  </a:lnTo>
                  <a:lnTo>
                    <a:pt x="2251781" y="579083"/>
                  </a:lnTo>
                  <a:lnTo>
                    <a:pt x="2253709" y="573633"/>
                  </a:lnTo>
                  <a:lnTo>
                    <a:pt x="2256812" y="572380"/>
                  </a:lnTo>
                  <a:lnTo>
                    <a:pt x="2260121" y="563202"/>
                  </a:lnTo>
                  <a:lnTo>
                    <a:pt x="2261284" y="559974"/>
                  </a:lnTo>
                  <a:lnTo>
                    <a:pt x="2268210" y="542404"/>
                  </a:lnTo>
                  <a:lnTo>
                    <a:pt x="2268677" y="541216"/>
                  </a:lnTo>
                  <a:lnTo>
                    <a:pt x="2274784" y="525567"/>
                  </a:lnTo>
                  <a:lnTo>
                    <a:pt x="2276301" y="521577"/>
                  </a:lnTo>
                  <a:lnTo>
                    <a:pt x="2278158" y="516693"/>
                  </a:lnTo>
                  <a:lnTo>
                    <a:pt x="2278873" y="514812"/>
                  </a:lnTo>
                  <a:lnTo>
                    <a:pt x="2279283" y="513580"/>
                  </a:lnTo>
                  <a:lnTo>
                    <a:pt x="2275836" y="513390"/>
                  </a:lnTo>
                  <a:lnTo>
                    <a:pt x="2273035" y="512937"/>
                  </a:lnTo>
                  <a:lnTo>
                    <a:pt x="2269715" y="512266"/>
                  </a:lnTo>
                  <a:lnTo>
                    <a:pt x="2270119" y="511217"/>
                  </a:lnTo>
                  <a:lnTo>
                    <a:pt x="2280909" y="483493"/>
                  </a:lnTo>
                  <a:lnTo>
                    <a:pt x="2286322" y="469583"/>
                  </a:lnTo>
                  <a:lnTo>
                    <a:pt x="2286673" y="468656"/>
                  </a:lnTo>
                  <a:lnTo>
                    <a:pt x="2289127" y="462176"/>
                  </a:lnTo>
                  <a:lnTo>
                    <a:pt x="2289478" y="461252"/>
                  </a:lnTo>
                  <a:lnTo>
                    <a:pt x="2295771" y="444641"/>
                  </a:lnTo>
                  <a:lnTo>
                    <a:pt x="2293215" y="444015"/>
                  </a:lnTo>
                  <a:lnTo>
                    <a:pt x="2286713" y="442161"/>
                  </a:lnTo>
                  <a:lnTo>
                    <a:pt x="2281565" y="440682"/>
                  </a:lnTo>
                  <a:lnTo>
                    <a:pt x="2284365" y="427756"/>
                  </a:lnTo>
                  <a:lnTo>
                    <a:pt x="2285090" y="425206"/>
                  </a:lnTo>
                  <a:lnTo>
                    <a:pt x="2287580" y="416456"/>
                  </a:lnTo>
                  <a:lnTo>
                    <a:pt x="2288092" y="416894"/>
                  </a:lnTo>
                  <a:lnTo>
                    <a:pt x="2288379" y="417146"/>
                  </a:lnTo>
                  <a:lnTo>
                    <a:pt x="2289189" y="417858"/>
                  </a:lnTo>
                  <a:lnTo>
                    <a:pt x="2291629" y="419677"/>
                  </a:lnTo>
                  <a:lnTo>
                    <a:pt x="2292221" y="420125"/>
                  </a:lnTo>
                  <a:lnTo>
                    <a:pt x="2294062" y="421516"/>
                  </a:lnTo>
                  <a:lnTo>
                    <a:pt x="2295800" y="422855"/>
                  </a:lnTo>
                  <a:lnTo>
                    <a:pt x="2296922" y="423753"/>
                  </a:lnTo>
                  <a:lnTo>
                    <a:pt x="2299740" y="425913"/>
                  </a:lnTo>
                  <a:lnTo>
                    <a:pt x="2300423" y="426402"/>
                  </a:lnTo>
                  <a:lnTo>
                    <a:pt x="2301478" y="427193"/>
                  </a:lnTo>
                  <a:lnTo>
                    <a:pt x="2302741" y="428182"/>
                  </a:lnTo>
                  <a:lnTo>
                    <a:pt x="2302693" y="428319"/>
                  </a:lnTo>
                  <a:lnTo>
                    <a:pt x="2303708" y="429064"/>
                  </a:lnTo>
                  <a:lnTo>
                    <a:pt x="2307803" y="431429"/>
                  </a:lnTo>
                  <a:lnTo>
                    <a:pt x="2312018" y="433532"/>
                  </a:lnTo>
                  <a:lnTo>
                    <a:pt x="2317076" y="435558"/>
                  </a:lnTo>
                  <a:lnTo>
                    <a:pt x="2323779" y="437305"/>
                  </a:lnTo>
                  <a:lnTo>
                    <a:pt x="2326979" y="437923"/>
                  </a:lnTo>
                  <a:lnTo>
                    <a:pt x="2327591" y="438041"/>
                  </a:lnTo>
                  <a:lnTo>
                    <a:pt x="2328274" y="436269"/>
                  </a:lnTo>
                  <a:lnTo>
                    <a:pt x="2328598" y="435428"/>
                  </a:lnTo>
                  <a:lnTo>
                    <a:pt x="2329108" y="434091"/>
                  </a:lnTo>
                  <a:lnTo>
                    <a:pt x="2329665" y="432681"/>
                  </a:lnTo>
                  <a:lnTo>
                    <a:pt x="2332156" y="426617"/>
                  </a:lnTo>
                  <a:lnTo>
                    <a:pt x="2333400" y="423585"/>
                  </a:lnTo>
                  <a:lnTo>
                    <a:pt x="2341595" y="403637"/>
                  </a:lnTo>
                  <a:lnTo>
                    <a:pt x="2348931" y="385780"/>
                  </a:lnTo>
                  <a:lnTo>
                    <a:pt x="2350034" y="382735"/>
                  </a:lnTo>
                  <a:lnTo>
                    <a:pt x="2352757" y="374086"/>
                  </a:lnTo>
                  <a:lnTo>
                    <a:pt x="2354006" y="370129"/>
                  </a:lnTo>
                  <a:lnTo>
                    <a:pt x="2354483" y="368616"/>
                  </a:lnTo>
                  <a:lnTo>
                    <a:pt x="2355802" y="364429"/>
                  </a:lnTo>
                  <a:lnTo>
                    <a:pt x="2357242" y="359863"/>
                  </a:lnTo>
                  <a:lnTo>
                    <a:pt x="2357909" y="357741"/>
                  </a:lnTo>
                  <a:lnTo>
                    <a:pt x="2358679" y="355294"/>
                  </a:lnTo>
                  <a:lnTo>
                    <a:pt x="2359739" y="351934"/>
                  </a:lnTo>
                  <a:lnTo>
                    <a:pt x="2360113" y="350746"/>
                  </a:lnTo>
                  <a:lnTo>
                    <a:pt x="2360287" y="350199"/>
                  </a:lnTo>
                  <a:lnTo>
                    <a:pt x="2361435" y="346551"/>
                  </a:lnTo>
                  <a:lnTo>
                    <a:pt x="2362991" y="341615"/>
                  </a:lnTo>
                  <a:lnTo>
                    <a:pt x="2366226" y="331347"/>
                  </a:lnTo>
                  <a:lnTo>
                    <a:pt x="2367683" y="327105"/>
                  </a:lnTo>
                  <a:lnTo>
                    <a:pt x="2368552" y="324574"/>
                  </a:lnTo>
                  <a:lnTo>
                    <a:pt x="2369298" y="322406"/>
                  </a:lnTo>
                  <a:lnTo>
                    <a:pt x="2368748" y="322203"/>
                  </a:lnTo>
                  <a:lnTo>
                    <a:pt x="2366412" y="321338"/>
                  </a:lnTo>
                  <a:lnTo>
                    <a:pt x="2364477" y="320620"/>
                  </a:lnTo>
                  <a:lnTo>
                    <a:pt x="2362600" y="319925"/>
                  </a:lnTo>
                  <a:lnTo>
                    <a:pt x="2360587" y="319178"/>
                  </a:lnTo>
                  <a:lnTo>
                    <a:pt x="2357368" y="317985"/>
                  </a:lnTo>
                  <a:lnTo>
                    <a:pt x="2353959" y="316721"/>
                  </a:lnTo>
                  <a:lnTo>
                    <a:pt x="2350785" y="315706"/>
                  </a:lnTo>
                  <a:lnTo>
                    <a:pt x="2348063" y="314835"/>
                  </a:lnTo>
                  <a:lnTo>
                    <a:pt x="2346862" y="314559"/>
                  </a:lnTo>
                  <a:lnTo>
                    <a:pt x="2345817" y="314117"/>
                  </a:lnTo>
                  <a:lnTo>
                    <a:pt x="2343375" y="313331"/>
                  </a:lnTo>
                  <a:lnTo>
                    <a:pt x="2341652" y="312782"/>
                  </a:lnTo>
                  <a:lnTo>
                    <a:pt x="2339186" y="311991"/>
                  </a:lnTo>
                  <a:lnTo>
                    <a:pt x="2332684" y="309907"/>
                  </a:lnTo>
                  <a:lnTo>
                    <a:pt x="2330379" y="309558"/>
                  </a:lnTo>
                  <a:lnTo>
                    <a:pt x="2328093" y="309213"/>
                  </a:lnTo>
                  <a:lnTo>
                    <a:pt x="2327042" y="309053"/>
                  </a:lnTo>
                  <a:lnTo>
                    <a:pt x="2325795" y="308864"/>
                  </a:lnTo>
                  <a:lnTo>
                    <a:pt x="2324634" y="308417"/>
                  </a:lnTo>
                  <a:lnTo>
                    <a:pt x="2322953" y="307770"/>
                  </a:lnTo>
                  <a:lnTo>
                    <a:pt x="2321606" y="307250"/>
                  </a:lnTo>
                  <a:lnTo>
                    <a:pt x="2317403" y="305638"/>
                  </a:lnTo>
                  <a:lnTo>
                    <a:pt x="2313207" y="304024"/>
                  </a:lnTo>
                  <a:lnTo>
                    <a:pt x="2306389" y="301403"/>
                  </a:lnTo>
                  <a:lnTo>
                    <a:pt x="2301909" y="299694"/>
                  </a:lnTo>
                  <a:lnTo>
                    <a:pt x="2301246" y="299442"/>
                  </a:lnTo>
                  <a:lnTo>
                    <a:pt x="2300645" y="299213"/>
                  </a:lnTo>
                  <a:lnTo>
                    <a:pt x="2286453" y="293801"/>
                  </a:lnTo>
                  <a:lnTo>
                    <a:pt x="2282487" y="292288"/>
                  </a:lnTo>
                  <a:lnTo>
                    <a:pt x="2274582" y="289275"/>
                  </a:lnTo>
                  <a:lnTo>
                    <a:pt x="2270638" y="287771"/>
                  </a:lnTo>
                  <a:lnTo>
                    <a:pt x="2269569" y="287302"/>
                  </a:lnTo>
                  <a:lnTo>
                    <a:pt x="2269163" y="287550"/>
                  </a:lnTo>
                  <a:lnTo>
                    <a:pt x="2261826" y="284625"/>
                  </a:lnTo>
                  <a:lnTo>
                    <a:pt x="2253706" y="280876"/>
                  </a:lnTo>
                  <a:lnTo>
                    <a:pt x="2246123" y="278167"/>
                  </a:lnTo>
                  <a:lnTo>
                    <a:pt x="2240927" y="276360"/>
                  </a:lnTo>
                  <a:lnTo>
                    <a:pt x="2233701" y="273847"/>
                  </a:lnTo>
                  <a:lnTo>
                    <a:pt x="2231756" y="273226"/>
                  </a:lnTo>
                  <a:lnTo>
                    <a:pt x="2216502" y="267251"/>
                  </a:lnTo>
                  <a:lnTo>
                    <a:pt x="2213289" y="266083"/>
                  </a:lnTo>
                  <a:lnTo>
                    <a:pt x="2208081" y="264143"/>
                  </a:lnTo>
                  <a:lnTo>
                    <a:pt x="2200109" y="261172"/>
                  </a:lnTo>
                  <a:lnTo>
                    <a:pt x="2176974" y="252657"/>
                  </a:lnTo>
                  <a:lnTo>
                    <a:pt x="2168201" y="249426"/>
                  </a:lnTo>
                  <a:lnTo>
                    <a:pt x="2167685" y="249236"/>
                  </a:lnTo>
                  <a:lnTo>
                    <a:pt x="2165793" y="248867"/>
                  </a:lnTo>
                  <a:lnTo>
                    <a:pt x="2164957" y="248715"/>
                  </a:lnTo>
                  <a:lnTo>
                    <a:pt x="2163678" y="248182"/>
                  </a:lnTo>
                  <a:lnTo>
                    <a:pt x="2154890" y="244517"/>
                  </a:lnTo>
                  <a:lnTo>
                    <a:pt x="2148680" y="242574"/>
                  </a:lnTo>
                  <a:lnTo>
                    <a:pt x="2139261" y="240072"/>
                  </a:lnTo>
                  <a:lnTo>
                    <a:pt x="2134890" y="239021"/>
                  </a:lnTo>
                  <a:lnTo>
                    <a:pt x="2132102" y="238397"/>
                  </a:lnTo>
                  <a:lnTo>
                    <a:pt x="2129554" y="237851"/>
                  </a:lnTo>
                  <a:lnTo>
                    <a:pt x="2121363" y="236414"/>
                  </a:lnTo>
                  <a:lnTo>
                    <a:pt x="2113011" y="235542"/>
                  </a:lnTo>
                  <a:lnTo>
                    <a:pt x="2089106" y="234768"/>
                  </a:lnTo>
                  <a:lnTo>
                    <a:pt x="2088586" y="234753"/>
                  </a:lnTo>
                  <a:lnTo>
                    <a:pt x="2084969" y="234610"/>
                  </a:lnTo>
                  <a:lnTo>
                    <a:pt x="2073982" y="234039"/>
                  </a:lnTo>
                  <a:lnTo>
                    <a:pt x="2071321" y="233907"/>
                  </a:lnTo>
                  <a:lnTo>
                    <a:pt x="2065928" y="233601"/>
                  </a:lnTo>
                  <a:lnTo>
                    <a:pt x="2062562" y="233417"/>
                  </a:lnTo>
                  <a:lnTo>
                    <a:pt x="2059757" y="233256"/>
                  </a:lnTo>
                  <a:lnTo>
                    <a:pt x="2058151" y="233156"/>
                  </a:lnTo>
                  <a:lnTo>
                    <a:pt x="2047431" y="232710"/>
                  </a:lnTo>
                  <a:lnTo>
                    <a:pt x="2045125" y="232591"/>
                  </a:lnTo>
                  <a:lnTo>
                    <a:pt x="2039081" y="232258"/>
                  </a:lnTo>
                  <a:lnTo>
                    <a:pt x="2037038" y="232122"/>
                  </a:lnTo>
                  <a:lnTo>
                    <a:pt x="2035170" y="231986"/>
                  </a:lnTo>
                  <a:lnTo>
                    <a:pt x="2033560" y="231859"/>
                  </a:lnTo>
                  <a:lnTo>
                    <a:pt x="2032126" y="231991"/>
                  </a:lnTo>
                  <a:lnTo>
                    <a:pt x="2003130" y="230593"/>
                  </a:lnTo>
                  <a:lnTo>
                    <a:pt x="1997670" y="230234"/>
                  </a:lnTo>
                  <a:lnTo>
                    <a:pt x="1989665" y="229552"/>
                  </a:lnTo>
                  <a:lnTo>
                    <a:pt x="1973475" y="229316"/>
                  </a:lnTo>
                  <a:lnTo>
                    <a:pt x="1972818" y="229606"/>
                  </a:lnTo>
                  <a:lnTo>
                    <a:pt x="1970318" y="230711"/>
                  </a:lnTo>
                  <a:lnTo>
                    <a:pt x="1970120" y="230799"/>
                  </a:lnTo>
                  <a:lnTo>
                    <a:pt x="1967773" y="231835"/>
                  </a:lnTo>
                  <a:lnTo>
                    <a:pt x="1962983" y="232045"/>
                  </a:lnTo>
                  <a:lnTo>
                    <a:pt x="1962175" y="231304"/>
                  </a:lnTo>
                  <a:lnTo>
                    <a:pt x="1961989" y="231133"/>
                  </a:lnTo>
                  <a:lnTo>
                    <a:pt x="1961252" y="230457"/>
                  </a:lnTo>
                  <a:lnTo>
                    <a:pt x="1960746" y="229993"/>
                  </a:lnTo>
                  <a:lnTo>
                    <a:pt x="1959259" y="229516"/>
                  </a:lnTo>
                  <a:lnTo>
                    <a:pt x="1959288" y="229308"/>
                  </a:lnTo>
                  <a:lnTo>
                    <a:pt x="1959579" y="227245"/>
                  </a:lnTo>
                  <a:lnTo>
                    <a:pt x="1957360" y="226982"/>
                  </a:lnTo>
                  <a:lnTo>
                    <a:pt x="1954354" y="226626"/>
                  </a:lnTo>
                  <a:lnTo>
                    <a:pt x="1951186" y="226251"/>
                  </a:lnTo>
                  <a:lnTo>
                    <a:pt x="1935225" y="222151"/>
                  </a:lnTo>
                  <a:lnTo>
                    <a:pt x="1932470" y="221367"/>
                  </a:lnTo>
                  <a:lnTo>
                    <a:pt x="1911451" y="216200"/>
                  </a:lnTo>
                  <a:lnTo>
                    <a:pt x="1890262" y="210599"/>
                  </a:lnTo>
                  <a:lnTo>
                    <a:pt x="1884617" y="209098"/>
                  </a:lnTo>
                  <a:lnTo>
                    <a:pt x="1866099" y="203628"/>
                  </a:lnTo>
                  <a:lnTo>
                    <a:pt x="1859917" y="201327"/>
                  </a:lnTo>
                  <a:lnTo>
                    <a:pt x="1853837" y="198076"/>
                  </a:lnTo>
                  <a:lnTo>
                    <a:pt x="1851135" y="196665"/>
                  </a:lnTo>
                  <a:lnTo>
                    <a:pt x="1850963" y="196575"/>
                  </a:lnTo>
                  <a:lnTo>
                    <a:pt x="1850010" y="196078"/>
                  </a:lnTo>
                  <a:lnTo>
                    <a:pt x="1843023" y="192129"/>
                  </a:lnTo>
                  <a:lnTo>
                    <a:pt x="1836486" y="187397"/>
                  </a:lnTo>
                  <a:lnTo>
                    <a:pt x="1836259" y="187156"/>
                  </a:lnTo>
                  <a:lnTo>
                    <a:pt x="1832868" y="183569"/>
                  </a:lnTo>
                  <a:lnTo>
                    <a:pt x="1832292" y="182959"/>
                  </a:lnTo>
                  <a:lnTo>
                    <a:pt x="1832084" y="182797"/>
                  </a:lnTo>
                  <a:lnTo>
                    <a:pt x="1831531" y="182253"/>
                  </a:lnTo>
                  <a:lnTo>
                    <a:pt x="1831307" y="182033"/>
                  </a:lnTo>
                  <a:lnTo>
                    <a:pt x="1829902" y="180651"/>
                  </a:lnTo>
                  <a:lnTo>
                    <a:pt x="1828274" y="178942"/>
                  </a:lnTo>
                  <a:lnTo>
                    <a:pt x="1827676" y="178236"/>
                  </a:lnTo>
                  <a:lnTo>
                    <a:pt x="1826727" y="177116"/>
                  </a:lnTo>
                  <a:lnTo>
                    <a:pt x="1826072" y="176370"/>
                  </a:lnTo>
                  <a:lnTo>
                    <a:pt x="1824227" y="174274"/>
                  </a:lnTo>
                  <a:lnTo>
                    <a:pt x="1823477" y="173062"/>
                  </a:lnTo>
                  <a:lnTo>
                    <a:pt x="1822597" y="171641"/>
                  </a:lnTo>
                  <a:lnTo>
                    <a:pt x="1820461" y="167844"/>
                  </a:lnTo>
                  <a:lnTo>
                    <a:pt x="1819677" y="166377"/>
                  </a:lnTo>
                  <a:lnTo>
                    <a:pt x="1817061" y="161251"/>
                  </a:lnTo>
                  <a:lnTo>
                    <a:pt x="1816079" y="159264"/>
                  </a:lnTo>
                  <a:lnTo>
                    <a:pt x="1814306" y="154520"/>
                  </a:lnTo>
                  <a:lnTo>
                    <a:pt x="1806428" y="133610"/>
                  </a:lnTo>
                  <a:lnTo>
                    <a:pt x="1800692" y="118560"/>
                  </a:lnTo>
                  <a:lnTo>
                    <a:pt x="1799835" y="116243"/>
                  </a:lnTo>
                  <a:lnTo>
                    <a:pt x="1796537" y="107908"/>
                  </a:lnTo>
                  <a:lnTo>
                    <a:pt x="1795597" y="105589"/>
                  </a:lnTo>
                  <a:lnTo>
                    <a:pt x="1793761" y="100971"/>
                  </a:lnTo>
                  <a:lnTo>
                    <a:pt x="1792821" y="98606"/>
                  </a:lnTo>
                  <a:lnTo>
                    <a:pt x="1790555" y="93654"/>
                  </a:lnTo>
                  <a:lnTo>
                    <a:pt x="1783200" y="75824"/>
                  </a:lnTo>
                  <a:lnTo>
                    <a:pt x="1781821" y="72485"/>
                  </a:lnTo>
                  <a:lnTo>
                    <a:pt x="1779732" y="75084"/>
                  </a:lnTo>
                  <a:lnTo>
                    <a:pt x="1778895" y="76126"/>
                  </a:lnTo>
                  <a:lnTo>
                    <a:pt x="1776886" y="78625"/>
                  </a:lnTo>
                  <a:lnTo>
                    <a:pt x="1776206" y="79470"/>
                  </a:lnTo>
                  <a:lnTo>
                    <a:pt x="1774180" y="81992"/>
                  </a:lnTo>
                  <a:lnTo>
                    <a:pt x="1769702" y="85415"/>
                  </a:lnTo>
                  <a:lnTo>
                    <a:pt x="1763834" y="92233"/>
                  </a:lnTo>
                  <a:lnTo>
                    <a:pt x="1760633" y="95841"/>
                  </a:lnTo>
                  <a:lnTo>
                    <a:pt x="1760252" y="96268"/>
                  </a:lnTo>
                  <a:lnTo>
                    <a:pt x="1759870" y="96695"/>
                  </a:lnTo>
                  <a:lnTo>
                    <a:pt x="1759487" y="97121"/>
                  </a:lnTo>
                  <a:lnTo>
                    <a:pt x="1759104" y="97546"/>
                  </a:lnTo>
                  <a:lnTo>
                    <a:pt x="1758720" y="97971"/>
                  </a:lnTo>
                  <a:lnTo>
                    <a:pt x="1758336" y="98396"/>
                  </a:lnTo>
                  <a:lnTo>
                    <a:pt x="1757951" y="98819"/>
                  </a:lnTo>
                  <a:lnTo>
                    <a:pt x="1757566" y="99243"/>
                  </a:lnTo>
                  <a:lnTo>
                    <a:pt x="1757179" y="99666"/>
                  </a:lnTo>
                  <a:lnTo>
                    <a:pt x="1755984" y="100972"/>
                  </a:lnTo>
                  <a:lnTo>
                    <a:pt x="1747125" y="110387"/>
                  </a:lnTo>
                  <a:lnTo>
                    <a:pt x="1745291" y="111827"/>
                  </a:lnTo>
                  <a:lnTo>
                    <a:pt x="1742253" y="115142"/>
                  </a:lnTo>
                  <a:lnTo>
                    <a:pt x="1739416" y="117664"/>
                  </a:lnTo>
                  <a:lnTo>
                    <a:pt x="1736023" y="121687"/>
                  </a:lnTo>
                  <a:lnTo>
                    <a:pt x="1733386" y="124808"/>
                  </a:lnTo>
                  <a:lnTo>
                    <a:pt x="1732141" y="126277"/>
                  </a:lnTo>
                  <a:lnTo>
                    <a:pt x="1729236" y="129705"/>
                  </a:lnTo>
                  <a:lnTo>
                    <a:pt x="1724699" y="135185"/>
                  </a:lnTo>
                  <a:lnTo>
                    <a:pt x="1724390" y="135570"/>
                  </a:lnTo>
                  <a:lnTo>
                    <a:pt x="1724081" y="135955"/>
                  </a:lnTo>
                  <a:lnTo>
                    <a:pt x="1723773" y="136341"/>
                  </a:lnTo>
                  <a:lnTo>
                    <a:pt x="1723466" y="136727"/>
                  </a:lnTo>
                  <a:lnTo>
                    <a:pt x="1723159" y="137114"/>
                  </a:lnTo>
                  <a:lnTo>
                    <a:pt x="1722853" y="137501"/>
                  </a:lnTo>
                  <a:lnTo>
                    <a:pt x="1722547" y="137889"/>
                  </a:lnTo>
                  <a:lnTo>
                    <a:pt x="1722242" y="138277"/>
                  </a:lnTo>
                  <a:lnTo>
                    <a:pt x="1721938" y="138666"/>
                  </a:lnTo>
                  <a:lnTo>
                    <a:pt x="1721634" y="139056"/>
                  </a:lnTo>
                  <a:lnTo>
                    <a:pt x="1721332" y="139445"/>
                  </a:lnTo>
                  <a:lnTo>
                    <a:pt x="1721029" y="139836"/>
                  </a:lnTo>
                  <a:lnTo>
                    <a:pt x="1720728" y="140226"/>
                  </a:lnTo>
                  <a:lnTo>
                    <a:pt x="1720427" y="140618"/>
                  </a:lnTo>
                  <a:lnTo>
                    <a:pt x="1720126" y="141010"/>
                  </a:lnTo>
                  <a:lnTo>
                    <a:pt x="1719831" y="141396"/>
                  </a:lnTo>
                  <a:lnTo>
                    <a:pt x="1719537" y="141782"/>
                  </a:lnTo>
                  <a:lnTo>
                    <a:pt x="1719243" y="142170"/>
                  </a:lnTo>
                  <a:lnTo>
                    <a:pt x="1718950" y="142557"/>
                  </a:lnTo>
                  <a:lnTo>
                    <a:pt x="1718658" y="142945"/>
                  </a:lnTo>
                  <a:lnTo>
                    <a:pt x="1718366" y="143334"/>
                  </a:lnTo>
                  <a:lnTo>
                    <a:pt x="1718075" y="143723"/>
                  </a:lnTo>
                  <a:lnTo>
                    <a:pt x="1717784" y="144112"/>
                  </a:lnTo>
                  <a:lnTo>
                    <a:pt x="1717495" y="144503"/>
                  </a:lnTo>
                  <a:lnTo>
                    <a:pt x="1717205" y="144893"/>
                  </a:lnTo>
                  <a:lnTo>
                    <a:pt x="1716917" y="145284"/>
                  </a:lnTo>
                  <a:lnTo>
                    <a:pt x="1716599" y="145716"/>
                  </a:lnTo>
                  <a:lnTo>
                    <a:pt x="1716470" y="145891"/>
                  </a:lnTo>
                  <a:lnTo>
                    <a:pt x="1716341" y="146067"/>
                  </a:lnTo>
                  <a:lnTo>
                    <a:pt x="1715778" y="146837"/>
                  </a:lnTo>
                  <a:lnTo>
                    <a:pt x="1715556" y="147143"/>
                  </a:lnTo>
                  <a:lnTo>
                    <a:pt x="1715335" y="147449"/>
                  </a:lnTo>
                  <a:lnTo>
                    <a:pt x="1715091" y="147787"/>
                  </a:lnTo>
                  <a:lnTo>
                    <a:pt x="1714848" y="148126"/>
                  </a:lnTo>
                  <a:lnTo>
                    <a:pt x="1714606" y="148465"/>
                  </a:lnTo>
                  <a:lnTo>
                    <a:pt x="1714364" y="148804"/>
                  </a:lnTo>
                  <a:lnTo>
                    <a:pt x="1714123" y="149145"/>
                  </a:lnTo>
                  <a:lnTo>
                    <a:pt x="1713882" y="149485"/>
                  </a:lnTo>
                  <a:lnTo>
                    <a:pt x="1713642" y="149826"/>
                  </a:lnTo>
                  <a:lnTo>
                    <a:pt x="1713403" y="150168"/>
                  </a:lnTo>
                  <a:lnTo>
                    <a:pt x="1713165" y="150510"/>
                  </a:lnTo>
                  <a:lnTo>
                    <a:pt x="1712927" y="150853"/>
                  </a:lnTo>
                  <a:lnTo>
                    <a:pt x="1712690" y="151196"/>
                  </a:lnTo>
                  <a:lnTo>
                    <a:pt x="1712413" y="151606"/>
                  </a:lnTo>
                  <a:lnTo>
                    <a:pt x="1712136" y="152016"/>
                  </a:lnTo>
                  <a:lnTo>
                    <a:pt x="1711857" y="152425"/>
                  </a:lnTo>
                  <a:lnTo>
                    <a:pt x="1711579" y="152834"/>
                  </a:lnTo>
                  <a:lnTo>
                    <a:pt x="1711300" y="153243"/>
                  </a:lnTo>
                  <a:lnTo>
                    <a:pt x="1711020" y="153652"/>
                  </a:lnTo>
                  <a:lnTo>
                    <a:pt x="1710669" y="154162"/>
                  </a:lnTo>
                  <a:lnTo>
                    <a:pt x="1710317" y="154671"/>
                  </a:lnTo>
                  <a:lnTo>
                    <a:pt x="1710143" y="154922"/>
                  </a:lnTo>
                  <a:lnTo>
                    <a:pt x="1709735" y="154584"/>
                  </a:lnTo>
                  <a:lnTo>
                    <a:pt x="1708827" y="153831"/>
                  </a:lnTo>
                  <a:lnTo>
                    <a:pt x="1706112" y="151577"/>
                  </a:lnTo>
                  <a:lnTo>
                    <a:pt x="1705400" y="151129"/>
                  </a:lnTo>
                  <a:lnTo>
                    <a:pt x="1698248" y="146638"/>
                  </a:lnTo>
                  <a:lnTo>
                    <a:pt x="1689583" y="142259"/>
                  </a:lnTo>
                  <a:lnTo>
                    <a:pt x="1680118" y="137984"/>
                  </a:lnTo>
                  <a:lnTo>
                    <a:pt x="1674998" y="135899"/>
                  </a:lnTo>
                  <a:lnTo>
                    <a:pt x="1671956" y="134658"/>
                  </a:lnTo>
                  <a:lnTo>
                    <a:pt x="1660676" y="130506"/>
                  </a:lnTo>
                  <a:lnTo>
                    <a:pt x="1652571" y="128259"/>
                  </a:lnTo>
                  <a:lnTo>
                    <a:pt x="1645615" y="126317"/>
                  </a:lnTo>
                  <a:lnTo>
                    <a:pt x="1643155" y="125543"/>
                  </a:lnTo>
                  <a:lnTo>
                    <a:pt x="1637235" y="123800"/>
                  </a:lnTo>
                  <a:lnTo>
                    <a:pt x="1634734" y="123083"/>
                  </a:lnTo>
                  <a:lnTo>
                    <a:pt x="1634294" y="122940"/>
                  </a:lnTo>
                  <a:lnTo>
                    <a:pt x="1620453" y="118479"/>
                  </a:lnTo>
                  <a:lnTo>
                    <a:pt x="1613141" y="116932"/>
                  </a:lnTo>
                  <a:lnTo>
                    <a:pt x="1610449" y="116429"/>
                  </a:lnTo>
                  <a:lnTo>
                    <a:pt x="1600476" y="114817"/>
                  </a:lnTo>
                  <a:lnTo>
                    <a:pt x="1587527" y="114003"/>
                  </a:lnTo>
                  <a:lnTo>
                    <a:pt x="1586125" y="113977"/>
                  </a:lnTo>
                  <a:lnTo>
                    <a:pt x="1585999" y="114232"/>
                  </a:lnTo>
                  <a:lnTo>
                    <a:pt x="1585873" y="114488"/>
                  </a:lnTo>
                  <a:lnTo>
                    <a:pt x="1585745" y="114743"/>
                  </a:lnTo>
                  <a:lnTo>
                    <a:pt x="1585617" y="114998"/>
                  </a:lnTo>
                  <a:lnTo>
                    <a:pt x="1585488" y="115252"/>
                  </a:lnTo>
                  <a:lnTo>
                    <a:pt x="1585229" y="115760"/>
                  </a:lnTo>
                  <a:lnTo>
                    <a:pt x="1585098" y="116013"/>
                  </a:lnTo>
                  <a:lnTo>
                    <a:pt x="1584967" y="116266"/>
                  </a:lnTo>
                  <a:lnTo>
                    <a:pt x="1584834" y="116519"/>
                  </a:lnTo>
                  <a:lnTo>
                    <a:pt x="1584702" y="116771"/>
                  </a:lnTo>
                  <a:lnTo>
                    <a:pt x="1584568" y="117023"/>
                  </a:lnTo>
                  <a:lnTo>
                    <a:pt x="1584434" y="117275"/>
                  </a:lnTo>
                  <a:lnTo>
                    <a:pt x="1584299" y="117526"/>
                  </a:lnTo>
                  <a:lnTo>
                    <a:pt x="1584164" y="117777"/>
                  </a:lnTo>
                  <a:lnTo>
                    <a:pt x="1584027" y="118028"/>
                  </a:lnTo>
                  <a:lnTo>
                    <a:pt x="1583891" y="118278"/>
                  </a:lnTo>
                  <a:lnTo>
                    <a:pt x="1583753" y="118528"/>
                  </a:lnTo>
                  <a:lnTo>
                    <a:pt x="1583572" y="118855"/>
                  </a:lnTo>
                  <a:lnTo>
                    <a:pt x="1583476" y="119026"/>
                  </a:lnTo>
                  <a:lnTo>
                    <a:pt x="1583337" y="119275"/>
                  </a:lnTo>
                  <a:lnTo>
                    <a:pt x="1583197" y="119523"/>
                  </a:lnTo>
                  <a:lnTo>
                    <a:pt x="1583056" y="119771"/>
                  </a:lnTo>
                  <a:lnTo>
                    <a:pt x="1582914" y="120019"/>
                  </a:lnTo>
                  <a:lnTo>
                    <a:pt x="1582772" y="120266"/>
                  </a:lnTo>
                  <a:lnTo>
                    <a:pt x="1582630" y="120512"/>
                  </a:lnTo>
                  <a:lnTo>
                    <a:pt x="1582486" y="120759"/>
                  </a:lnTo>
                  <a:lnTo>
                    <a:pt x="1582342" y="121005"/>
                  </a:lnTo>
                  <a:lnTo>
                    <a:pt x="1582197" y="121250"/>
                  </a:lnTo>
                  <a:lnTo>
                    <a:pt x="1582052" y="121496"/>
                  </a:lnTo>
                  <a:lnTo>
                    <a:pt x="1581906" y="121740"/>
                  </a:lnTo>
                  <a:lnTo>
                    <a:pt x="1581759" y="121985"/>
                  </a:lnTo>
                  <a:lnTo>
                    <a:pt x="1581612" y="122229"/>
                  </a:lnTo>
                  <a:lnTo>
                    <a:pt x="1581464" y="122473"/>
                  </a:lnTo>
                  <a:lnTo>
                    <a:pt x="1581019" y="123199"/>
                  </a:lnTo>
                  <a:lnTo>
                    <a:pt x="1580834" y="123232"/>
                  </a:lnTo>
                  <a:lnTo>
                    <a:pt x="1577744" y="123800"/>
                  </a:lnTo>
                  <a:lnTo>
                    <a:pt x="1577022" y="123932"/>
                  </a:lnTo>
                  <a:lnTo>
                    <a:pt x="1570675" y="125094"/>
                  </a:lnTo>
                  <a:lnTo>
                    <a:pt x="1570216" y="125179"/>
                  </a:lnTo>
                  <a:lnTo>
                    <a:pt x="1567882" y="125607"/>
                  </a:lnTo>
                  <a:lnTo>
                    <a:pt x="1567667" y="125651"/>
                  </a:lnTo>
                  <a:lnTo>
                    <a:pt x="1552472" y="128727"/>
                  </a:lnTo>
                  <a:lnTo>
                    <a:pt x="1550905" y="129045"/>
                  </a:lnTo>
                  <a:lnTo>
                    <a:pt x="1550305" y="129129"/>
                  </a:lnTo>
                  <a:lnTo>
                    <a:pt x="1549650" y="127550"/>
                  </a:lnTo>
                  <a:lnTo>
                    <a:pt x="1547460" y="127954"/>
                  </a:lnTo>
                  <a:lnTo>
                    <a:pt x="1545601" y="117386"/>
                  </a:lnTo>
                  <a:lnTo>
                    <a:pt x="1542915" y="102592"/>
                  </a:lnTo>
                  <a:lnTo>
                    <a:pt x="1541528" y="102984"/>
                  </a:lnTo>
                  <a:lnTo>
                    <a:pt x="1539707" y="103545"/>
                  </a:lnTo>
                  <a:lnTo>
                    <a:pt x="1538887" y="103795"/>
                  </a:lnTo>
                  <a:lnTo>
                    <a:pt x="1537870" y="104090"/>
                  </a:lnTo>
                  <a:lnTo>
                    <a:pt x="1537046" y="104327"/>
                  </a:lnTo>
                  <a:lnTo>
                    <a:pt x="1535412" y="104714"/>
                  </a:lnTo>
                  <a:lnTo>
                    <a:pt x="1535203" y="104764"/>
                  </a:lnTo>
                  <a:lnTo>
                    <a:pt x="1531289" y="105689"/>
                  </a:lnTo>
                  <a:lnTo>
                    <a:pt x="1530995" y="105759"/>
                  </a:lnTo>
                  <a:lnTo>
                    <a:pt x="1528773" y="106136"/>
                  </a:lnTo>
                  <a:lnTo>
                    <a:pt x="1525933" y="106619"/>
                  </a:lnTo>
                  <a:lnTo>
                    <a:pt x="1520130" y="108002"/>
                  </a:lnTo>
                  <a:lnTo>
                    <a:pt x="1513413" y="110450"/>
                  </a:lnTo>
                  <a:lnTo>
                    <a:pt x="1512322" y="110848"/>
                  </a:lnTo>
                  <a:lnTo>
                    <a:pt x="1512141" y="110913"/>
                  </a:lnTo>
                  <a:lnTo>
                    <a:pt x="1509986" y="110573"/>
                  </a:lnTo>
                  <a:lnTo>
                    <a:pt x="1509708" y="110529"/>
                  </a:lnTo>
                  <a:lnTo>
                    <a:pt x="1509291" y="110464"/>
                  </a:lnTo>
                  <a:lnTo>
                    <a:pt x="1508329" y="109994"/>
                  </a:lnTo>
                  <a:lnTo>
                    <a:pt x="1509139" y="106667"/>
                  </a:lnTo>
                  <a:lnTo>
                    <a:pt x="1509367" y="104887"/>
                  </a:lnTo>
                  <a:lnTo>
                    <a:pt x="1509506" y="104157"/>
                  </a:lnTo>
                  <a:lnTo>
                    <a:pt x="1510103" y="101007"/>
                  </a:lnTo>
                  <a:lnTo>
                    <a:pt x="1510873" y="96944"/>
                  </a:lnTo>
                  <a:lnTo>
                    <a:pt x="1510659" y="96894"/>
                  </a:lnTo>
                  <a:lnTo>
                    <a:pt x="1510289" y="96810"/>
                  </a:lnTo>
                  <a:lnTo>
                    <a:pt x="1509457" y="96621"/>
                  </a:lnTo>
                  <a:lnTo>
                    <a:pt x="1494136" y="93124"/>
                  </a:lnTo>
                  <a:lnTo>
                    <a:pt x="1492813" y="92822"/>
                  </a:lnTo>
                  <a:lnTo>
                    <a:pt x="1492241" y="92692"/>
                  </a:lnTo>
                  <a:lnTo>
                    <a:pt x="1481959" y="90575"/>
                  </a:lnTo>
                  <a:lnTo>
                    <a:pt x="1481786" y="90540"/>
                  </a:lnTo>
                  <a:lnTo>
                    <a:pt x="1476922" y="89503"/>
                  </a:lnTo>
                  <a:lnTo>
                    <a:pt x="1474422" y="89003"/>
                  </a:lnTo>
                  <a:lnTo>
                    <a:pt x="1467226" y="87563"/>
                  </a:lnTo>
                  <a:lnTo>
                    <a:pt x="1466048" y="87327"/>
                  </a:lnTo>
                  <a:lnTo>
                    <a:pt x="1466016" y="87591"/>
                  </a:lnTo>
                  <a:lnTo>
                    <a:pt x="1465991" y="87786"/>
                  </a:lnTo>
                  <a:lnTo>
                    <a:pt x="1465498" y="87650"/>
                  </a:lnTo>
                  <a:lnTo>
                    <a:pt x="1446907" y="83826"/>
                  </a:lnTo>
                  <a:lnTo>
                    <a:pt x="1437569" y="81905"/>
                  </a:lnTo>
                  <a:lnTo>
                    <a:pt x="1434184" y="81048"/>
                  </a:lnTo>
                  <a:lnTo>
                    <a:pt x="1430151" y="79904"/>
                  </a:lnTo>
                  <a:lnTo>
                    <a:pt x="1425493" y="78412"/>
                  </a:lnTo>
                  <a:lnTo>
                    <a:pt x="1421545" y="77001"/>
                  </a:lnTo>
                  <a:lnTo>
                    <a:pt x="1401325" y="69256"/>
                  </a:lnTo>
                  <a:lnTo>
                    <a:pt x="1400291" y="68899"/>
                  </a:lnTo>
                  <a:lnTo>
                    <a:pt x="1396069" y="67771"/>
                  </a:lnTo>
                  <a:lnTo>
                    <a:pt x="1387756" y="66108"/>
                  </a:lnTo>
                  <a:lnTo>
                    <a:pt x="1383597" y="65282"/>
                  </a:lnTo>
                  <a:lnTo>
                    <a:pt x="1379438" y="64459"/>
                  </a:lnTo>
                  <a:lnTo>
                    <a:pt x="1371821" y="62854"/>
                  </a:lnTo>
                  <a:lnTo>
                    <a:pt x="1367013" y="61609"/>
                  </a:lnTo>
                  <a:lnTo>
                    <a:pt x="1362254" y="60194"/>
                  </a:lnTo>
                  <a:lnTo>
                    <a:pt x="1358885" y="59079"/>
                  </a:lnTo>
                  <a:lnTo>
                    <a:pt x="1354882" y="57628"/>
                  </a:lnTo>
                  <a:lnTo>
                    <a:pt x="1351582" y="56327"/>
                  </a:lnTo>
                  <a:lnTo>
                    <a:pt x="1351319" y="56201"/>
                  </a:lnTo>
                  <a:lnTo>
                    <a:pt x="1348697" y="54938"/>
                  </a:lnTo>
                  <a:lnTo>
                    <a:pt x="1342545" y="52279"/>
                  </a:lnTo>
                  <a:lnTo>
                    <a:pt x="1341233" y="51711"/>
                  </a:lnTo>
                  <a:lnTo>
                    <a:pt x="1339974" y="51033"/>
                  </a:lnTo>
                  <a:lnTo>
                    <a:pt x="1335735" y="48637"/>
                  </a:lnTo>
                  <a:lnTo>
                    <a:pt x="1335413" y="48578"/>
                  </a:lnTo>
                  <a:lnTo>
                    <a:pt x="1335114" y="48524"/>
                  </a:lnTo>
                  <a:lnTo>
                    <a:pt x="1334887" y="48483"/>
                  </a:lnTo>
                  <a:lnTo>
                    <a:pt x="1333639" y="49458"/>
                  </a:lnTo>
                  <a:lnTo>
                    <a:pt x="1317855" y="61819"/>
                  </a:lnTo>
                  <a:lnTo>
                    <a:pt x="1306386" y="72369"/>
                  </a:lnTo>
                  <a:lnTo>
                    <a:pt x="1295659" y="82091"/>
                  </a:lnTo>
                  <a:lnTo>
                    <a:pt x="1291354" y="86007"/>
                  </a:lnTo>
                  <a:lnTo>
                    <a:pt x="1290288" y="87007"/>
                  </a:lnTo>
                  <a:lnTo>
                    <a:pt x="1281939" y="94837"/>
                  </a:lnTo>
                  <a:lnTo>
                    <a:pt x="1279826" y="96781"/>
                  </a:lnTo>
                  <a:lnTo>
                    <a:pt x="1273182" y="103128"/>
                  </a:lnTo>
                  <a:lnTo>
                    <a:pt x="1271045" y="105171"/>
                  </a:lnTo>
                  <a:lnTo>
                    <a:pt x="1266753" y="109269"/>
                  </a:lnTo>
                  <a:lnTo>
                    <a:pt x="1265684" y="110292"/>
                  </a:lnTo>
                  <a:lnTo>
                    <a:pt x="1261541" y="114461"/>
                  </a:lnTo>
                  <a:lnTo>
                    <a:pt x="1256537" y="119494"/>
                  </a:lnTo>
                  <a:lnTo>
                    <a:pt x="1251578" y="124483"/>
                  </a:lnTo>
                  <a:lnTo>
                    <a:pt x="1247321" y="128764"/>
                  </a:lnTo>
                  <a:lnTo>
                    <a:pt x="1241336" y="134786"/>
                  </a:lnTo>
                  <a:lnTo>
                    <a:pt x="1241115" y="135008"/>
                  </a:lnTo>
                  <a:lnTo>
                    <a:pt x="1236718" y="133180"/>
                  </a:lnTo>
                  <a:lnTo>
                    <a:pt x="1235612" y="132720"/>
                  </a:lnTo>
                  <a:lnTo>
                    <a:pt x="1235239" y="132565"/>
                  </a:lnTo>
                  <a:lnTo>
                    <a:pt x="1234905" y="132426"/>
                  </a:lnTo>
                  <a:lnTo>
                    <a:pt x="1233285" y="131752"/>
                  </a:lnTo>
                  <a:lnTo>
                    <a:pt x="1231662" y="131095"/>
                  </a:lnTo>
                  <a:lnTo>
                    <a:pt x="1229664" y="130285"/>
                  </a:lnTo>
                  <a:lnTo>
                    <a:pt x="1227549" y="129428"/>
                  </a:lnTo>
                  <a:lnTo>
                    <a:pt x="1225462" y="128582"/>
                  </a:lnTo>
                  <a:lnTo>
                    <a:pt x="1223359" y="127730"/>
                  </a:lnTo>
                  <a:lnTo>
                    <a:pt x="1221257" y="126879"/>
                  </a:lnTo>
                  <a:lnTo>
                    <a:pt x="1219156" y="126027"/>
                  </a:lnTo>
                  <a:lnTo>
                    <a:pt x="1217111" y="125200"/>
                  </a:lnTo>
                  <a:lnTo>
                    <a:pt x="1214917" y="124310"/>
                  </a:lnTo>
                  <a:lnTo>
                    <a:pt x="1212843" y="123470"/>
                  </a:lnTo>
                  <a:lnTo>
                    <a:pt x="1211539" y="122943"/>
                  </a:lnTo>
                  <a:lnTo>
                    <a:pt x="1210767" y="122630"/>
                  </a:lnTo>
                  <a:lnTo>
                    <a:pt x="1208699" y="121792"/>
                  </a:lnTo>
                  <a:lnTo>
                    <a:pt x="1206625" y="120951"/>
                  </a:lnTo>
                  <a:lnTo>
                    <a:pt x="1204491" y="120086"/>
                  </a:lnTo>
                  <a:lnTo>
                    <a:pt x="1202388" y="119235"/>
                  </a:lnTo>
                  <a:lnTo>
                    <a:pt x="1200293" y="118387"/>
                  </a:lnTo>
                  <a:lnTo>
                    <a:pt x="1198216" y="117545"/>
                  </a:lnTo>
                  <a:lnTo>
                    <a:pt x="1196062" y="116672"/>
                  </a:lnTo>
                  <a:lnTo>
                    <a:pt x="1194033" y="115851"/>
                  </a:lnTo>
                  <a:lnTo>
                    <a:pt x="1191893" y="114982"/>
                  </a:lnTo>
                  <a:lnTo>
                    <a:pt x="1177316" y="109029"/>
                  </a:lnTo>
                  <a:lnTo>
                    <a:pt x="1176435" y="108670"/>
                  </a:lnTo>
                  <a:lnTo>
                    <a:pt x="1175111" y="108129"/>
                  </a:lnTo>
                  <a:lnTo>
                    <a:pt x="1177721" y="101143"/>
                  </a:lnTo>
                  <a:lnTo>
                    <a:pt x="1182250" y="89018"/>
                  </a:lnTo>
                  <a:lnTo>
                    <a:pt x="1182476" y="88416"/>
                  </a:lnTo>
                  <a:lnTo>
                    <a:pt x="1182702" y="87814"/>
                  </a:lnTo>
                  <a:lnTo>
                    <a:pt x="1182929" y="87212"/>
                  </a:lnTo>
                  <a:lnTo>
                    <a:pt x="1183157" y="86611"/>
                  </a:lnTo>
                  <a:lnTo>
                    <a:pt x="1183385" y="86009"/>
                  </a:lnTo>
                  <a:lnTo>
                    <a:pt x="1183615" y="85409"/>
                  </a:lnTo>
                  <a:lnTo>
                    <a:pt x="1183844" y="84808"/>
                  </a:lnTo>
                  <a:lnTo>
                    <a:pt x="1184075" y="84208"/>
                  </a:lnTo>
                  <a:lnTo>
                    <a:pt x="1184306" y="83608"/>
                  </a:lnTo>
                  <a:lnTo>
                    <a:pt x="1184539" y="83008"/>
                  </a:lnTo>
                  <a:lnTo>
                    <a:pt x="1184771" y="82408"/>
                  </a:lnTo>
                  <a:lnTo>
                    <a:pt x="1185005" y="81809"/>
                  </a:lnTo>
                  <a:lnTo>
                    <a:pt x="1185239" y="81210"/>
                  </a:lnTo>
                  <a:lnTo>
                    <a:pt x="1185474" y="80612"/>
                  </a:lnTo>
                  <a:lnTo>
                    <a:pt x="1185710" y="80013"/>
                  </a:lnTo>
                  <a:lnTo>
                    <a:pt x="1185946" y="79415"/>
                  </a:lnTo>
                  <a:lnTo>
                    <a:pt x="1186183" y="78817"/>
                  </a:lnTo>
                  <a:lnTo>
                    <a:pt x="1186421" y="78220"/>
                  </a:lnTo>
                  <a:lnTo>
                    <a:pt x="1186660" y="77622"/>
                  </a:lnTo>
                  <a:lnTo>
                    <a:pt x="1186899" y="77026"/>
                  </a:lnTo>
                  <a:lnTo>
                    <a:pt x="1187139" y="76429"/>
                  </a:lnTo>
                  <a:lnTo>
                    <a:pt x="1187380" y="75833"/>
                  </a:lnTo>
                  <a:lnTo>
                    <a:pt x="1187621" y="75236"/>
                  </a:lnTo>
                  <a:lnTo>
                    <a:pt x="1187863" y="74641"/>
                  </a:lnTo>
                  <a:lnTo>
                    <a:pt x="1188106" y="74045"/>
                  </a:lnTo>
                  <a:lnTo>
                    <a:pt x="1188222" y="73760"/>
                  </a:lnTo>
                  <a:lnTo>
                    <a:pt x="1188349" y="73450"/>
                  </a:lnTo>
                  <a:lnTo>
                    <a:pt x="1188594" y="72855"/>
                  </a:lnTo>
                  <a:lnTo>
                    <a:pt x="1188839" y="72261"/>
                  </a:lnTo>
                  <a:lnTo>
                    <a:pt x="1189084" y="71666"/>
                  </a:lnTo>
                  <a:lnTo>
                    <a:pt x="1189330" y="71072"/>
                  </a:lnTo>
                  <a:lnTo>
                    <a:pt x="1189578" y="70479"/>
                  </a:lnTo>
                  <a:lnTo>
                    <a:pt x="1189825" y="69885"/>
                  </a:lnTo>
                  <a:lnTo>
                    <a:pt x="1190074" y="69292"/>
                  </a:lnTo>
                  <a:lnTo>
                    <a:pt x="1190323" y="68699"/>
                  </a:lnTo>
                  <a:lnTo>
                    <a:pt x="1190573" y="68107"/>
                  </a:lnTo>
                  <a:lnTo>
                    <a:pt x="1190824" y="67514"/>
                  </a:lnTo>
                  <a:lnTo>
                    <a:pt x="1191075" y="66922"/>
                  </a:lnTo>
                  <a:lnTo>
                    <a:pt x="1191327" y="66331"/>
                  </a:lnTo>
                  <a:lnTo>
                    <a:pt x="1191580" y="65740"/>
                  </a:lnTo>
                  <a:lnTo>
                    <a:pt x="1191833" y="65149"/>
                  </a:lnTo>
                  <a:lnTo>
                    <a:pt x="1191984" y="64796"/>
                  </a:lnTo>
                  <a:lnTo>
                    <a:pt x="1192135" y="64444"/>
                  </a:lnTo>
                  <a:lnTo>
                    <a:pt x="1192324" y="64009"/>
                  </a:lnTo>
                  <a:lnTo>
                    <a:pt x="1192381" y="63877"/>
                  </a:lnTo>
                  <a:lnTo>
                    <a:pt x="1192440" y="63740"/>
                  </a:lnTo>
                  <a:lnTo>
                    <a:pt x="1192594" y="63389"/>
                  </a:lnTo>
                  <a:lnTo>
                    <a:pt x="1192748" y="63038"/>
                  </a:lnTo>
                  <a:lnTo>
                    <a:pt x="1192903" y="62687"/>
                  </a:lnTo>
                  <a:lnTo>
                    <a:pt x="1193058" y="62337"/>
                  </a:lnTo>
                  <a:lnTo>
                    <a:pt x="1193215" y="61987"/>
                  </a:lnTo>
                  <a:lnTo>
                    <a:pt x="1193372" y="61637"/>
                  </a:lnTo>
                  <a:lnTo>
                    <a:pt x="1193529" y="61288"/>
                  </a:lnTo>
                  <a:lnTo>
                    <a:pt x="1193720" y="60868"/>
                  </a:lnTo>
                  <a:lnTo>
                    <a:pt x="1193847" y="60590"/>
                  </a:lnTo>
                  <a:lnTo>
                    <a:pt x="1194007" y="60242"/>
                  </a:lnTo>
                  <a:lnTo>
                    <a:pt x="1194167" y="59893"/>
                  </a:lnTo>
                  <a:lnTo>
                    <a:pt x="1194328" y="59546"/>
                  </a:lnTo>
                  <a:lnTo>
                    <a:pt x="1194490" y="59198"/>
                  </a:lnTo>
                  <a:lnTo>
                    <a:pt x="1194653" y="58851"/>
                  </a:lnTo>
                  <a:lnTo>
                    <a:pt x="1194816" y="58504"/>
                  </a:lnTo>
                  <a:lnTo>
                    <a:pt x="1194980" y="58158"/>
                  </a:lnTo>
                  <a:lnTo>
                    <a:pt x="1195144" y="57812"/>
                  </a:lnTo>
                  <a:lnTo>
                    <a:pt x="1195310" y="57466"/>
                  </a:lnTo>
                  <a:lnTo>
                    <a:pt x="1195476" y="57120"/>
                  </a:lnTo>
                  <a:lnTo>
                    <a:pt x="1195643" y="56775"/>
                  </a:lnTo>
                  <a:lnTo>
                    <a:pt x="1195810" y="56430"/>
                  </a:lnTo>
                  <a:lnTo>
                    <a:pt x="1195978" y="56086"/>
                  </a:lnTo>
                  <a:lnTo>
                    <a:pt x="1196147" y="55742"/>
                  </a:lnTo>
                  <a:lnTo>
                    <a:pt x="1196316" y="55398"/>
                  </a:lnTo>
                  <a:lnTo>
                    <a:pt x="1196486" y="55054"/>
                  </a:lnTo>
                  <a:lnTo>
                    <a:pt x="1196657" y="54711"/>
                  </a:lnTo>
                  <a:lnTo>
                    <a:pt x="1196829" y="54368"/>
                  </a:lnTo>
                  <a:lnTo>
                    <a:pt x="1197001" y="54026"/>
                  </a:lnTo>
                  <a:lnTo>
                    <a:pt x="1197174" y="53684"/>
                  </a:lnTo>
                  <a:lnTo>
                    <a:pt x="1197347" y="53342"/>
                  </a:lnTo>
                  <a:lnTo>
                    <a:pt x="1197522" y="53001"/>
                  </a:lnTo>
                  <a:lnTo>
                    <a:pt x="1197697" y="52660"/>
                  </a:lnTo>
                  <a:lnTo>
                    <a:pt x="1197872" y="52319"/>
                  </a:lnTo>
                  <a:lnTo>
                    <a:pt x="1198102" y="51876"/>
                  </a:lnTo>
                  <a:lnTo>
                    <a:pt x="1198226" y="51639"/>
                  </a:lnTo>
                  <a:lnTo>
                    <a:pt x="1198403" y="51299"/>
                  </a:lnTo>
                  <a:lnTo>
                    <a:pt x="1198581" y="50960"/>
                  </a:lnTo>
                  <a:lnTo>
                    <a:pt x="1198760" y="50621"/>
                  </a:lnTo>
                  <a:lnTo>
                    <a:pt x="1198940" y="50283"/>
                  </a:lnTo>
                  <a:lnTo>
                    <a:pt x="1199120" y="49944"/>
                  </a:lnTo>
                  <a:lnTo>
                    <a:pt x="1199302" y="49607"/>
                  </a:lnTo>
                  <a:lnTo>
                    <a:pt x="1199483" y="49269"/>
                  </a:lnTo>
                  <a:lnTo>
                    <a:pt x="1199666" y="48932"/>
                  </a:lnTo>
                  <a:lnTo>
                    <a:pt x="1199849" y="48594"/>
                  </a:lnTo>
                  <a:lnTo>
                    <a:pt x="1200033" y="48257"/>
                  </a:lnTo>
                  <a:lnTo>
                    <a:pt x="1200218" y="47920"/>
                  </a:lnTo>
                  <a:lnTo>
                    <a:pt x="1200403" y="47584"/>
                  </a:lnTo>
                  <a:lnTo>
                    <a:pt x="1200589" y="47248"/>
                  </a:lnTo>
                  <a:lnTo>
                    <a:pt x="1200776" y="46912"/>
                  </a:lnTo>
                  <a:lnTo>
                    <a:pt x="1200963" y="46577"/>
                  </a:lnTo>
                  <a:lnTo>
                    <a:pt x="1201151" y="46242"/>
                  </a:lnTo>
                  <a:lnTo>
                    <a:pt x="1201340" y="45908"/>
                  </a:lnTo>
                  <a:lnTo>
                    <a:pt x="1201529" y="45573"/>
                  </a:lnTo>
                  <a:lnTo>
                    <a:pt x="1201719" y="45240"/>
                  </a:lnTo>
                  <a:lnTo>
                    <a:pt x="1201910" y="44906"/>
                  </a:lnTo>
                  <a:lnTo>
                    <a:pt x="1202101" y="44573"/>
                  </a:lnTo>
                  <a:lnTo>
                    <a:pt x="1202293" y="44241"/>
                  </a:lnTo>
                  <a:lnTo>
                    <a:pt x="1202486" y="43908"/>
                  </a:lnTo>
                  <a:lnTo>
                    <a:pt x="1202679" y="43576"/>
                  </a:lnTo>
                  <a:lnTo>
                    <a:pt x="1202873" y="43245"/>
                  </a:lnTo>
                  <a:lnTo>
                    <a:pt x="1203068" y="42914"/>
                  </a:lnTo>
                  <a:lnTo>
                    <a:pt x="1203263" y="42583"/>
                  </a:lnTo>
                  <a:lnTo>
                    <a:pt x="1203459" y="42253"/>
                  </a:lnTo>
                  <a:lnTo>
                    <a:pt x="1203656" y="41923"/>
                  </a:lnTo>
                  <a:lnTo>
                    <a:pt x="1203853" y="41594"/>
                  </a:lnTo>
                  <a:lnTo>
                    <a:pt x="1204051" y="41265"/>
                  </a:lnTo>
                  <a:lnTo>
                    <a:pt x="1204250" y="40936"/>
                  </a:lnTo>
                  <a:lnTo>
                    <a:pt x="1204525" y="40484"/>
                  </a:lnTo>
                  <a:lnTo>
                    <a:pt x="1204649" y="40280"/>
                  </a:lnTo>
                  <a:lnTo>
                    <a:pt x="1204850" y="39952"/>
                  </a:lnTo>
                  <a:lnTo>
                    <a:pt x="1205051" y="39625"/>
                  </a:lnTo>
                  <a:lnTo>
                    <a:pt x="1205253" y="39299"/>
                  </a:lnTo>
                  <a:lnTo>
                    <a:pt x="1205456" y="38972"/>
                  </a:lnTo>
                  <a:lnTo>
                    <a:pt x="1205659" y="38647"/>
                  </a:lnTo>
                  <a:lnTo>
                    <a:pt x="1205863" y="38321"/>
                  </a:lnTo>
                  <a:lnTo>
                    <a:pt x="1206068" y="37996"/>
                  </a:lnTo>
                  <a:lnTo>
                    <a:pt x="1206273" y="37671"/>
                  </a:lnTo>
                  <a:lnTo>
                    <a:pt x="1206479" y="37347"/>
                  </a:lnTo>
                  <a:lnTo>
                    <a:pt x="1206685" y="37024"/>
                  </a:lnTo>
                  <a:lnTo>
                    <a:pt x="1206892" y="36700"/>
                  </a:lnTo>
                  <a:lnTo>
                    <a:pt x="1207100" y="36377"/>
                  </a:lnTo>
                  <a:lnTo>
                    <a:pt x="1207309" y="36055"/>
                  </a:lnTo>
                  <a:lnTo>
                    <a:pt x="1207518" y="35733"/>
                  </a:lnTo>
                  <a:lnTo>
                    <a:pt x="1207727" y="35411"/>
                  </a:lnTo>
                  <a:lnTo>
                    <a:pt x="1207938" y="35090"/>
                  </a:lnTo>
                  <a:lnTo>
                    <a:pt x="1208065" y="34897"/>
                  </a:lnTo>
                  <a:lnTo>
                    <a:pt x="1208149" y="34769"/>
                  </a:lnTo>
                  <a:lnTo>
                    <a:pt x="1208360" y="34449"/>
                  </a:lnTo>
                  <a:lnTo>
                    <a:pt x="1208573" y="34129"/>
                  </a:lnTo>
                  <a:lnTo>
                    <a:pt x="1208786" y="33809"/>
                  </a:lnTo>
                  <a:lnTo>
                    <a:pt x="1208999" y="33490"/>
                  </a:lnTo>
                  <a:lnTo>
                    <a:pt x="1209213" y="33171"/>
                  </a:lnTo>
                  <a:lnTo>
                    <a:pt x="1209428" y="32853"/>
                  </a:lnTo>
                  <a:lnTo>
                    <a:pt x="1209644" y="32535"/>
                  </a:lnTo>
                  <a:lnTo>
                    <a:pt x="1209962" y="32069"/>
                  </a:lnTo>
                  <a:lnTo>
                    <a:pt x="1210077" y="31901"/>
                  </a:lnTo>
                  <a:lnTo>
                    <a:pt x="1210294" y="31585"/>
                  </a:lnTo>
                  <a:lnTo>
                    <a:pt x="1210512" y="31268"/>
                  </a:lnTo>
                  <a:lnTo>
                    <a:pt x="1210731" y="30953"/>
                  </a:lnTo>
                  <a:lnTo>
                    <a:pt x="1210950" y="30638"/>
                  </a:lnTo>
                  <a:lnTo>
                    <a:pt x="1211170" y="30323"/>
                  </a:lnTo>
                  <a:lnTo>
                    <a:pt x="1211391" y="30009"/>
                  </a:lnTo>
                  <a:lnTo>
                    <a:pt x="1211612" y="29695"/>
                  </a:lnTo>
                  <a:lnTo>
                    <a:pt x="1211834" y="29381"/>
                  </a:lnTo>
                  <a:lnTo>
                    <a:pt x="1212056" y="29069"/>
                  </a:lnTo>
                  <a:lnTo>
                    <a:pt x="1212279" y="28756"/>
                  </a:lnTo>
                  <a:lnTo>
                    <a:pt x="1212503" y="28444"/>
                  </a:lnTo>
                  <a:lnTo>
                    <a:pt x="1212727" y="28132"/>
                  </a:lnTo>
                  <a:lnTo>
                    <a:pt x="1212952" y="27821"/>
                  </a:lnTo>
                  <a:lnTo>
                    <a:pt x="1213178" y="27511"/>
                  </a:lnTo>
                  <a:lnTo>
                    <a:pt x="1213404" y="27200"/>
                  </a:lnTo>
                  <a:lnTo>
                    <a:pt x="1213631" y="26891"/>
                  </a:lnTo>
                  <a:lnTo>
                    <a:pt x="1213858" y="26581"/>
                  </a:lnTo>
                  <a:lnTo>
                    <a:pt x="1214086" y="26272"/>
                  </a:lnTo>
                  <a:lnTo>
                    <a:pt x="1214315" y="25964"/>
                  </a:lnTo>
                  <a:lnTo>
                    <a:pt x="1214544" y="25656"/>
                  </a:lnTo>
                  <a:lnTo>
                    <a:pt x="1214774" y="25349"/>
                  </a:lnTo>
                  <a:lnTo>
                    <a:pt x="1215005" y="25042"/>
                  </a:lnTo>
                  <a:lnTo>
                    <a:pt x="1215236" y="24735"/>
                  </a:lnTo>
                  <a:lnTo>
                    <a:pt x="1215467" y="24429"/>
                  </a:lnTo>
                  <a:lnTo>
                    <a:pt x="1215700" y="24124"/>
                  </a:lnTo>
                  <a:lnTo>
                    <a:pt x="1215933" y="23819"/>
                  </a:lnTo>
                  <a:lnTo>
                    <a:pt x="1216166" y="23514"/>
                  </a:lnTo>
                  <a:lnTo>
                    <a:pt x="1216400" y="23210"/>
                  </a:lnTo>
                  <a:lnTo>
                    <a:pt x="1216635" y="22906"/>
                  </a:lnTo>
                  <a:lnTo>
                    <a:pt x="1216871" y="22603"/>
                  </a:lnTo>
                  <a:lnTo>
                    <a:pt x="1217107" y="22300"/>
                  </a:lnTo>
                  <a:lnTo>
                    <a:pt x="1217343" y="21998"/>
                  </a:lnTo>
                  <a:lnTo>
                    <a:pt x="1217580" y="21696"/>
                  </a:lnTo>
                  <a:lnTo>
                    <a:pt x="1217818" y="21395"/>
                  </a:lnTo>
                  <a:lnTo>
                    <a:pt x="1218048" y="21105"/>
                  </a:lnTo>
                  <a:lnTo>
                    <a:pt x="1218278" y="20816"/>
                  </a:lnTo>
                  <a:lnTo>
                    <a:pt x="1218509" y="20527"/>
                  </a:lnTo>
                  <a:lnTo>
                    <a:pt x="1218740" y="20239"/>
                  </a:lnTo>
                  <a:lnTo>
                    <a:pt x="1218972" y="19951"/>
                  </a:lnTo>
                  <a:lnTo>
                    <a:pt x="1219204" y="19664"/>
                  </a:lnTo>
                  <a:lnTo>
                    <a:pt x="1219437" y="19377"/>
                  </a:lnTo>
                  <a:lnTo>
                    <a:pt x="1219670" y="19091"/>
                  </a:lnTo>
                  <a:lnTo>
                    <a:pt x="1219904" y="18805"/>
                  </a:lnTo>
                  <a:lnTo>
                    <a:pt x="1220139" y="18520"/>
                  </a:lnTo>
                  <a:lnTo>
                    <a:pt x="1220374" y="18235"/>
                  </a:lnTo>
                  <a:lnTo>
                    <a:pt x="1216198" y="17617"/>
                  </a:lnTo>
                  <a:lnTo>
                    <a:pt x="1213642" y="17240"/>
                  </a:lnTo>
                  <a:lnTo>
                    <a:pt x="1199194" y="15097"/>
                  </a:lnTo>
                  <a:lnTo>
                    <a:pt x="1168436" y="10559"/>
                  </a:lnTo>
                  <a:lnTo>
                    <a:pt x="1167704" y="10328"/>
                  </a:lnTo>
                  <a:lnTo>
                    <a:pt x="1162581" y="8712"/>
                  </a:lnTo>
                  <a:lnTo>
                    <a:pt x="1161259" y="8294"/>
                  </a:lnTo>
                  <a:lnTo>
                    <a:pt x="1160509" y="8055"/>
                  </a:lnTo>
                  <a:lnTo>
                    <a:pt x="1158001" y="7263"/>
                  </a:lnTo>
                  <a:lnTo>
                    <a:pt x="1157928" y="7473"/>
                  </a:lnTo>
                  <a:lnTo>
                    <a:pt x="1157856" y="7683"/>
                  </a:lnTo>
                  <a:lnTo>
                    <a:pt x="1157785" y="7893"/>
                  </a:lnTo>
                  <a:lnTo>
                    <a:pt x="1157715" y="8104"/>
                  </a:lnTo>
                  <a:lnTo>
                    <a:pt x="1157646" y="8315"/>
                  </a:lnTo>
                  <a:lnTo>
                    <a:pt x="1157577" y="8526"/>
                  </a:lnTo>
                  <a:lnTo>
                    <a:pt x="1157509" y="8737"/>
                  </a:lnTo>
                  <a:lnTo>
                    <a:pt x="1157442" y="8948"/>
                  </a:lnTo>
                  <a:lnTo>
                    <a:pt x="1157375" y="9160"/>
                  </a:lnTo>
                  <a:lnTo>
                    <a:pt x="1157310" y="9372"/>
                  </a:lnTo>
                  <a:lnTo>
                    <a:pt x="1157245" y="9585"/>
                  </a:lnTo>
                  <a:lnTo>
                    <a:pt x="1157181" y="9797"/>
                  </a:lnTo>
                  <a:lnTo>
                    <a:pt x="1157118" y="10010"/>
                  </a:lnTo>
                  <a:lnTo>
                    <a:pt x="1157055" y="10223"/>
                  </a:lnTo>
                  <a:lnTo>
                    <a:pt x="1156993" y="10436"/>
                  </a:lnTo>
                  <a:lnTo>
                    <a:pt x="1156919" y="10700"/>
                  </a:lnTo>
                  <a:lnTo>
                    <a:pt x="1156779" y="11197"/>
                  </a:lnTo>
                  <a:lnTo>
                    <a:pt x="1156722" y="11404"/>
                  </a:lnTo>
                  <a:lnTo>
                    <a:pt x="1156667" y="11610"/>
                  </a:lnTo>
                  <a:lnTo>
                    <a:pt x="1156612" y="11817"/>
                  </a:lnTo>
                  <a:lnTo>
                    <a:pt x="1156557" y="12025"/>
                  </a:lnTo>
                  <a:lnTo>
                    <a:pt x="1156504" y="12232"/>
                  </a:lnTo>
                  <a:lnTo>
                    <a:pt x="1156451" y="12439"/>
                  </a:lnTo>
                  <a:lnTo>
                    <a:pt x="1156399" y="12647"/>
                  </a:lnTo>
                  <a:lnTo>
                    <a:pt x="1156347" y="12855"/>
                  </a:lnTo>
                  <a:lnTo>
                    <a:pt x="1156296" y="13065"/>
                  </a:lnTo>
                  <a:lnTo>
                    <a:pt x="1156245" y="13275"/>
                  </a:lnTo>
                  <a:lnTo>
                    <a:pt x="1156196" y="13485"/>
                  </a:lnTo>
                  <a:lnTo>
                    <a:pt x="1156146" y="13695"/>
                  </a:lnTo>
                  <a:lnTo>
                    <a:pt x="1156098" y="13905"/>
                  </a:lnTo>
                  <a:lnTo>
                    <a:pt x="1156050" y="14116"/>
                  </a:lnTo>
                  <a:lnTo>
                    <a:pt x="1156003" y="14327"/>
                  </a:lnTo>
                  <a:lnTo>
                    <a:pt x="1155957" y="14537"/>
                  </a:lnTo>
                  <a:lnTo>
                    <a:pt x="1155912" y="14749"/>
                  </a:lnTo>
                  <a:lnTo>
                    <a:pt x="1155850" y="15042"/>
                  </a:lnTo>
                  <a:lnTo>
                    <a:pt x="1155823" y="15171"/>
                  </a:lnTo>
                  <a:lnTo>
                    <a:pt x="1155779" y="15383"/>
                  </a:lnTo>
                  <a:lnTo>
                    <a:pt x="1155737" y="15594"/>
                  </a:lnTo>
                  <a:lnTo>
                    <a:pt x="1155695" y="15806"/>
                  </a:lnTo>
                  <a:lnTo>
                    <a:pt x="1155613" y="16230"/>
                  </a:lnTo>
                  <a:lnTo>
                    <a:pt x="1155574" y="16442"/>
                  </a:lnTo>
                  <a:lnTo>
                    <a:pt x="1155535" y="16655"/>
                  </a:lnTo>
                  <a:lnTo>
                    <a:pt x="1155497" y="16867"/>
                  </a:lnTo>
                  <a:lnTo>
                    <a:pt x="1155446" y="17154"/>
                  </a:lnTo>
                  <a:lnTo>
                    <a:pt x="1155422" y="17293"/>
                  </a:lnTo>
                  <a:lnTo>
                    <a:pt x="1155386" y="17506"/>
                  </a:lnTo>
                  <a:lnTo>
                    <a:pt x="1155351" y="17719"/>
                  </a:lnTo>
                  <a:lnTo>
                    <a:pt x="1155317" y="17932"/>
                  </a:lnTo>
                  <a:lnTo>
                    <a:pt x="1155276" y="18186"/>
                  </a:lnTo>
                  <a:lnTo>
                    <a:pt x="1155250" y="18359"/>
                  </a:lnTo>
                  <a:lnTo>
                    <a:pt x="1155217" y="18572"/>
                  </a:lnTo>
                  <a:lnTo>
                    <a:pt x="1155186" y="18786"/>
                  </a:lnTo>
                  <a:lnTo>
                    <a:pt x="1155155" y="19000"/>
                  </a:lnTo>
                  <a:lnTo>
                    <a:pt x="1155125" y="19213"/>
                  </a:lnTo>
                  <a:lnTo>
                    <a:pt x="1155041" y="19825"/>
                  </a:lnTo>
                  <a:lnTo>
                    <a:pt x="1155014" y="20042"/>
                  </a:lnTo>
                  <a:lnTo>
                    <a:pt x="1154987" y="20259"/>
                  </a:lnTo>
                  <a:lnTo>
                    <a:pt x="1154961" y="20475"/>
                  </a:lnTo>
                  <a:lnTo>
                    <a:pt x="1154935" y="20692"/>
                  </a:lnTo>
                  <a:lnTo>
                    <a:pt x="1154911" y="20909"/>
                  </a:lnTo>
                  <a:lnTo>
                    <a:pt x="1154887" y="21126"/>
                  </a:lnTo>
                  <a:lnTo>
                    <a:pt x="1154864" y="21343"/>
                  </a:lnTo>
                  <a:lnTo>
                    <a:pt x="1154841" y="21560"/>
                  </a:lnTo>
                  <a:lnTo>
                    <a:pt x="1154820" y="21777"/>
                  </a:lnTo>
                  <a:lnTo>
                    <a:pt x="1154799" y="21995"/>
                  </a:lnTo>
                  <a:lnTo>
                    <a:pt x="1154779" y="22212"/>
                  </a:lnTo>
                  <a:lnTo>
                    <a:pt x="1154759" y="22430"/>
                  </a:lnTo>
                  <a:lnTo>
                    <a:pt x="1154740" y="22645"/>
                  </a:lnTo>
                  <a:lnTo>
                    <a:pt x="1154723" y="22861"/>
                  </a:lnTo>
                  <a:lnTo>
                    <a:pt x="1154705" y="23077"/>
                  </a:lnTo>
                  <a:lnTo>
                    <a:pt x="1154689" y="23293"/>
                  </a:lnTo>
                  <a:lnTo>
                    <a:pt x="1154673" y="23510"/>
                  </a:lnTo>
                  <a:lnTo>
                    <a:pt x="1154658" y="23726"/>
                  </a:lnTo>
                  <a:lnTo>
                    <a:pt x="1154644" y="23942"/>
                  </a:lnTo>
                  <a:lnTo>
                    <a:pt x="1154631" y="24158"/>
                  </a:lnTo>
                  <a:lnTo>
                    <a:pt x="1154618" y="24375"/>
                  </a:lnTo>
                  <a:lnTo>
                    <a:pt x="1154606" y="24594"/>
                  </a:lnTo>
                  <a:lnTo>
                    <a:pt x="1154595" y="24807"/>
                  </a:lnTo>
                  <a:lnTo>
                    <a:pt x="1154585" y="25024"/>
                  </a:lnTo>
                  <a:lnTo>
                    <a:pt x="1154575" y="25240"/>
                  </a:lnTo>
                  <a:lnTo>
                    <a:pt x="1154566" y="25457"/>
                  </a:lnTo>
                  <a:lnTo>
                    <a:pt x="1154551" y="25890"/>
                  </a:lnTo>
                  <a:lnTo>
                    <a:pt x="1154544" y="26106"/>
                  </a:lnTo>
                  <a:lnTo>
                    <a:pt x="1154538" y="26323"/>
                  </a:lnTo>
                  <a:lnTo>
                    <a:pt x="1154525" y="26973"/>
                  </a:lnTo>
                  <a:lnTo>
                    <a:pt x="1154522" y="27190"/>
                  </a:lnTo>
                  <a:lnTo>
                    <a:pt x="1154520" y="27406"/>
                  </a:lnTo>
                  <a:lnTo>
                    <a:pt x="1154518" y="27623"/>
                  </a:lnTo>
                  <a:lnTo>
                    <a:pt x="1154518" y="27839"/>
                  </a:lnTo>
                  <a:lnTo>
                    <a:pt x="1154518" y="28056"/>
                  </a:lnTo>
                  <a:lnTo>
                    <a:pt x="1154519" y="28273"/>
                  </a:lnTo>
                  <a:lnTo>
                    <a:pt x="1154224" y="35671"/>
                  </a:lnTo>
                  <a:lnTo>
                    <a:pt x="1153798" y="46870"/>
                  </a:lnTo>
                  <a:lnTo>
                    <a:pt x="1153294" y="54400"/>
                  </a:lnTo>
                  <a:lnTo>
                    <a:pt x="1152681" y="64272"/>
                  </a:lnTo>
                  <a:lnTo>
                    <a:pt x="1152484" y="71964"/>
                  </a:lnTo>
                  <a:lnTo>
                    <a:pt x="1152158" y="87452"/>
                  </a:lnTo>
                  <a:lnTo>
                    <a:pt x="1151996" y="96644"/>
                  </a:lnTo>
                  <a:lnTo>
                    <a:pt x="1150551" y="97375"/>
                  </a:lnTo>
                  <a:lnTo>
                    <a:pt x="1136165" y="104699"/>
                  </a:lnTo>
                  <a:lnTo>
                    <a:pt x="1128556" y="108633"/>
                  </a:lnTo>
                  <a:lnTo>
                    <a:pt x="1127436" y="109213"/>
                  </a:lnTo>
                  <a:lnTo>
                    <a:pt x="1123480" y="111250"/>
                  </a:lnTo>
                  <a:lnTo>
                    <a:pt x="1120981" y="112538"/>
                  </a:lnTo>
                  <a:lnTo>
                    <a:pt x="1095187" y="125826"/>
                  </a:lnTo>
                  <a:lnTo>
                    <a:pt x="1098155" y="131711"/>
                  </a:lnTo>
                  <a:lnTo>
                    <a:pt x="1096638" y="132490"/>
                  </a:lnTo>
                  <a:lnTo>
                    <a:pt x="1088569" y="134908"/>
                  </a:lnTo>
                  <a:lnTo>
                    <a:pt x="1090485" y="130041"/>
                  </a:lnTo>
                  <a:lnTo>
                    <a:pt x="1089304" y="129093"/>
                  </a:lnTo>
                  <a:lnTo>
                    <a:pt x="1088446" y="128000"/>
                  </a:lnTo>
                  <a:lnTo>
                    <a:pt x="1086443" y="125449"/>
                  </a:lnTo>
                  <a:lnTo>
                    <a:pt x="1085507" y="123543"/>
                  </a:lnTo>
                  <a:lnTo>
                    <a:pt x="1083965" y="119980"/>
                  </a:lnTo>
                  <a:lnTo>
                    <a:pt x="1083046" y="117816"/>
                  </a:lnTo>
                  <a:lnTo>
                    <a:pt x="1082664" y="116652"/>
                  </a:lnTo>
                  <a:lnTo>
                    <a:pt x="1082552" y="116321"/>
                  </a:lnTo>
                  <a:lnTo>
                    <a:pt x="1082387" y="115830"/>
                  </a:lnTo>
                  <a:lnTo>
                    <a:pt x="1082262" y="115457"/>
                  </a:lnTo>
                  <a:lnTo>
                    <a:pt x="1082053" y="114857"/>
                  </a:lnTo>
                  <a:lnTo>
                    <a:pt x="1081384" y="112936"/>
                  </a:lnTo>
                  <a:lnTo>
                    <a:pt x="1081098" y="112129"/>
                  </a:lnTo>
                  <a:lnTo>
                    <a:pt x="1080364" y="110047"/>
                  </a:lnTo>
                  <a:lnTo>
                    <a:pt x="1079307" y="107197"/>
                  </a:lnTo>
                  <a:lnTo>
                    <a:pt x="1079160" y="106794"/>
                  </a:lnTo>
                  <a:lnTo>
                    <a:pt x="1078250" y="104297"/>
                  </a:lnTo>
                  <a:lnTo>
                    <a:pt x="1077386" y="101940"/>
                  </a:lnTo>
                  <a:lnTo>
                    <a:pt x="1077197" y="101422"/>
                  </a:lnTo>
                  <a:lnTo>
                    <a:pt x="1077119" y="101204"/>
                  </a:lnTo>
                  <a:lnTo>
                    <a:pt x="1076274" y="98857"/>
                  </a:lnTo>
                  <a:lnTo>
                    <a:pt x="1076165" y="98555"/>
                  </a:lnTo>
                  <a:lnTo>
                    <a:pt x="1075648" y="97106"/>
                  </a:lnTo>
                  <a:lnTo>
                    <a:pt x="1075135" y="95667"/>
                  </a:lnTo>
                  <a:lnTo>
                    <a:pt x="1074990" y="95210"/>
                  </a:lnTo>
                  <a:lnTo>
                    <a:pt x="1074380" y="93294"/>
                  </a:lnTo>
                  <a:lnTo>
                    <a:pt x="1074212" y="92767"/>
                  </a:lnTo>
                  <a:lnTo>
                    <a:pt x="1073796" y="91448"/>
                  </a:lnTo>
                  <a:lnTo>
                    <a:pt x="1073292" y="89847"/>
                  </a:lnTo>
                  <a:lnTo>
                    <a:pt x="1072678" y="87884"/>
                  </a:lnTo>
                  <a:lnTo>
                    <a:pt x="1072376" y="86925"/>
                  </a:lnTo>
                  <a:lnTo>
                    <a:pt x="1071026" y="84141"/>
                  </a:lnTo>
                  <a:lnTo>
                    <a:pt x="1069673" y="81372"/>
                  </a:lnTo>
                  <a:lnTo>
                    <a:pt x="1066704" y="75414"/>
                  </a:lnTo>
                  <a:lnTo>
                    <a:pt x="1066321" y="74644"/>
                  </a:lnTo>
                  <a:lnTo>
                    <a:pt x="1065717" y="73428"/>
                  </a:lnTo>
                  <a:lnTo>
                    <a:pt x="1065362" y="72715"/>
                  </a:lnTo>
                  <a:lnTo>
                    <a:pt x="1064456" y="72979"/>
                  </a:lnTo>
                  <a:lnTo>
                    <a:pt x="1062586" y="73526"/>
                  </a:lnTo>
                  <a:lnTo>
                    <a:pt x="1059242" y="74446"/>
                  </a:lnTo>
                  <a:lnTo>
                    <a:pt x="1050533" y="76008"/>
                  </a:lnTo>
                  <a:lnTo>
                    <a:pt x="1037551" y="78426"/>
                  </a:lnTo>
                  <a:lnTo>
                    <a:pt x="1030060" y="79800"/>
                  </a:lnTo>
                  <a:lnTo>
                    <a:pt x="1023878" y="80935"/>
                  </a:lnTo>
                  <a:lnTo>
                    <a:pt x="1010702" y="83326"/>
                  </a:lnTo>
                  <a:lnTo>
                    <a:pt x="1001409" y="77265"/>
                  </a:lnTo>
                  <a:close/>
                </a:path>
              </a:pathLst>
            </a:custGeom>
            <a:solidFill>
              <a:srgbClr val="C6E3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rc85"/>
            <p:cNvSpPr/>
            <p:nvPr/>
          </p:nvSpPr>
          <p:spPr>
            <a:xfrm>
              <a:off x="2970620" y="5538054"/>
              <a:ext cx="3202758" cy="1250356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86" name="rc86"/>
            <p:cNvSpPr/>
            <p:nvPr/>
          </p:nvSpPr>
          <p:spPr>
            <a:xfrm>
              <a:off x="3040209" y="5607643"/>
              <a:ext cx="323999" cy="323999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87" name="rc87"/>
            <p:cNvSpPr/>
            <p:nvPr/>
          </p:nvSpPr>
          <p:spPr>
            <a:xfrm>
              <a:off x="3043809" y="5611243"/>
              <a:ext cx="316800" cy="316800"/>
            </a:xfrm>
            <a:prstGeom prst="rect">
              <a:avLst/>
            </a:prstGeom>
            <a:solidFill>
              <a:srgbClr val="CD1076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rc88"/>
            <p:cNvSpPr/>
            <p:nvPr/>
          </p:nvSpPr>
          <p:spPr>
            <a:xfrm>
              <a:off x="4610452" y="5607643"/>
              <a:ext cx="323999" cy="323999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89" name="rc89"/>
            <p:cNvSpPr/>
            <p:nvPr/>
          </p:nvSpPr>
          <p:spPr>
            <a:xfrm>
              <a:off x="4614052" y="5611243"/>
              <a:ext cx="316800" cy="316800"/>
            </a:xfrm>
            <a:prstGeom prst="rect">
              <a:avLst/>
            </a:prstGeom>
            <a:solidFill>
              <a:srgbClr val="F149A5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rc90"/>
            <p:cNvSpPr/>
            <p:nvPr/>
          </p:nvSpPr>
          <p:spPr>
            <a:xfrm>
              <a:off x="3040209" y="6001232"/>
              <a:ext cx="323999" cy="323999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91" name="rc91"/>
            <p:cNvSpPr/>
            <p:nvPr/>
          </p:nvSpPr>
          <p:spPr>
            <a:xfrm>
              <a:off x="3043809" y="6004832"/>
              <a:ext cx="316800" cy="316800"/>
            </a:xfrm>
            <a:prstGeom prst="rect">
              <a:avLst/>
            </a:prstGeom>
            <a:solidFill>
              <a:srgbClr val="F9A9D5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rc92"/>
            <p:cNvSpPr/>
            <p:nvPr/>
          </p:nvSpPr>
          <p:spPr>
            <a:xfrm>
              <a:off x="4610452" y="6001232"/>
              <a:ext cx="323999" cy="323999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93" name="rc93"/>
            <p:cNvSpPr/>
            <p:nvPr/>
          </p:nvSpPr>
          <p:spPr>
            <a:xfrm>
              <a:off x="4614052" y="6004832"/>
              <a:ext cx="316800" cy="316800"/>
            </a:xfrm>
            <a:prstGeom prst="rect">
              <a:avLst/>
            </a:prstGeom>
            <a:solidFill>
              <a:srgbClr val="C6E3A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rc94"/>
            <p:cNvSpPr/>
            <p:nvPr/>
          </p:nvSpPr>
          <p:spPr>
            <a:xfrm>
              <a:off x="3040209" y="6394821"/>
              <a:ext cx="323999" cy="323999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95" name="rc95"/>
            <p:cNvSpPr/>
            <p:nvPr/>
          </p:nvSpPr>
          <p:spPr>
            <a:xfrm>
              <a:off x="3043809" y="6398421"/>
              <a:ext cx="316800" cy="316800"/>
            </a:xfrm>
            <a:prstGeom prst="rect">
              <a:avLst/>
            </a:prstGeom>
            <a:solidFill>
              <a:srgbClr val="9FCF73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rc96"/>
            <p:cNvSpPr/>
            <p:nvPr/>
          </p:nvSpPr>
          <p:spPr>
            <a:xfrm>
              <a:off x="4610452" y="6394821"/>
              <a:ext cx="323999" cy="323999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97" name="rc97"/>
            <p:cNvSpPr/>
            <p:nvPr/>
          </p:nvSpPr>
          <p:spPr>
            <a:xfrm>
              <a:off x="4614052" y="6398421"/>
              <a:ext cx="316800" cy="316800"/>
            </a:xfrm>
            <a:prstGeom prst="rect">
              <a:avLst/>
            </a:prstGeom>
            <a:solidFill>
              <a:srgbClr val="679C35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tx98"/>
            <p:cNvSpPr/>
            <p:nvPr/>
          </p:nvSpPr>
          <p:spPr>
            <a:xfrm>
              <a:off x="3433798" y="5709201"/>
              <a:ext cx="1090422" cy="1208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0</a:t>
              </a:r>
              <a:r>
                <a:rPr lang="de-AT" sz="140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.</a:t>
              </a: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1</a:t>
              </a:r>
              <a:r>
                <a:rPr lang="de-DE" sz="140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1 - </a:t>
              </a: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0</a:t>
              </a:r>
              <a:r>
                <a:rPr lang="de-AT" sz="140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.</a:t>
              </a: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32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5004041" y="5709201"/>
              <a:ext cx="1072865" cy="1208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0</a:t>
              </a:r>
              <a:r>
                <a:rPr lang="de-AT" sz="140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.</a:t>
              </a: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4</a:t>
              </a:r>
              <a:r>
                <a:rPr lang="de-DE" sz="140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9 - </a:t>
              </a: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1</a:t>
              </a:r>
              <a:r>
                <a:rPr lang="de-AT" sz="140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.</a:t>
              </a: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0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3419872" y="6116429"/>
              <a:ext cx="1107064" cy="1208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1</a:t>
              </a:r>
              <a:r>
                <a:rPr lang="de-AT" sz="140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.</a:t>
              </a: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48</a:t>
              </a:r>
              <a:r>
                <a:rPr lang="de-AT" sz="140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 - </a:t>
              </a: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4</a:t>
              </a:r>
              <a:r>
                <a:rPr lang="de-AT" sz="140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.</a:t>
              </a: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7</a:t>
              </a:r>
              <a:r>
                <a:rPr lang="de-DE" sz="140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4</a:t>
              </a:r>
              <a:endParaRPr sz="1400" dirty="0">
                <a:solidFill>
                  <a:srgbClr val="000000">
                    <a:alpha val="100000"/>
                  </a:srgbClr>
                </a:solidFill>
                <a:latin typeface="LM Roman 10" panose="00000500000000000000" pitchFamily="50" charset="0"/>
                <a:cs typeface="Amalia"/>
              </a:endParaRPr>
            </a:p>
          </p:txBody>
        </p:sp>
        <p:sp>
          <p:nvSpPr>
            <p:cNvPr id="101" name="tx101"/>
            <p:cNvSpPr/>
            <p:nvPr/>
          </p:nvSpPr>
          <p:spPr>
            <a:xfrm>
              <a:off x="5004041" y="6102791"/>
              <a:ext cx="1099748" cy="1208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5</a:t>
              </a:r>
              <a:r>
                <a:rPr lang="de-AT" sz="140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.</a:t>
              </a: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3</a:t>
              </a:r>
              <a:r>
                <a:rPr lang="de-DE" sz="140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8 - </a:t>
              </a: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6</a:t>
              </a:r>
              <a:r>
                <a:rPr lang="de-AT" sz="140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.</a:t>
              </a: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14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3491880" y="6548477"/>
              <a:ext cx="930767" cy="1208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6</a:t>
              </a:r>
              <a:r>
                <a:rPr lang="de-AT" sz="140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.</a:t>
              </a: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54</a:t>
              </a:r>
              <a:r>
                <a:rPr lang="de-AT" sz="140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  - </a:t>
              </a: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8</a:t>
              </a:r>
              <a:r>
                <a:rPr lang="de-AT" sz="140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.</a:t>
              </a: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01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5004041" y="6496380"/>
              <a:ext cx="1062807" cy="1208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8</a:t>
              </a:r>
              <a:r>
                <a:rPr lang="de-AT" sz="140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.</a:t>
              </a: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31</a:t>
              </a:r>
              <a:r>
                <a:rPr lang="de-AT" sz="140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 - </a:t>
              </a: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10</a:t>
              </a:r>
              <a:r>
                <a:rPr lang="de-AT" sz="140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.</a:t>
              </a:r>
              <a:r>
                <a:rPr sz="1400" dirty="0">
                  <a:solidFill>
                    <a:srgbClr val="000000">
                      <a:alpha val="100000"/>
                    </a:srgbClr>
                  </a:solidFill>
                  <a:latin typeface="LM Roman 10" panose="00000500000000000000" pitchFamily="50" charset="0"/>
                  <a:cs typeface="Amalia"/>
                </a:rPr>
                <a:t>21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ba0af860-c830-47b3-bd0c-7de032ec3627">
      <Terms xmlns="http://schemas.microsoft.com/office/infopath/2007/PartnerControls"/>
    </lcf76f155ced4ddcb4097134ff3c332f>
    <_ip_UnifiedCompliancePolicyProperties xmlns="http://schemas.microsoft.com/sharepoint/v3" xsi:nil="true"/>
    <TaxCatchAll xmlns="546528e4-88a8-40ba-ad1e-92d595efde0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F5788B5FF09854BB5FC47294584C094" ma:contentTypeVersion="20" ma:contentTypeDescription="Ein neues Dokument erstellen." ma:contentTypeScope="" ma:versionID="a744a97d21bc12a38ceb4d637bd06079">
  <xsd:schema xmlns:xsd="http://www.w3.org/2001/XMLSchema" xmlns:xs="http://www.w3.org/2001/XMLSchema" xmlns:p="http://schemas.microsoft.com/office/2006/metadata/properties" xmlns:ns1="http://schemas.microsoft.com/sharepoint/v3" xmlns:ns2="ba0af860-c830-47b3-bd0c-7de032ec3627" xmlns:ns3="546528e4-88a8-40ba-ad1e-92d595efde02" targetNamespace="http://schemas.microsoft.com/office/2006/metadata/properties" ma:root="true" ma:fieldsID="26026698215a078bc4e76ed3b549041d" ns1:_="" ns2:_="" ns3:_="">
    <xsd:import namespace="http://schemas.microsoft.com/sharepoint/v3"/>
    <xsd:import namespace="ba0af860-c830-47b3-bd0c-7de032ec3627"/>
    <xsd:import namespace="546528e4-88a8-40ba-ad1e-92d595efde0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Tags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Eigenschaften der einheitlichen Compliancerichtlinie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I-Aktion der einheitlichen Compliancerichtlinie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0af860-c830-47b3-bd0c-7de032ec36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Bildmarkierungen" ma:readOnly="false" ma:fieldId="{5cf76f15-5ced-4ddc-b409-7134ff3c332f}" ma:taxonomyMulti="true" ma:sspId="1b8c0c90-bcfb-49ef-b405-3eb3828e475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6528e4-88a8-40ba-ad1e-92d595efde0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416d7325-8eca-44d9-80d1-6d535613ae8b}" ma:internalName="TaxCatchAll" ma:showField="CatchAllData" ma:web="546528e4-88a8-40ba-ad1e-92d595efde0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89887C-A465-4CB7-8DD4-BB27DD3FF60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A96322E-F1AE-49F1-8631-D42C3B3C033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ba0af860-c830-47b3-bd0c-7de032ec3627"/>
    <ds:schemaRef ds:uri="546528e4-88a8-40ba-ad1e-92d595efde02"/>
  </ds:schemaRefs>
</ds:datastoreItem>
</file>

<file path=customXml/itemProps3.xml><?xml version="1.0" encoding="utf-8"?>
<ds:datastoreItem xmlns:ds="http://schemas.openxmlformats.org/officeDocument/2006/customXml" ds:itemID="{BE045D49-13EF-4162-A2D4-F37DD401E9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a0af860-c830-47b3-bd0c-7de032ec3627"/>
    <ds:schemaRef ds:uri="546528e4-88a8-40ba-ad1e-92d595efde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</Words>
  <Application>Microsoft Office PowerPoint</Application>
  <PresentationFormat>On-screen Show (4:3)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LM Roman 10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Lea Schwabe</cp:lastModifiedBy>
  <cp:revision>4</cp:revision>
  <dcterms:created xsi:type="dcterms:W3CDTF">2017-02-13T16:18:36Z</dcterms:created>
  <dcterms:modified xsi:type="dcterms:W3CDTF">2026-10-09T12:53:44Z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0x0101002F5788B5FF09854BB5FC47294584C094</vt:lpwstr>
  </property>
  <property fmtid="{D5CDD505-2E9C-101B-9397-08002B2CF9AE}" pid="3" name="MSIP_Label_943e0687-f175-4b9c-b2f5-83c4b4db97be_Enabled">
    <vt:lpwstr>true</vt:lpwstr>
  </property>
  <property fmtid="{D5CDD505-2E9C-101B-9397-08002B2CF9AE}" pid="4" name="MSIP_Label_943e0687-f175-4b9c-b2f5-83c4b4db97be_SetDate">
    <vt:lpwstr>2026-10-06T13:09:09Z</vt:lpwstr>
  </property>
  <property fmtid="{D5CDD505-2E9C-101B-9397-08002B2CF9AE}" pid="5" name="MSIP_Label_943e0687-f175-4b9c-b2f5-83c4b4db97be_Method">
    <vt:lpwstr>Standard</vt:lpwstr>
  </property>
  <property fmtid="{D5CDD505-2E9C-101B-9397-08002B2CF9AE}" pid="6" name="MSIP_Label_943e0687-f175-4b9c-b2f5-83c4b4db97be_Name">
    <vt:lpwstr>General (visual mark)</vt:lpwstr>
  </property>
  <property fmtid="{D5CDD505-2E9C-101B-9397-08002B2CF9AE}" pid="7" name="MSIP_Label_943e0687-f175-4b9c-b2f5-83c4b4db97be_SiteId">
    <vt:lpwstr>9b511fda-f0b1-43a5-b06e-1e720f64520a</vt:lpwstr>
  </property>
  <property fmtid="{D5CDD505-2E9C-101B-9397-08002B2CF9AE}" pid="8" name="MSIP_Label_943e0687-f175-4b9c-b2f5-83c4b4db97be_ActionId">
    <vt:lpwstr>3d8edd67-30a1-4a27-b90b-f1a06c5d0630</vt:lpwstr>
  </property>
  <property fmtid="{D5CDD505-2E9C-101B-9397-08002B2CF9AE}" pid="9" name="MSIP_Label_943e0687-f175-4b9c-b2f5-83c4b4db97be_ContentBits">
    <vt:lpwstr>2</vt:lpwstr>
  </property>
  <property fmtid="{D5CDD505-2E9C-101B-9397-08002B2CF9AE}" pid="10" name="MSIP_Label_943e0687-f175-4b9c-b2f5-83c4b4db97be_Tag">
    <vt:lpwstr>10, 3, 0, 1</vt:lpwstr>
  </property>
  <property fmtid="{D5CDD505-2E9C-101B-9397-08002B2CF9AE}" pid="11" name="ClassificationContentMarkingFooterLocations">
    <vt:lpwstr>Office Theme:8</vt:lpwstr>
  </property>
  <property fmtid="{D5CDD505-2E9C-101B-9397-08002B2CF9AE}" pid="12" name="ClassificationContentMarkingFooterText">
    <vt:lpwstr>Classification: GENERAL</vt:lpwstr>
  </property>
</Properties>
</file>